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956" y="4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0166" y="980728"/>
            <a:ext cx="8280920" cy="4896544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" name="pl10"/>
            <p:cNvSpPr/>
            <p:nvPr/>
          </p:nvSpPr>
          <p:spPr>
            <a:xfrm>
              <a:off x="1397280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" name="pl11"/>
            <p:cNvSpPr/>
            <p:nvPr/>
          </p:nvSpPr>
          <p:spPr>
            <a:xfrm>
              <a:off x="14346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" name="pl12"/>
            <p:cNvSpPr/>
            <p:nvPr/>
          </p:nvSpPr>
          <p:spPr>
            <a:xfrm>
              <a:off x="14827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" name="pl13"/>
            <p:cNvSpPr/>
            <p:nvPr/>
          </p:nvSpPr>
          <p:spPr>
            <a:xfrm>
              <a:off x="15308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" name="pl14"/>
            <p:cNvSpPr/>
            <p:nvPr/>
          </p:nvSpPr>
          <p:spPr>
            <a:xfrm>
              <a:off x="15789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" name="pl18"/>
            <p:cNvSpPr/>
            <p:nvPr/>
          </p:nvSpPr>
          <p:spPr>
            <a:xfrm>
              <a:off x="1397280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" name="pl19"/>
            <p:cNvSpPr/>
            <p:nvPr/>
          </p:nvSpPr>
          <p:spPr>
            <a:xfrm>
              <a:off x="1397280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" name="pl20"/>
            <p:cNvSpPr/>
            <p:nvPr/>
          </p:nvSpPr>
          <p:spPr>
            <a:xfrm>
              <a:off x="141055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" name="pl21"/>
            <p:cNvSpPr/>
            <p:nvPr/>
          </p:nvSpPr>
          <p:spPr>
            <a:xfrm>
              <a:off x="14586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" name="pl22"/>
            <p:cNvSpPr/>
            <p:nvPr/>
          </p:nvSpPr>
          <p:spPr>
            <a:xfrm>
              <a:off x="15067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" name="pl23"/>
            <p:cNvSpPr/>
            <p:nvPr/>
          </p:nvSpPr>
          <p:spPr>
            <a:xfrm>
              <a:off x="155490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" name="pl24"/>
            <p:cNvSpPr/>
            <p:nvPr/>
          </p:nvSpPr>
          <p:spPr>
            <a:xfrm>
              <a:off x="16030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" name="rc25"/>
            <p:cNvSpPr/>
            <p:nvPr/>
          </p:nvSpPr>
          <p:spPr>
            <a:xfrm>
              <a:off x="1407235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" name="rc26"/>
            <p:cNvSpPr/>
            <p:nvPr/>
          </p:nvSpPr>
          <p:spPr>
            <a:xfrm>
              <a:off x="141387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" name="rc27"/>
            <p:cNvSpPr/>
            <p:nvPr/>
          </p:nvSpPr>
          <p:spPr>
            <a:xfrm>
              <a:off x="142050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" name="rc28"/>
            <p:cNvSpPr/>
            <p:nvPr/>
          </p:nvSpPr>
          <p:spPr>
            <a:xfrm>
              <a:off x="142714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" name="rc29"/>
            <p:cNvSpPr/>
            <p:nvPr/>
          </p:nvSpPr>
          <p:spPr>
            <a:xfrm>
              <a:off x="143378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" name="rc30"/>
            <p:cNvSpPr/>
            <p:nvPr/>
          </p:nvSpPr>
          <p:spPr>
            <a:xfrm>
              <a:off x="144042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" name="rc31"/>
            <p:cNvSpPr/>
            <p:nvPr/>
          </p:nvSpPr>
          <p:spPr>
            <a:xfrm>
              <a:off x="1447058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" name="rc32"/>
            <p:cNvSpPr/>
            <p:nvPr/>
          </p:nvSpPr>
          <p:spPr>
            <a:xfrm>
              <a:off x="1453695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" name="rc33"/>
            <p:cNvSpPr/>
            <p:nvPr/>
          </p:nvSpPr>
          <p:spPr>
            <a:xfrm>
              <a:off x="146033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" name="rc34"/>
            <p:cNvSpPr/>
            <p:nvPr/>
          </p:nvSpPr>
          <p:spPr>
            <a:xfrm>
              <a:off x="146696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" name="rc35"/>
            <p:cNvSpPr/>
            <p:nvPr/>
          </p:nvSpPr>
          <p:spPr>
            <a:xfrm>
              <a:off x="1473606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" name="rc36"/>
            <p:cNvSpPr/>
            <p:nvPr/>
          </p:nvSpPr>
          <p:spPr>
            <a:xfrm>
              <a:off x="148024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" name="rc37"/>
            <p:cNvSpPr/>
            <p:nvPr/>
          </p:nvSpPr>
          <p:spPr>
            <a:xfrm>
              <a:off x="148688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" name="rc38"/>
            <p:cNvSpPr/>
            <p:nvPr/>
          </p:nvSpPr>
          <p:spPr>
            <a:xfrm>
              <a:off x="149351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" name="rc39"/>
            <p:cNvSpPr/>
            <p:nvPr/>
          </p:nvSpPr>
          <p:spPr>
            <a:xfrm>
              <a:off x="1500154" y="2994705"/>
              <a:ext cx="6637" cy="7246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" name="rc40"/>
            <p:cNvSpPr/>
            <p:nvPr/>
          </p:nvSpPr>
          <p:spPr>
            <a:xfrm>
              <a:off x="150679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" name="rc41"/>
            <p:cNvSpPr/>
            <p:nvPr/>
          </p:nvSpPr>
          <p:spPr>
            <a:xfrm>
              <a:off x="151342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" name="rc42"/>
            <p:cNvSpPr/>
            <p:nvPr/>
          </p:nvSpPr>
          <p:spPr>
            <a:xfrm>
              <a:off x="152006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" name="rc43"/>
            <p:cNvSpPr/>
            <p:nvPr/>
          </p:nvSpPr>
          <p:spPr>
            <a:xfrm>
              <a:off x="152670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" name="rc44"/>
            <p:cNvSpPr/>
            <p:nvPr/>
          </p:nvSpPr>
          <p:spPr>
            <a:xfrm>
              <a:off x="1533339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" name="rc45"/>
            <p:cNvSpPr/>
            <p:nvPr/>
          </p:nvSpPr>
          <p:spPr>
            <a:xfrm>
              <a:off x="153997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" name="rc46"/>
            <p:cNvSpPr/>
            <p:nvPr/>
          </p:nvSpPr>
          <p:spPr>
            <a:xfrm>
              <a:off x="154661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" name="rc47"/>
            <p:cNvSpPr/>
            <p:nvPr/>
          </p:nvSpPr>
          <p:spPr>
            <a:xfrm>
              <a:off x="1553250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" name="rc48"/>
            <p:cNvSpPr/>
            <p:nvPr/>
          </p:nvSpPr>
          <p:spPr>
            <a:xfrm>
              <a:off x="155988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" name="rc49"/>
            <p:cNvSpPr/>
            <p:nvPr/>
          </p:nvSpPr>
          <p:spPr>
            <a:xfrm>
              <a:off x="156652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" name="rc50"/>
            <p:cNvSpPr/>
            <p:nvPr/>
          </p:nvSpPr>
          <p:spPr>
            <a:xfrm>
              <a:off x="157316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" name="rc51"/>
            <p:cNvSpPr/>
            <p:nvPr/>
          </p:nvSpPr>
          <p:spPr>
            <a:xfrm>
              <a:off x="157979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" name="rc52"/>
            <p:cNvSpPr/>
            <p:nvPr/>
          </p:nvSpPr>
          <p:spPr>
            <a:xfrm>
              <a:off x="158643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" name="rc53"/>
            <p:cNvSpPr/>
            <p:nvPr/>
          </p:nvSpPr>
          <p:spPr>
            <a:xfrm>
              <a:off x="159307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" name="rc54"/>
            <p:cNvSpPr/>
            <p:nvPr/>
          </p:nvSpPr>
          <p:spPr>
            <a:xfrm>
              <a:off x="1599709" y="2551881"/>
              <a:ext cx="6637" cy="5152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" name="rc55"/>
            <p:cNvSpPr/>
            <p:nvPr/>
          </p:nvSpPr>
          <p:spPr>
            <a:xfrm>
              <a:off x="1397280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" name="rc56"/>
            <p:cNvSpPr/>
            <p:nvPr/>
          </p:nvSpPr>
          <p:spPr>
            <a:xfrm>
              <a:off x="1685891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57" name="pl57"/>
            <p:cNvSpPr/>
            <p:nvPr/>
          </p:nvSpPr>
          <p:spPr>
            <a:xfrm>
              <a:off x="1685891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" name="pl58"/>
            <p:cNvSpPr/>
            <p:nvPr/>
          </p:nvSpPr>
          <p:spPr>
            <a:xfrm>
              <a:off x="1685891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" name="pl59"/>
            <p:cNvSpPr/>
            <p:nvPr/>
          </p:nvSpPr>
          <p:spPr>
            <a:xfrm>
              <a:off x="1685891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" name="pl60"/>
            <p:cNvSpPr/>
            <p:nvPr/>
          </p:nvSpPr>
          <p:spPr>
            <a:xfrm>
              <a:off x="1685891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" name="pl61"/>
            <p:cNvSpPr/>
            <p:nvPr/>
          </p:nvSpPr>
          <p:spPr>
            <a:xfrm>
              <a:off x="1685891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" name="pl62"/>
            <p:cNvSpPr/>
            <p:nvPr/>
          </p:nvSpPr>
          <p:spPr>
            <a:xfrm>
              <a:off x="17232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" name="pl63"/>
            <p:cNvSpPr/>
            <p:nvPr/>
          </p:nvSpPr>
          <p:spPr>
            <a:xfrm>
              <a:off x="17713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" name="pl64"/>
            <p:cNvSpPr/>
            <p:nvPr/>
          </p:nvSpPr>
          <p:spPr>
            <a:xfrm>
              <a:off x="181946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" name="pl65"/>
            <p:cNvSpPr/>
            <p:nvPr/>
          </p:nvSpPr>
          <p:spPr>
            <a:xfrm>
              <a:off x="186757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" name="pl66"/>
            <p:cNvSpPr/>
            <p:nvPr/>
          </p:nvSpPr>
          <p:spPr>
            <a:xfrm>
              <a:off x="1685891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" name="pl67"/>
            <p:cNvSpPr/>
            <p:nvPr/>
          </p:nvSpPr>
          <p:spPr>
            <a:xfrm>
              <a:off x="1685891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" name="pl68"/>
            <p:cNvSpPr/>
            <p:nvPr/>
          </p:nvSpPr>
          <p:spPr>
            <a:xfrm>
              <a:off x="1685891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" name="pl69"/>
            <p:cNvSpPr/>
            <p:nvPr/>
          </p:nvSpPr>
          <p:spPr>
            <a:xfrm>
              <a:off x="1685891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" name="pl70"/>
            <p:cNvSpPr/>
            <p:nvPr/>
          </p:nvSpPr>
          <p:spPr>
            <a:xfrm>
              <a:off x="1685891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1" name="pl71"/>
            <p:cNvSpPr/>
            <p:nvPr/>
          </p:nvSpPr>
          <p:spPr>
            <a:xfrm>
              <a:off x="16991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2" name="pl72"/>
            <p:cNvSpPr/>
            <p:nvPr/>
          </p:nvSpPr>
          <p:spPr>
            <a:xfrm>
              <a:off x="17472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3" name="pl73"/>
            <p:cNvSpPr/>
            <p:nvPr/>
          </p:nvSpPr>
          <p:spPr>
            <a:xfrm>
              <a:off x="17954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4" name="pl74"/>
            <p:cNvSpPr/>
            <p:nvPr/>
          </p:nvSpPr>
          <p:spPr>
            <a:xfrm>
              <a:off x="18435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5" name="pl75"/>
            <p:cNvSpPr/>
            <p:nvPr/>
          </p:nvSpPr>
          <p:spPr>
            <a:xfrm>
              <a:off x="18916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6" name="rc76"/>
            <p:cNvSpPr/>
            <p:nvPr/>
          </p:nvSpPr>
          <p:spPr>
            <a:xfrm>
              <a:off x="1695846" y="2890037"/>
              <a:ext cx="6637" cy="1771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7" name="rc77"/>
            <p:cNvSpPr/>
            <p:nvPr/>
          </p:nvSpPr>
          <p:spPr>
            <a:xfrm>
              <a:off x="170248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8" name="rc78"/>
            <p:cNvSpPr/>
            <p:nvPr/>
          </p:nvSpPr>
          <p:spPr>
            <a:xfrm>
              <a:off x="170912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9" name="rc79"/>
            <p:cNvSpPr/>
            <p:nvPr/>
          </p:nvSpPr>
          <p:spPr>
            <a:xfrm>
              <a:off x="171575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0" name="rc80"/>
            <p:cNvSpPr/>
            <p:nvPr/>
          </p:nvSpPr>
          <p:spPr>
            <a:xfrm>
              <a:off x="172239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1" name="rc81"/>
            <p:cNvSpPr/>
            <p:nvPr/>
          </p:nvSpPr>
          <p:spPr>
            <a:xfrm>
              <a:off x="172903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2" name="rc82"/>
            <p:cNvSpPr/>
            <p:nvPr/>
          </p:nvSpPr>
          <p:spPr>
            <a:xfrm>
              <a:off x="1735668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3" name="rc83"/>
            <p:cNvSpPr/>
            <p:nvPr/>
          </p:nvSpPr>
          <p:spPr>
            <a:xfrm>
              <a:off x="174230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4" name="rc84"/>
            <p:cNvSpPr/>
            <p:nvPr/>
          </p:nvSpPr>
          <p:spPr>
            <a:xfrm>
              <a:off x="174894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5" name="rc85"/>
            <p:cNvSpPr/>
            <p:nvPr/>
          </p:nvSpPr>
          <p:spPr>
            <a:xfrm>
              <a:off x="175557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6" name="rc86"/>
            <p:cNvSpPr/>
            <p:nvPr/>
          </p:nvSpPr>
          <p:spPr>
            <a:xfrm>
              <a:off x="1762216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7" name="rc87"/>
            <p:cNvSpPr/>
            <p:nvPr/>
          </p:nvSpPr>
          <p:spPr>
            <a:xfrm>
              <a:off x="176885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8" name="rc88"/>
            <p:cNvSpPr/>
            <p:nvPr/>
          </p:nvSpPr>
          <p:spPr>
            <a:xfrm>
              <a:off x="177549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89" name="rc89"/>
            <p:cNvSpPr/>
            <p:nvPr/>
          </p:nvSpPr>
          <p:spPr>
            <a:xfrm>
              <a:off x="178212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0" name="rc90"/>
            <p:cNvSpPr/>
            <p:nvPr/>
          </p:nvSpPr>
          <p:spPr>
            <a:xfrm>
              <a:off x="1788765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1" name="rc91"/>
            <p:cNvSpPr/>
            <p:nvPr/>
          </p:nvSpPr>
          <p:spPr>
            <a:xfrm>
              <a:off x="179540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2" name="rc92"/>
            <p:cNvSpPr/>
            <p:nvPr/>
          </p:nvSpPr>
          <p:spPr>
            <a:xfrm>
              <a:off x="180203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3" name="rc93"/>
            <p:cNvSpPr/>
            <p:nvPr/>
          </p:nvSpPr>
          <p:spPr>
            <a:xfrm>
              <a:off x="180867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4" name="rc94"/>
            <p:cNvSpPr/>
            <p:nvPr/>
          </p:nvSpPr>
          <p:spPr>
            <a:xfrm>
              <a:off x="181531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5" name="rc95"/>
            <p:cNvSpPr/>
            <p:nvPr/>
          </p:nvSpPr>
          <p:spPr>
            <a:xfrm>
              <a:off x="1821950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6" name="rc96"/>
            <p:cNvSpPr/>
            <p:nvPr/>
          </p:nvSpPr>
          <p:spPr>
            <a:xfrm>
              <a:off x="182858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7" name="rc97"/>
            <p:cNvSpPr/>
            <p:nvPr/>
          </p:nvSpPr>
          <p:spPr>
            <a:xfrm>
              <a:off x="183522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8" name="rc98"/>
            <p:cNvSpPr/>
            <p:nvPr/>
          </p:nvSpPr>
          <p:spPr>
            <a:xfrm>
              <a:off x="184186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99" name="rc99"/>
            <p:cNvSpPr/>
            <p:nvPr/>
          </p:nvSpPr>
          <p:spPr>
            <a:xfrm>
              <a:off x="1848498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0" name="rc100"/>
            <p:cNvSpPr/>
            <p:nvPr/>
          </p:nvSpPr>
          <p:spPr>
            <a:xfrm>
              <a:off x="1855135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1" name="rc101"/>
            <p:cNvSpPr/>
            <p:nvPr/>
          </p:nvSpPr>
          <p:spPr>
            <a:xfrm>
              <a:off x="186177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2" name="rc102"/>
            <p:cNvSpPr/>
            <p:nvPr/>
          </p:nvSpPr>
          <p:spPr>
            <a:xfrm>
              <a:off x="1868409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3" name="rc103"/>
            <p:cNvSpPr/>
            <p:nvPr/>
          </p:nvSpPr>
          <p:spPr>
            <a:xfrm>
              <a:off x="187504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4" name="rc104"/>
            <p:cNvSpPr/>
            <p:nvPr/>
          </p:nvSpPr>
          <p:spPr>
            <a:xfrm>
              <a:off x="188168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5" name="rc105"/>
            <p:cNvSpPr/>
            <p:nvPr/>
          </p:nvSpPr>
          <p:spPr>
            <a:xfrm>
              <a:off x="1888320" y="2342545"/>
              <a:ext cx="6637" cy="7246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6" name="rc106"/>
            <p:cNvSpPr/>
            <p:nvPr/>
          </p:nvSpPr>
          <p:spPr>
            <a:xfrm>
              <a:off x="1685891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7" name="rc107"/>
            <p:cNvSpPr/>
            <p:nvPr/>
          </p:nvSpPr>
          <p:spPr>
            <a:xfrm>
              <a:off x="1974502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108" name="pl108"/>
            <p:cNvSpPr/>
            <p:nvPr/>
          </p:nvSpPr>
          <p:spPr>
            <a:xfrm>
              <a:off x="1974502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09" name="pl109"/>
            <p:cNvSpPr/>
            <p:nvPr/>
          </p:nvSpPr>
          <p:spPr>
            <a:xfrm>
              <a:off x="1974502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0" name="pl110"/>
            <p:cNvSpPr/>
            <p:nvPr/>
          </p:nvSpPr>
          <p:spPr>
            <a:xfrm>
              <a:off x="1974502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1" name="pl111"/>
            <p:cNvSpPr/>
            <p:nvPr/>
          </p:nvSpPr>
          <p:spPr>
            <a:xfrm>
              <a:off x="1974502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2" name="pl112"/>
            <p:cNvSpPr/>
            <p:nvPr/>
          </p:nvSpPr>
          <p:spPr>
            <a:xfrm>
              <a:off x="1974502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3" name="pl113"/>
            <p:cNvSpPr/>
            <p:nvPr/>
          </p:nvSpPr>
          <p:spPr>
            <a:xfrm>
              <a:off x="201183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4" name="pl114"/>
            <p:cNvSpPr/>
            <p:nvPr/>
          </p:nvSpPr>
          <p:spPr>
            <a:xfrm>
              <a:off x="20599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5" name="pl115"/>
            <p:cNvSpPr/>
            <p:nvPr/>
          </p:nvSpPr>
          <p:spPr>
            <a:xfrm>
              <a:off x="21080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6" name="pl116"/>
            <p:cNvSpPr/>
            <p:nvPr/>
          </p:nvSpPr>
          <p:spPr>
            <a:xfrm>
              <a:off x="21561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7" name="pl117"/>
            <p:cNvSpPr/>
            <p:nvPr/>
          </p:nvSpPr>
          <p:spPr>
            <a:xfrm>
              <a:off x="1974502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8" name="pl118"/>
            <p:cNvSpPr/>
            <p:nvPr/>
          </p:nvSpPr>
          <p:spPr>
            <a:xfrm>
              <a:off x="1974502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19" name="pl119"/>
            <p:cNvSpPr/>
            <p:nvPr/>
          </p:nvSpPr>
          <p:spPr>
            <a:xfrm>
              <a:off x="1974502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0" name="pl120"/>
            <p:cNvSpPr/>
            <p:nvPr/>
          </p:nvSpPr>
          <p:spPr>
            <a:xfrm>
              <a:off x="1974502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1" name="pl121"/>
            <p:cNvSpPr/>
            <p:nvPr/>
          </p:nvSpPr>
          <p:spPr>
            <a:xfrm>
              <a:off x="1974502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2" name="pl122"/>
            <p:cNvSpPr/>
            <p:nvPr/>
          </p:nvSpPr>
          <p:spPr>
            <a:xfrm>
              <a:off x="19877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3" name="pl123"/>
            <p:cNvSpPr/>
            <p:nvPr/>
          </p:nvSpPr>
          <p:spPr>
            <a:xfrm>
              <a:off x="203589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4" name="pl124"/>
            <p:cNvSpPr/>
            <p:nvPr/>
          </p:nvSpPr>
          <p:spPr>
            <a:xfrm>
              <a:off x="20840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5" name="pl125"/>
            <p:cNvSpPr/>
            <p:nvPr/>
          </p:nvSpPr>
          <p:spPr>
            <a:xfrm>
              <a:off x="213213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6" name="pl126"/>
            <p:cNvSpPr/>
            <p:nvPr/>
          </p:nvSpPr>
          <p:spPr>
            <a:xfrm>
              <a:off x="218024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7" name="rc127"/>
            <p:cNvSpPr/>
            <p:nvPr/>
          </p:nvSpPr>
          <p:spPr>
            <a:xfrm>
              <a:off x="198445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8" name="rc128"/>
            <p:cNvSpPr/>
            <p:nvPr/>
          </p:nvSpPr>
          <p:spPr>
            <a:xfrm>
              <a:off x="199109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29" name="rc129"/>
            <p:cNvSpPr/>
            <p:nvPr/>
          </p:nvSpPr>
          <p:spPr>
            <a:xfrm>
              <a:off x="199773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0" name="rc130"/>
            <p:cNvSpPr/>
            <p:nvPr/>
          </p:nvSpPr>
          <p:spPr>
            <a:xfrm>
              <a:off x="200436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1" name="rc131"/>
            <p:cNvSpPr/>
            <p:nvPr/>
          </p:nvSpPr>
          <p:spPr>
            <a:xfrm>
              <a:off x="201100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2" name="rc132"/>
            <p:cNvSpPr/>
            <p:nvPr/>
          </p:nvSpPr>
          <p:spPr>
            <a:xfrm>
              <a:off x="201764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3" name="rc133"/>
            <p:cNvSpPr/>
            <p:nvPr/>
          </p:nvSpPr>
          <p:spPr>
            <a:xfrm>
              <a:off x="2024279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4" name="rc134"/>
            <p:cNvSpPr/>
            <p:nvPr/>
          </p:nvSpPr>
          <p:spPr>
            <a:xfrm>
              <a:off x="203091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5" name="rc135"/>
            <p:cNvSpPr/>
            <p:nvPr/>
          </p:nvSpPr>
          <p:spPr>
            <a:xfrm>
              <a:off x="203755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6" name="rc136"/>
            <p:cNvSpPr/>
            <p:nvPr/>
          </p:nvSpPr>
          <p:spPr>
            <a:xfrm>
              <a:off x="204419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7" name="rc137"/>
            <p:cNvSpPr/>
            <p:nvPr/>
          </p:nvSpPr>
          <p:spPr>
            <a:xfrm>
              <a:off x="205082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8" name="rc138"/>
            <p:cNvSpPr/>
            <p:nvPr/>
          </p:nvSpPr>
          <p:spPr>
            <a:xfrm>
              <a:off x="205746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39" name="rc139"/>
            <p:cNvSpPr/>
            <p:nvPr/>
          </p:nvSpPr>
          <p:spPr>
            <a:xfrm>
              <a:off x="206410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0" name="rc140"/>
            <p:cNvSpPr/>
            <p:nvPr/>
          </p:nvSpPr>
          <p:spPr>
            <a:xfrm>
              <a:off x="207073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1" name="rc141"/>
            <p:cNvSpPr/>
            <p:nvPr/>
          </p:nvSpPr>
          <p:spPr>
            <a:xfrm>
              <a:off x="2077375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2" name="rc142"/>
            <p:cNvSpPr/>
            <p:nvPr/>
          </p:nvSpPr>
          <p:spPr>
            <a:xfrm>
              <a:off x="208401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3" name="rc143"/>
            <p:cNvSpPr/>
            <p:nvPr/>
          </p:nvSpPr>
          <p:spPr>
            <a:xfrm>
              <a:off x="209065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4" name="rc144"/>
            <p:cNvSpPr/>
            <p:nvPr/>
          </p:nvSpPr>
          <p:spPr>
            <a:xfrm>
              <a:off x="209728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5" name="rc145"/>
            <p:cNvSpPr/>
            <p:nvPr/>
          </p:nvSpPr>
          <p:spPr>
            <a:xfrm>
              <a:off x="210392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6" name="rc146"/>
            <p:cNvSpPr/>
            <p:nvPr/>
          </p:nvSpPr>
          <p:spPr>
            <a:xfrm>
              <a:off x="2110561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7" name="rc147"/>
            <p:cNvSpPr/>
            <p:nvPr/>
          </p:nvSpPr>
          <p:spPr>
            <a:xfrm>
              <a:off x="211719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8" name="rc148"/>
            <p:cNvSpPr/>
            <p:nvPr/>
          </p:nvSpPr>
          <p:spPr>
            <a:xfrm>
              <a:off x="212383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49" name="rc149"/>
            <p:cNvSpPr/>
            <p:nvPr/>
          </p:nvSpPr>
          <p:spPr>
            <a:xfrm>
              <a:off x="213047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0" name="rc150"/>
            <p:cNvSpPr/>
            <p:nvPr/>
          </p:nvSpPr>
          <p:spPr>
            <a:xfrm>
              <a:off x="213710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1" name="rc151"/>
            <p:cNvSpPr/>
            <p:nvPr/>
          </p:nvSpPr>
          <p:spPr>
            <a:xfrm>
              <a:off x="214374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2" name="rc152"/>
            <p:cNvSpPr/>
            <p:nvPr/>
          </p:nvSpPr>
          <p:spPr>
            <a:xfrm>
              <a:off x="215038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3" name="rc153"/>
            <p:cNvSpPr/>
            <p:nvPr/>
          </p:nvSpPr>
          <p:spPr>
            <a:xfrm>
              <a:off x="215702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4" name="rc154"/>
            <p:cNvSpPr/>
            <p:nvPr/>
          </p:nvSpPr>
          <p:spPr>
            <a:xfrm>
              <a:off x="216365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5" name="rc155"/>
            <p:cNvSpPr/>
            <p:nvPr/>
          </p:nvSpPr>
          <p:spPr>
            <a:xfrm>
              <a:off x="217029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6" name="rc156"/>
            <p:cNvSpPr/>
            <p:nvPr/>
          </p:nvSpPr>
          <p:spPr>
            <a:xfrm>
              <a:off x="2176931" y="2479418"/>
              <a:ext cx="6637" cy="5877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7" name="rc157"/>
            <p:cNvSpPr/>
            <p:nvPr/>
          </p:nvSpPr>
          <p:spPr>
            <a:xfrm>
              <a:off x="1974502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58" name="rc158"/>
            <p:cNvSpPr/>
            <p:nvPr/>
          </p:nvSpPr>
          <p:spPr>
            <a:xfrm>
              <a:off x="2263112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159" name="pl159"/>
            <p:cNvSpPr/>
            <p:nvPr/>
          </p:nvSpPr>
          <p:spPr>
            <a:xfrm>
              <a:off x="2263112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0" name="pl160"/>
            <p:cNvSpPr/>
            <p:nvPr/>
          </p:nvSpPr>
          <p:spPr>
            <a:xfrm>
              <a:off x="2263112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1" name="pl161"/>
            <p:cNvSpPr/>
            <p:nvPr/>
          </p:nvSpPr>
          <p:spPr>
            <a:xfrm>
              <a:off x="2263112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2" name="pl162"/>
            <p:cNvSpPr/>
            <p:nvPr/>
          </p:nvSpPr>
          <p:spPr>
            <a:xfrm>
              <a:off x="2263112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3" name="pl163"/>
            <p:cNvSpPr/>
            <p:nvPr/>
          </p:nvSpPr>
          <p:spPr>
            <a:xfrm>
              <a:off x="2263112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4" name="pl164"/>
            <p:cNvSpPr/>
            <p:nvPr/>
          </p:nvSpPr>
          <p:spPr>
            <a:xfrm>
              <a:off x="23004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5" name="pl165"/>
            <p:cNvSpPr/>
            <p:nvPr/>
          </p:nvSpPr>
          <p:spPr>
            <a:xfrm>
              <a:off x="23485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6" name="pl166"/>
            <p:cNvSpPr/>
            <p:nvPr/>
          </p:nvSpPr>
          <p:spPr>
            <a:xfrm>
              <a:off x="23966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7" name="pl167"/>
            <p:cNvSpPr/>
            <p:nvPr/>
          </p:nvSpPr>
          <p:spPr>
            <a:xfrm>
              <a:off x="244480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8" name="pl168"/>
            <p:cNvSpPr/>
            <p:nvPr/>
          </p:nvSpPr>
          <p:spPr>
            <a:xfrm>
              <a:off x="2263112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69" name="pl169"/>
            <p:cNvSpPr/>
            <p:nvPr/>
          </p:nvSpPr>
          <p:spPr>
            <a:xfrm>
              <a:off x="2263112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0" name="pl170"/>
            <p:cNvSpPr/>
            <p:nvPr/>
          </p:nvSpPr>
          <p:spPr>
            <a:xfrm>
              <a:off x="2263112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1" name="pl171"/>
            <p:cNvSpPr/>
            <p:nvPr/>
          </p:nvSpPr>
          <p:spPr>
            <a:xfrm>
              <a:off x="2263112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2" name="pl172"/>
            <p:cNvSpPr/>
            <p:nvPr/>
          </p:nvSpPr>
          <p:spPr>
            <a:xfrm>
              <a:off x="2263112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3" name="pl173"/>
            <p:cNvSpPr/>
            <p:nvPr/>
          </p:nvSpPr>
          <p:spPr>
            <a:xfrm>
              <a:off x="227638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4" name="pl174"/>
            <p:cNvSpPr/>
            <p:nvPr/>
          </p:nvSpPr>
          <p:spPr>
            <a:xfrm>
              <a:off x="23245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5" name="pl175"/>
            <p:cNvSpPr/>
            <p:nvPr/>
          </p:nvSpPr>
          <p:spPr>
            <a:xfrm>
              <a:off x="23726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6" name="pl176"/>
            <p:cNvSpPr/>
            <p:nvPr/>
          </p:nvSpPr>
          <p:spPr>
            <a:xfrm>
              <a:off x="24207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7" name="pl177"/>
            <p:cNvSpPr/>
            <p:nvPr/>
          </p:nvSpPr>
          <p:spPr>
            <a:xfrm>
              <a:off x="24688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8" name="rc178"/>
            <p:cNvSpPr/>
            <p:nvPr/>
          </p:nvSpPr>
          <p:spPr>
            <a:xfrm>
              <a:off x="2273068" y="2946397"/>
              <a:ext cx="6637" cy="12077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79" name="rc179"/>
            <p:cNvSpPr/>
            <p:nvPr/>
          </p:nvSpPr>
          <p:spPr>
            <a:xfrm>
              <a:off x="227970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0" name="rc180"/>
            <p:cNvSpPr/>
            <p:nvPr/>
          </p:nvSpPr>
          <p:spPr>
            <a:xfrm>
              <a:off x="228634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1" name="rc181"/>
            <p:cNvSpPr/>
            <p:nvPr/>
          </p:nvSpPr>
          <p:spPr>
            <a:xfrm>
              <a:off x="229297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2" name="rc182"/>
            <p:cNvSpPr/>
            <p:nvPr/>
          </p:nvSpPr>
          <p:spPr>
            <a:xfrm>
              <a:off x="229961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3" name="rc183"/>
            <p:cNvSpPr/>
            <p:nvPr/>
          </p:nvSpPr>
          <p:spPr>
            <a:xfrm>
              <a:off x="230625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4" name="rc184"/>
            <p:cNvSpPr/>
            <p:nvPr/>
          </p:nvSpPr>
          <p:spPr>
            <a:xfrm>
              <a:off x="2312890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5" name="rc185"/>
            <p:cNvSpPr/>
            <p:nvPr/>
          </p:nvSpPr>
          <p:spPr>
            <a:xfrm>
              <a:off x="231952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6" name="rc186"/>
            <p:cNvSpPr/>
            <p:nvPr/>
          </p:nvSpPr>
          <p:spPr>
            <a:xfrm>
              <a:off x="232616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7" name="rc187"/>
            <p:cNvSpPr/>
            <p:nvPr/>
          </p:nvSpPr>
          <p:spPr>
            <a:xfrm>
              <a:off x="233280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8" name="rc188"/>
            <p:cNvSpPr/>
            <p:nvPr/>
          </p:nvSpPr>
          <p:spPr>
            <a:xfrm>
              <a:off x="2339438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89" name="rc189"/>
            <p:cNvSpPr/>
            <p:nvPr/>
          </p:nvSpPr>
          <p:spPr>
            <a:xfrm>
              <a:off x="234607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0" name="rc190"/>
            <p:cNvSpPr/>
            <p:nvPr/>
          </p:nvSpPr>
          <p:spPr>
            <a:xfrm>
              <a:off x="235271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1" name="rc191"/>
            <p:cNvSpPr/>
            <p:nvPr/>
          </p:nvSpPr>
          <p:spPr>
            <a:xfrm>
              <a:off x="235934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2" name="rc192"/>
            <p:cNvSpPr/>
            <p:nvPr/>
          </p:nvSpPr>
          <p:spPr>
            <a:xfrm>
              <a:off x="2365986" y="2962499"/>
              <a:ext cx="6637" cy="104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3" name="rc193"/>
            <p:cNvSpPr/>
            <p:nvPr/>
          </p:nvSpPr>
          <p:spPr>
            <a:xfrm>
              <a:off x="237262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4" name="rc194"/>
            <p:cNvSpPr/>
            <p:nvPr/>
          </p:nvSpPr>
          <p:spPr>
            <a:xfrm>
              <a:off x="237926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5" name="rc195"/>
            <p:cNvSpPr/>
            <p:nvPr/>
          </p:nvSpPr>
          <p:spPr>
            <a:xfrm>
              <a:off x="2385897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6" name="rc196"/>
            <p:cNvSpPr/>
            <p:nvPr/>
          </p:nvSpPr>
          <p:spPr>
            <a:xfrm>
              <a:off x="239253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7" name="rc197"/>
            <p:cNvSpPr/>
            <p:nvPr/>
          </p:nvSpPr>
          <p:spPr>
            <a:xfrm>
              <a:off x="2399171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8" name="rc198"/>
            <p:cNvSpPr/>
            <p:nvPr/>
          </p:nvSpPr>
          <p:spPr>
            <a:xfrm>
              <a:off x="240580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199" name="rc199"/>
            <p:cNvSpPr/>
            <p:nvPr/>
          </p:nvSpPr>
          <p:spPr>
            <a:xfrm>
              <a:off x="2412446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0" name="rc200"/>
            <p:cNvSpPr/>
            <p:nvPr/>
          </p:nvSpPr>
          <p:spPr>
            <a:xfrm>
              <a:off x="2419083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1" name="rc201"/>
            <p:cNvSpPr/>
            <p:nvPr/>
          </p:nvSpPr>
          <p:spPr>
            <a:xfrm>
              <a:off x="242572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2" name="rc202"/>
            <p:cNvSpPr/>
            <p:nvPr/>
          </p:nvSpPr>
          <p:spPr>
            <a:xfrm>
              <a:off x="243235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3" name="rc203"/>
            <p:cNvSpPr/>
            <p:nvPr/>
          </p:nvSpPr>
          <p:spPr>
            <a:xfrm>
              <a:off x="243899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4" name="rc204"/>
            <p:cNvSpPr/>
            <p:nvPr/>
          </p:nvSpPr>
          <p:spPr>
            <a:xfrm>
              <a:off x="244563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5" name="rc205"/>
            <p:cNvSpPr/>
            <p:nvPr/>
          </p:nvSpPr>
          <p:spPr>
            <a:xfrm>
              <a:off x="2452268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6" name="rc206"/>
            <p:cNvSpPr/>
            <p:nvPr/>
          </p:nvSpPr>
          <p:spPr>
            <a:xfrm>
              <a:off x="245890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7" name="rc207"/>
            <p:cNvSpPr/>
            <p:nvPr/>
          </p:nvSpPr>
          <p:spPr>
            <a:xfrm>
              <a:off x="2465542" y="1690386"/>
              <a:ext cx="6637" cy="13767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8" name="rc208"/>
            <p:cNvSpPr/>
            <p:nvPr/>
          </p:nvSpPr>
          <p:spPr>
            <a:xfrm>
              <a:off x="2263112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09" name="rc209"/>
            <p:cNvSpPr/>
            <p:nvPr/>
          </p:nvSpPr>
          <p:spPr>
            <a:xfrm>
              <a:off x="2551723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210" name="pl210"/>
            <p:cNvSpPr/>
            <p:nvPr/>
          </p:nvSpPr>
          <p:spPr>
            <a:xfrm>
              <a:off x="2551723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1" name="pl211"/>
            <p:cNvSpPr/>
            <p:nvPr/>
          </p:nvSpPr>
          <p:spPr>
            <a:xfrm>
              <a:off x="2551723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2" name="pl212"/>
            <p:cNvSpPr/>
            <p:nvPr/>
          </p:nvSpPr>
          <p:spPr>
            <a:xfrm>
              <a:off x="2551723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3" name="pl213"/>
            <p:cNvSpPr/>
            <p:nvPr/>
          </p:nvSpPr>
          <p:spPr>
            <a:xfrm>
              <a:off x="2551723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4" name="pl214"/>
            <p:cNvSpPr/>
            <p:nvPr/>
          </p:nvSpPr>
          <p:spPr>
            <a:xfrm>
              <a:off x="2551723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5" name="pl215"/>
            <p:cNvSpPr/>
            <p:nvPr/>
          </p:nvSpPr>
          <p:spPr>
            <a:xfrm>
              <a:off x="258905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6" name="pl216"/>
            <p:cNvSpPr/>
            <p:nvPr/>
          </p:nvSpPr>
          <p:spPr>
            <a:xfrm>
              <a:off x="263717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7" name="pl217"/>
            <p:cNvSpPr/>
            <p:nvPr/>
          </p:nvSpPr>
          <p:spPr>
            <a:xfrm>
              <a:off x="26852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8" name="pl218"/>
            <p:cNvSpPr/>
            <p:nvPr/>
          </p:nvSpPr>
          <p:spPr>
            <a:xfrm>
              <a:off x="27334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19" name="pl219"/>
            <p:cNvSpPr/>
            <p:nvPr/>
          </p:nvSpPr>
          <p:spPr>
            <a:xfrm>
              <a:off x="2551723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0" name="pl220"/>
            <p:cNvSpPr/>
            <p:nvPr/>
          </p:nvSpPr>
          <p:spPr>
            <a:xfrm>
              <a:off x="2551723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1" name="pl221"/>
            <p:cNvSpPr/>
            <p:nvPr/>
          </p:nvSpPr>
          <p:spPr>
            <a:xfrm>
              <a:off x="2551723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2" name="pl222"/>
            <p:cNvSpPr/>
            <p:nvPr/>
          </p:nvSpPr>
          <p:spPr>
            <a:xfrm>
              <a:off x="2551723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3" name="pl223"/>
            <p:cNvSpPr/>
            <p:nvPr/>
          </p:nvSpPr>
          <p:spPr>
            <a:xfrm>
              <a:off x="2551723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4" name="pl224"/>
            <p:cNvSpPr/>
            <p:nvPr/>
          </p:nvSpPr>
          <p:spPr>
            <a:xfrm>
              <a:off x="256499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5" name="pl225"/>
            <p:cNvSpPr/>
            <p:nvPr/>
          </p:nvSpPr>
          <p:spPr>
            <a:xfrm>
              <a:off x="26131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6" name="pl226"/>
            <p:cNvSpPr/>
            <p:nvPr/>
          </p:nvSpPr>
          <p:spPr>
            <a:xfrm>
              <a:off x="26612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7" name="pl227"/>
            <p:cNvSpPr/>
            <p:nvPr/>
          </p:nvSpPr>
          <p:spPr>
            <a:xfrm>
              <a:off x="27093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8" name="pl228"/>
            <p:cNvSpPr/>
            <p:nvPr/>
          </p:nvSpPr>
          <p:spPr>
            <a:xfrm>
              <a:off x="275747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29" name="rc229"/>
            <p:cNvSpPr/>
            <p:nvPr/>
          </p:nvSpPr>
          <p:spPr>
            <a:xfrm>
              <a:off x="2561679" y="2849781"/>
              <a:ext cx="6637" cy="2173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0" name="rc230"/>
            <p:cNvSpPr/>
            <p:nvPr/>
          </p:nvSpPr>
          <p:spPr>
            <a:xfrm>
              <a:off x="256831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1" name="rc231"/>
            <p:cNvSpPr/>
            <p:nvPr/>
          </p:nvSpPr>
          <p:spPr>
            <a:xfrm>
              <a:off x="257495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2" name="rc232"/>
            <p:cNvSpPr/>
            <p:nvPr/>
          </p:nvSpPr>
          <p:spPr>
            <a:xfrm>
              <a:off x="258159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3" name="rc233"/>
            <p:cNvSpPr/>
            <p:nvPr/>
          </p:nvSpPr>
          <p:spPr>
            <a:xfrm>
              <a:off x="258822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4" name="rc234"/>
            <p:cNvSpPr/>
            <p:nvPr/>
          </p:nvSpPr>
          <p:spPr>
            <a:xfrm>
              <a:off x="2594864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5" name="rc235"/>
            <p:cNvSpPr/>
            <p:nvPr/>
          </p:nvSpPr>
          <p:spPr>
            <a:xfrm>
              <a:off x="2601501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6" name="rc236"/>
            <p:cNvSpPr/>
            <p:nvPr/>
          </p:nvSpPr>
          <p:spPr>
            <a:xfrm>
              <a:off x="2608138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7" name="rc237"/>
            <p:cNvSpPr/>
            <p:nvPr/>
          </p:nvSpPr>
          <p:spPr>
            <a:xfrm>
              <a:off x="261477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8" name="rc238"/>
            <p:cNvSpPr/>
            <p:nvPr/>
          </p:nvSpPr>
          <p:spPr>
            <a:xfrm>
              <a:off x="262141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39" name="rc239"/>
            <p:cNvSpPr/>
            <p:nvPr/>
          </p:nvSpPr>
          <p:spPr>
            <a:xfrm>
              <a:off x="2628049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0" name="rc240"/>
            <p:cNvSpPr/>
            <p:nvPr/>
          </p:nvSpPr>
          <p:spPr>
            <a:xfrm>
              <a:off x="263468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1" name="rc241"/>
            <p:cNvSpPr/>
            <p:nvPr/>
          </p:nvSpPr>
          <p:spPr>
            <a:xfrm>
              <a:off x="264132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2" name="rc242"/>
            <p:cNvSpPr/>
            <p:nvPr/>
          </p:nvSpPr>
          <p:spPr>
            <a:xfrm>
              <a:off x="2647960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3" name="rc243"/>
            <p:cNvSpPr/>
            <p:nvPr/>
          </p:nvSpPr>
          <p:spPr>
            <a:xfrm>
              <a:off x="2654597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4" name="rc244"/>
            <p:cNvSpPr/>
            <p:nvPr/>
          </p:nvSpPr>
          <p:spPr>
            <a:xfrm>
              <a:off x="266123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5" name="rc245"/>
            <p:cNvSpPr/>
            <p:nvPr/>
          </p:nvSpPr>
          <p:spPr>
            <a:xfrm>
              <a:off x="2667871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6" name="rc246"/>
            <p:cNvSpPr/>
            <p:nvPr/>
          </p:nvSpPr>
          <p:spPr>
            <a:xfrm>
              <a:off x="2674508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7" name="rc247"/>
            <p:cNvSpPr/>
            <p:nvPr/>
          </p:nvSpPr>
          <p:spPr>
            <a:xfrm>
              <a:off x="268114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8" name="rc248"/>
            <p:cNvSpPr/>
            <p:nvPr/>
          </p:nvSpPr>
          <p:spPr>
            <a:xfrm>
              <a:off x="2687782" y="2978602"/>
              <a:ext cx="6637" cy="885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49" name="rc249"/>
            <p:cNvSpPr/>
            <p:nvPr/>
          </p:nvSpPr>
          <p:spPr>
            <a:xfrm>
              <a:off x="269441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0" name="rc250"/>
            <p:cNvSpPr/>
            <p:nvPr/>
          </p:nvSpPr>
          <p:spPr>
            <a:xfrm>
              <a:off x="270105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1" name="rc251"/>
            <p:cNvSpPr/>
            <p:nvPr/>
          </p:nvSpPr>
          <p:spPr>
            <a:xfrm>
              <a:off x="2707693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2" name="rc252"/>
            <p:cNvSpPr/>
            <p:nvPr/>
          </p:nvSpPr>
          <p:spPr>
            <a:xfrm>
              <a:off x="271433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3" name="rc253"/>
            <p:cNvSpPr/>
            <p:nvPr/>
          </p:nvSpPr>
          <p:spPr>
            <a:xfrm>
              <a:off x="272096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4" name="rc254"/>
            <p:cNvSpPr/>
            <p:nvPr/>
          </p:nvSpPr>
          <p:spPr>
            <a:xfrm>
              <a:off x="272760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5" name="rc255"/>
            <p:cNvSpPr/>
            <p:nvPr/>
          </p:nvSpPr>
          <p:spPr>
            <a:xfrm>
              <a:off x="273424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6" name="rc256"/>
            <p:cNvSpPr/>
            <p:nvPr/>
          </p:nvSpPr>
          <p:spPr>
            <a:xfrm>
              <a:off x="274087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7" name="rc257"/>
            <p:cNvSpPr/>
            <p:nvPr/>
          </p:nvSpPr>
          <p:spPr>
            <a:xfrm>
              <a:off x="274751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8" name="rc258"/>
            <p:cNvSpPr/>
            <p:nvPr/>
          </p:nvSpPr>
          <p:spPr>
            <a:xfrm>
              <a:off x="2754153" y="1287818"/>
              <a:ext cx="6637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59" name="rc259"/>
            <p:cNvSpPr/>
            <p:nvPr/>
          </p:nvSpPr>
          <p:spPr>
            <a:xfrm>
              <a:off x="2551723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0" name="rc260"/>
            <p:cNvSpPr/>
            <p:nvPr/>
          </p:nvSpPr>
          <p:spPr>
            <a:xfrm>
              <a:off x="2840334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261" name="pl261"/>
            <p:cNvSpPr/>
            <p:nvPr/>
          </p:nvSpPr>
          <p:spPr>
            <a:xfrm>
              <a:off x="2840334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2" name="pl262"/>
            <p:cNvSpPr/>
            <p:nvPr/>
          </p:nvSpPr>
          <p:spPr>
            <a:xfrm>
              <a:off x="2840334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3" name="pl263"/>
            <p:cNvSpPr/>
            <p:nvPr/>
          </p:nvSpPr>
          <p:spPr>
            <a:xfrm>
              <a:off x="2840334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4" name="pl264"/>
            <p:cNvSpPr/>
            <p:nvPr/>
          </p:nvSpPr>
          <p:spPr>
            <a:xfrm>
              <a:off x="2840334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5" name="pl265"/>
            <p:cNvSpPr/>
            <p:nvPr/>
          </p:nvSpPr>
          <p:spPr>
            <a:xfrm>
              <a:off x="2840334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6" name="pl266"/>
            <p:cNvSpPr/>
            <p:nvPr/>
          </p:nvSpPr>
          <p:spPr>
            <a:xfrm>
              <a:off x="28776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7" name="pl267"/>
            <p:cNvSpPr/>
            <p:nvPr/>
          </p:nvSpPr>
          <p:spPr>
            <a:xfrm>
              <a:off x="29257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8" name="pl268"/>
            <p:cNvSpPr/>
            <p:nvPr/>
          </p:nvSpPr>
          <p:spPr>
            <a:xfrm>
              <a:off x="29739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69" name="pl269"/>
            <p:cNvSpPr/>
            <p:nvPr/>
          </p:nvSpPr>
          <p:spPr>
            <a:xfrm>
              <a:off x="30220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0" name="pl270"/>
            <p:cNvSpPr/>
            <p:nvPr/>
          </p:nvSpPr>
          <p:spPr>
            <a:xfrm>
              <a:off x="2840334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1" name="pl271"/>
            <p:cNvSpPr/>
            <p:nvPr/>
          </p:nvSpPr>
          <p:spPr>
            <a:xfrm>
              <a:off x="2840334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2" name="pl272"/>
            <p:cNvSpPr/>
            <p:nvPr/>
          </p:nvSpPr>
          <p:spPr>
            <a:xfrm>
              <a:off x="2840334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3" name="pl273"/>
            <p:cNvSpPr/>
            <p:nvPr/>
          </p:nvSpPr>
          <p:spPr>
            <a:xfrm>
              <a:off x="2840334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4" name="pl274"/>
            <p:cNvSpPr/>
            <p:nvPr/>
          </p:nvSpPr>
          <p:spPr>
            <a:xfrm>
              <a:off x="2840334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5" name="pl275"/>
            <p:cNvSpPr/>
            <p:nvPr/>
          </p:nvSpPr>
          <p:spPr>
            <a:xfrm>
              <a:off x="28536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6" name="pl276"/>
            <p:cNvSpPr/>
            <p:nvPr/>
          </p:nvSpPr>
          <p:spPr>
            <a:xfrm>
              <a:off x="290172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7" name="pl277"/>
            <p:cNvSpPr/>
            <p:nvPr/>
          </p:nvSpPr>
          <p:spPr>
            <a:xfrm>
              <a:off x="29498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8" name="pl278"/>
            <p:cNvSpPr/>
            <p:nvPr/>
          </p:nvSpPr>
          <p:spPr>
            <a:xfrm>
              <a:off x="29979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79" name="pl279"/>
            <p:cNvSpPr/>
            <p:nvPr/>
          </p:nvSpPr>
          <p:spPr>
            <a:xfrm>
              <a:off x="30460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0" name="rc280"/>
            <p:cNvSpPr/>
            <p:nvPr/>
          </p:nvSpPr>
          <p:spPr>
            <a:xfrm>
              <a:off x="2850290" y="2125159"/>
              <a:ext cx="6637" cy="9420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1" name="rc281"/>
            <p:cNvSpPr/>
            <p:nvPr/>
          </p:nvSpPr>
          <p:spPr>
            <a:xfrm>
              <a:off x="285692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2" name="rc282"/>
            <p:cNvSpPr/>
            <p:nvPr/>
          </p:nvSpPr>
          <p:spPr>
            <a:xfrm>
              <a:off x="2863564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3" name="rc283"/>
            <p:cNvSpPr/>
            <p:nvPr/>
          </p:nvSpPr>
          <p:spPr>
            <a:xfrm>
              <a:off x="2870201" y="2986653"/>
              <a:ext cx="6637" cy="805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4" name="rc284"/>
            <p:cNvSpPr/>
            <p:nvPr/>
          </p:nvSpPr>
          <p:spPr>
            <a:xfrm>
              <a:off x="2876838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5" name="rc285"/>
            <p:cNvSpPr/>
            <p:nvPr/>
          </p:nvSpPr>
          <p:spPr>
            <a:xfrm>
              <a:off x="2883475" y="3002756"/>
              <a:ext cx="6637" cy="644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6" name="rc286"/>
            <p:cNvSpPr/>
            <p:nvPr/>
          </p:nvSpPr>
          <p:spPr>
            <a:xfrm>
              <a:off x="2890112" y="2986653"/>
              <a:ext cx="6637" cy="805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7" name="rc287"/>
            <p:cNvSpPr/>
            <p:nvPr/>
          </p:nvSpPr>
          <p:spPr>
            <a:xfrm>
              <a:off x="2896749" y="2938345"/>
              <a:ext cx="6637" cy="12882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8" name="rc288"/>
            <p:cNvSpPr/>
            <p:nvPr/>
          </p:nvSpPr>
          <p:spPr>
            <a:xfrm>
              <a:off x="290338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89" name="rc289"/>
            <p:cNvSpPr/>
            <p:nvPr/>
          </p:nvSpPr>
          <p:spPr>
            <a:xfrm>
              <a:off x="2910023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0" name="rc290"/>
            <p:cNvSpPr/>
            <p:nvPr/>
          </p:nvSpPr>
          <p:spPr>
            <a:xfrm>
              <a:off x="2916660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1" name="rc291"/>
            <p:cNvSpPr/>
            <p:nvPr/>
          </p:nvSpPr>
          <p:spPr>
            <a:xfrm>
              <a:off x="292329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2" name="rc292"/>
            <p:cNvSpPr/>
            <p:nvPr/>
          </p:nvSpPr>
          <p:spPr>
            <a:xfrm>
              <a:off x="2929934" y="3026910"/>
              <a:ext cx="6637" cy="40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3" name="rc293"/>
            <p:cNvSpPr/>
            <p:nvPr/>
          </p:nvSpPr>
          <p:spPr>
            <a:xfrm>
              <a:off x="2936571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4" name="rc294"/>
            <p:cNvSpPr/>
            <p:nvPr/>
          </p:nvSpPr>
          <p:spPr>
            <a:xfrm>
              <a:off x="2943208" y="2809524"/>
              <a:ext cx="6637" cy="2576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5" name="rc295"/>
            <p:cNvSpPr/>
            <p:nvPr/>
          </p:nvSpPr>
          <p:spPr>
            <a:xfrm>
              <a:off x="294984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6" name="rc296"/>
            <p:cNvSpPr/>
            <p:nvPr/>
          </p:nvSpPr>
          <p:spPr>
            <a:xfrm>
              <a:off x="2956482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7" name="rc297"/>
            <p:cNvSpPr/>
            <p:nvPr/>
          </p:nvSpPr>
          <p:spPr>
            <a:xfrm>
              <a:off x="2963119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8" name="rc298"/>
            <p:cNvSpPr/>
            <p:nvPr/>
          </p:nvSpPr>
          <p:spPr>
            <a:xfrm>
              <a:off x="296975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299" name="rc299"/>
            <p:cNvSpPr/>
            <p:nvPr/>
          </p:nvSpPr>
          <p:spPr>
            <a:xfrm>
              <a:off x="2976393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0" name="rc300"/>
            <p:cNvSpPr/>
            <p:nvPr/>
          </p:nvSpPr>
          <p:spPr>
            <a:xfrm>
              <a:off x="298303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1" name="rc301"/>
            <p:cNvSpPr/>
            <p:nvPr/>
          </p:nvSpPr>
          <p:spPr>
            <a:xfrm>
              <a:off x="298966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2" name="rc302"/>
            <p:cNvSpPr/>
            <p:nvPr/>
          </p:nvSpPr>
          <p:spPr>
            <a:xfrm>
              <a:off x="2996304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3" name="rc303"/>
            <p:cNvSpPr/>
            <p:nvPr/>
          </p:nvSpPr>
          <p:spPr>
            <a:xfrm>
              <a:off x="300294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4" name="rc304"/>
            <p:cNvSpPr/>
            <p:nvPr/>
          </p:nvSpPr>
          <p:spPr>
            <a:xfrm>
              <a:off x="3009578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5" name="rc305"/>
            <p:cNvSpPr/>
            <p:nvPr/>
          </p:nvSpPr>
          <p:spPr>
            <a:xfrm>
              <a:off x="301621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6" name="rc306"/>
            <p:cNvSpPr/>
            <p:nvPr/>
          </p:nvSpPr>
          <p:spPr>
            <a:xfrm>
              <a:off x="302285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7" name="rc307"/>
            <p:cNvSpPr/>
            <p:nvPr/>
          </p:nvSpPr>
          <p:spPr>
            <a:xfrm>
              <a:off x="30294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8" name="rc308"/>
            <p:cNvSpPr/>
            <p:nvPr/>
          </p:nvSpPr>
          <p:spPr>
            <a:xfrm>
              <a:off x="303612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09" name="rc309"/>
            <p:cNvSpPr/>
            <p:nvPr/>
          </p:nvSpPr>
          <p:spPr>
            <a:xfrm>
              <a:off x="3042763" y="2253980"/>
              <a:ext cx="6637" cy="8131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0" name="rc310"/>
            <p:cNvSpPr/>
            <p:nvPr/>
          </p:nvSpPr>
          <p:spPr>
            <a:xfrm>
              <a:off x="2840334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1" name="rc311"/>
            <p:cNvSpPr/>
            <p:nvPr/>
          </p:nvSpPr>
          <p:spPr>
            <a:xfrm>
              <a:off x="3128945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312" name="pl312"/>
            <p:cNvSpPr/>
            <p:nvPr/>
          </p:nvSpPr>
          <p:spPr>
            <a:xfrm>
              <a:off x="3128945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3" name="pl313"/>
            <p:cNvSpPr/>
            <p:nvPr/>
          </p:nvSpPr>
          <p:spPr>
            <a:xfrm>
              <a:off x="3128945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4" name="pl314"/>
            <p:cNvSpPr/>
            <p:nvPr/>
          </p:nvSpPr>
          <p:spPr>
            <a:xfrm>
              <a:off x="3128945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5" name="pl315"/>
            <p:cNvSpPr/>
            <p:nvPr/>
          </p:nvSpPr>
          <p:spPr>
            <a:xfrm>
              <a:off x="3128945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6" name="pl316"/>
            <p:cNvSpPr/>
            <p:nvPr/>
          </p:nvSpPr>
          <p:spPr>
            <a:xfrm>
              <a:off x="3128945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7" name="pl317"/>
            <p:cNvSpPr/>
            <p:nvPr/>
          </p:nvSpPr>
          <p:spPr>
            <a:xfrm>
              <a:off x="31662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8" name="pl318"/>
            <p:cNvSpPr/>
            <p:nvPr/>
          </p:nvSpPr>
          <p:spPr>
            <a:xfrm>
              <a:off x="321439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19" name="pl319"/>
            <p:cNvSpPr/>
            <p:nvPr/>
          </p:nvSpPr>
          <p:spPr>
            <a:xfrm>
              <a:off x="32625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0" name="pl320"/>
            <p:cNvSpPr/>
            <p:nvPr/>
          </p:nvSpPr>
          <p:spPr>
            <a:xfrm>
              <a:off x="33106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1" name="pl321"/>
            <p:cNvSpPr/>
            <p:nvPr/>
          </p:nvSpPr>
          <p:spPr>
            <a:xfrm>
              <a:off x="3128945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2" name="pl322"/>
            <p:cNvSpPr/>
            <p:nvPr/>
          </p:nvSpPr>
          <p:spPr>
            <a:xfrm>
              <a:off x="3128945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3" name="pl323"/>
            <p:cNvSpPr/>
            <p:nvPr/>
          </p:nvSpPr>
          <p:spPr>
            <a:xfrm>
              <a:off x="3128945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4" name="pl324"/>
            <p:cNvSpPr/>
            <p:nvPr/>
          </p:nvSpPr>
          <p:spPr>
            <a:xfrm>
              <a:off x="3128945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5" name="pl325"/>
            <p:cNvSpPr/>
            <p:nvPr/>
          </p:nvSpPr>
          <p:spPr>
            <a:xfrm>
              <a:off x="3128945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6" name="pl326"/>
            <p:cNvSpPr/>
            <p:nvPr/>
          </p:nvSpPr>
          <p:spPr>
            <a:xfrm>
              <a:off x="31422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7" name="pl327"/>
            <p:cNvSpPr/>
            <p:nvPr/>
          </p:nvSpPr>
          <p:spPr>
            <a:xfrm>
              <a:off x="31903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8" name="pl328"/>
            <p:cNvSpPr/>
            <p:nvPr/>
          </p:nvSpPr>
          <p:spPr>
            <a:xfrm>
              <a:off x="32384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29" name="pl329"/>
            <p:cNvSpPr/>
            <p:nvPr/>
          </p:nvSpPr>
          <p:spPr>
            <a:xfrm>
              <a:off x="32865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0" name="pl330"/>
            <p:cNvSpPr/>
            <p:nvPr/>
          </p:nvSpPr>
          <p:spPr>
            <a:xfrm>
              <a:off x="333469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1" name="rc331"/>
            <p:cNvSpPr/>
            <p:nvPr/>
          </p:nvSpPr>
          <p:spPr>
            <a:xfrm>
              <a:off x="3138901" y="2511624"/>
              <a:ext cx="6637" cy="5555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2" name="rc332"/>
            <p:cNvSpPr/>
            <p:nvPr/>
          </p:nvSpPr>
          <p:spPr>
            <a:xfrm>
              <a:off x="314553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3" name="rc333"/>
            <p:cNvSpPr/>
            <p:nvPr/>
          </p:nvSpPr>
          <p:spPr>
            <a:xfrm>
              <a:off x="315217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4" name="rc334"/>
            <p:cNvSpPr/>
            <p:nvPr/>
          </p:nvSpPr>
          <p:spPr>
            <a:xfrm>
              <a:off x="315881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5" name="rc335"/>
            <p:cNvSpPr/>
            <p:nvPr/>
          </p:nvSpPr>
          <p:spPr>
            <a:xfrm>
              <a:off x="316544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6" name="rc336"/>
            <p:cNvSpPr/>
            <p:nvPr/>
          </p:nvSpPr>
          <p:spPr>
            <a:xfrm>
              <a:off x="3172086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7" name="rc337"/>
            <p:cNvSpPr/>
            <p:nvPr/>
          </p:nvSpPr>
          <p:spPr>
            <a:xfrm>
              <a:off x="3178723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8" name="rc338"/>
            <p:cNvSpPr/>
            <p:nvPr/>
          </p:nvSpPr>
          <p:spPr>
            <a:xfrm>
              <a:off x="3185360" y="3002756"/>
              <a:ext cx="6637" cy="6441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39" name="rc339"/>
            <p:cNvSpPr/>
            <p:nvPr/>
          </p:nvSpPr>
          <p:spPr>
            <a:xfrm>
              <a:off x="319199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0" name="rc340"/>
            <p:cNvSpPr/>
            <p:nvPr/>
          </p:nvSpPr>
          <p:spPr>
            <a:xfrm>
              <a:off x="319863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1" name="rc341"/>
            <p:cNvSpPr/>
            <p:nvPr/>
          </p:nvSpPr>
          <p:spPr>
            <a:xfrm>
              <a:off x="3205271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2" name="rc342"/>
            <p:cNvSpPr/>
            <p:nvPr/>
          </p:nvSpPr>
          <p:spPr>
            <a:xfrm>
              <a:off x="321190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3" name="rc343"/>
            <p:cNvSpPr/>
            <p:nvPr/>
          </p:nvSpPr>
          <p:spPr>
            <a:xfrm>
              <a:off x="321854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4" name="rc344"/>
            <p:cNvSpPr/>
            <p:nvPr/>
          </p:nvSpPr>
          <p:spPr>
            <a:xfrm>
              <a:off x="322518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5" name="rc345"/>
            <p:cNvSpPr/>
            <p:nvPr/>
          </p:nvSpPr>
          <p:spPr>
            <a:xfrm>
              <a:off x="3231819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6" name="rc346"/>
            <p:cNvSpPr/>
            <p:nvPr/>
          </p:nvSpPr>
          <p:spPr>
            <a:xfrm>
              <a:off x="323845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7" name="rc347"/>
            <p:cNvSpPr/>
            <p:nvPr/>
          </p:nvSpPr>
          <p:spPr>
            <a:xfrm>
              <a:off x="324509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8" name="rc348"/>
            <p:cNvSpPr/>
            <p:nvPr/>
          </p:nvSpPr>
          <p:spPr>
            <a:xfrm>
              <a:off x="325173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49" name="rc349"/>
            <p:cNvSpPr/>
            <p:nvPr/>
          </p:nvSpPr>
          <p:spPr>
            <a:xfrm>
              <a:off x="325836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0" name="rc350"/>
            <p:cNvSpPr/>
            <p:nvPr/>
          </p:nvSpPr>
          <p:spPr>
            <a:xfrm>
              <a:off x="3265004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1" name="rc351"/>
            <p:cNvSpPr/>
            <p:nvPr/>
          </p:nvSpPr>
          <p:spPr>
            <a:xfrm>
              <a:off x="327164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2" name="rc352"/>
            <p:cNvSpPr/>
            <p:nvPr/>
          </p:nvSpPr>
          <p:spPr>
            <a:xfrm>
              <a:off x="327827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3" name="rc353"/>
            <p:cNvSpPr/>
            <p:nvPr/>
          </p:nvSpPr>
          <p:spPr>
            <a:xfrm>
              <a:off x="328491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4" name="rc354"/>
            <p:cNvSpPr/>
            <p:nvPr/>
          </p:nvSpPr>
          <p:spPr>
            <a:xfrm>
              <a:off x="329155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5" name="rc355"/>
            <p:cNvSpPr/>
            <p:nvPr/>
          </p:nvSpPr>
          <p:spPr>
            <a:xfrm>
              <a:off x="32981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6" name="rc356"/>
            <p:cNvSpPr/>
            <p:nvPr/>
          </p:nvSpPr>
          <p:spPr>
            <a:xfrm>
              <a:off x="330482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7" name="rc357"/>
            <p:cNvSpPr/>
            <p:nvPr/>
          </p:nvSpPr>
          <p:spPr>
            <a:xfrm>
              <a:off x="3311463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8" name="rc358"/>
            <p:cNvSpPr/>
            <p:nvPr/>
          </p:nvSpPr>
          <p:spPr>
            <a:xfrm>
              <a:off x="33181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59" name="rc359"/>
            <p:cNvSpPr/>
            <p:nvPr/>
          </p:nvSpPr>
          <p:spPr>
            <a:xfrm>
              <a:off x="33247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0" name="rc360"/>
            <p:cNvSpPr/>
            <p:nvPr/>
          </p:nvSpPr>
          <p:spPr>
            <a:xfrm>
              <a:off x="3331374" y="2318391"/>
              <a:ext cx="6637" cy="74877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1" name="rc361"/>
            <p:cNvSpPr/>
            <p:nvPr/>
          </p:nvSpPr>
          <p:spPr>
            <a:xfrm>
              <a:off x="3128945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2" name="rc362"/>
            <p:cNvSpPr/>
            <p:nvPr/>
          </p:nvSpPr>
          <p:spPr>
            <a:xfrm>
              <a:off x="3417556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363" name="pl363"/>
            <p:cNvSpPr/>
            <p:nvPr/>
          </p:nvSpPr>
          <p:spPr>
            <a:xfrm>
              <a:off x="3417556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4" name="pl364"/>
            <p:cNvSpPr/>
            <p:nvPr/>
          </p:nvSpPr>
          <p:spPr>
            <a:xfrm>
              <a:off x="3417556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5" name="pl365"/>
            <p:cNvSpPr/>
            <p:nvPr/>
          </p:nvSpPr>
          <p:spPr>
            <a:xfrm>
              <a:off x="3417556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6" name="pl366"/>
            <p:cNvSpPr/>
            <p:nvPr/>
          </p:nvSpPr>
          <p:spPr>
            <a:xfrm>
              <a:off x="3417556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7" name="pl367"/>
            <p:cNvSpPr/>
            <p:nvPr/>
          </p:nvSpPr>
          <p:spPr>
            <a:xfrm>
              <a:off x="3417556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8" name="pl368"/>
            <p:cNvSpPr/>
            <p:nvPr/>
          </p:nvSpPr>
          <p:spPr>
            <a:xfrm>
              <a:off x="34548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69" name="pl369"/>
            <p:cNvSpPr/>
            <p:nvPr/>
          </p:nvSpPr>
          <p:spPr>
            <a:xfrm>
              <a:off x="35030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0" name="pl370"/>
            <p:cNvSpPr/>
            <p:nvPr/>
          </p:nvSpPr>
          <p:spPr>
            <a:xfrm>
              <a:off x="35511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1" name="pl371"/>
            <p:cNvSpPr/>
            <p:nvPr/>
          </p:nvSpPr>
          <p:spPr>
            <a:xfrm>
              <a:off x="35992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2" name="pl372"/>
            <p:cNvSpPr/>
            <p:nvPr/>
          </p:nvSpPr>
          <p:spPr>
            <a:xfrm>
              <a:off x="3417556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3" name="pl373"/>
            <p:cNvSpPr/>
            <p:nvPr/>
          </p:nvSpPr>
          <p:spPr>
            <a:xfrm>
              <a:off x="3417556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4" name="pl374"/>
            <p:cNvSpPr/>
            <p:nvPr/>
          </p:nvSpPr>
          <p:spPr>
            <a:xfrm>
              <a:off x="3417556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5" name="pl375"/>
            <p:cNvSpPr/>
            <p:nvPr/>
          </p:nvSpPr>
          <p:spPr>
            <a:xfrm>
              <a:off x="3417556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6" name="pl376"/>
            <p:cNvSpPr/>
            <p:nvPr/>
          </p:nvSpPr>
          <p:spPr>
            <a:xfrm>
              <a:off x="3417556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7" name="pl377"/>
            <p:cNvSpPr/>
            <p:nvPr/>
          </p:nvSpPr>
          <p:spPr>
            <a:xfrm>
              <a:off x="343083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8" name="pl378"/>
            <p:cNvSpPr/>
            <p:nvPr/>
          </p:nvSpPr>
          <p:spPr>
            <a:xfrm>
              <a:off x="34789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79" name="pl379"/>
            <p:cNvSpPr/>
            <p:nvPr/>
          </p:nvSpPr>
          <p:spPr>
            <a:xfrm>
              <a:off x="352706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0" name="pl380"/>
            <p:cNvSpPr/>
            <p:nvPr/>
          </p:nvSpPr>
          <p:spPr>
            <a:xfrm>
              <a:off x="357518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1" name="pl381"/>
            <p:cNvSpPr/>
            <p:nvPr/>
          </p:nvSpPr>
          <p:spPr>
            <a:xfrm>
              <a:off x="36233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2" name="rc382"/>
            <p:cNvSpPr/>
            <p:nvPr/>
          </p:nvSpPr>
          <p:spPr>
            <a:xfrm>
              <a:off x="3427512" y="1674283"/>
              <a:ext cx="6637" cy="13928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3" name="rc383"/>
            <p:cNvSpPr/>
            <p:nvPr/>
          </p:nvSpPr>
          <p:spPr>
            <a:xfrm>
              <a:off x="343414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4" name="rc384"/>
            <p:cNvSpPr/>
            <p:nvPr/>
          </p:nvSpPr>
          <p:spPr>
            <a:xfrm>
              <a:off x="344078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5" name="rc385"/>
            <p:cNvSpPr/>
            <p:nvPr/>
          </p:nvSpPr>
          <p:spPr>
            <a:xfrm>
              <a:off x="3447423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6" name="rc386"/>
            <p:cNvSpPr/>
            <p:nvPr/>
          </p:nvSpPr>
          <p:spPr>
            <a:xfrm>
              <a:off x="345406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7" name="rc387"/>
            <p:cNvSpPr/>
            <p:nvPr/>
          </p:nvSpPr>
          <p:spPr>
            <a:xfrm>
              <a:off x="3460697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8" name="rc388"/>
            <p:cNvSpPr/>
            <p:nvPr/>
          </p:nvSpPr>
          <p:spPr>
            <a:xfrm>
              <a:off x="3467334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89" name="rc389"/>
            <p:cNvSpPr/>
            <p:nvPr/>
          </p:nvSpPr>
          <p:spPr>
            <a:xfrm>
              <a:off x="3473971" y="2954448"/>
              <a:ext cx="6637" cy="11271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0" name="rc390"/>
            <p:cNvSpPr/>
            <p:nvPr/>
          </p:nvSpPr>
          <p:spPr>
            <a:xfrm>
              <a:off x="348060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1" name="rc391"/>
            <p:cNvSpPr/>
            <p:nvPr/>
          </p:nvSpPr>
          <p:spPr>
            <a:xfrm>
              <a:off x="348724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2" name="rc392"/>
            <p:cNvSpPr/>
            <p:nvPr/>
          </p:nvSpPr>
          <p:spPr>
            <a:xfrm>
              <a:off x="3493882" y="2970551"/>
              <a:ext cx="6637" cy="9661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3" name="rc393"/>
            <p:cNvSpPr/>
            <p:nvPr/>
          </p:nvSpPr>
          <p:spPr>
            <a:xfrm>
              <a:off x="350051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4" name="rc394"/>
            <p:cNvSpPr/>
            <p:nvPr/>
          </p:nvSpPr>
          <p:spPr>
            <a:xfrm>
              <a:off x="3507156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5" name="rc395"/>
            <p:cNvSpPr/>
            <p:nvPr/>
          </p:nvSpPr>
          <p:spPr>
            <a:xfrm>
              <a:off x="351379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6" name="rc396"/>
            <p:cNvSpPr/>
            <p:nvPr/>
          </p:nvSpPr>
          <p:spPr>
            <a:xfrm>
              <a:off x="3520430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7" name="rc397"/>
            <p:cNvSpPr/>
            <p:nvPr/>
          </p:nvSpPr>
          <p:spPr>
            <a:xfrm>
              <a:off x="352706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8" name="rc398"/>
            <p:cNvSpPr/>
            <p:nvPr/>
          </p:nvSpPr>
          <p:spPr>
            <a:xfrm>
              <a:off x="353370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399" name="rc399"/>
            <p:cNvSpPr/>
            <p:nvPr/>
          </p:nvSpPr>
          <p:spPr>
            <a:xfrm>
              <a:off x="3540341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0" name="rc400"/>
            <p:cNvSpPr/>
            <p:nvPr/>
          </p:nvSpPr>
          <p:spPr>
            <a:xfrm>
              <a:off x="354697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1" name="rc401"/>
            <p:cNvSpPr/>
            <p:nvPr/>
          </p:nvSpPr>
          <p:spPr>
            <a:xfrm>
              <a:off x="3553615" y="3018859"/>
              <a:ext cx="6637" cy="483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2" name="rc402"/>
            <p:cNvSpPr/>
            <p:nvPr/>
          </p:nvSpPr>
          <p:spPr>
            <a:xfrm>
              <a:off x="356025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3" name="rc403"/>
            <p:cNvSpPr/>
            <p:nvPr/>
          </p:nvSpPr>
          <p:spPr>
            <a:xfrm>
              <a:off x="3566889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4" name="rc404"/>
            <p:cNvSpPr/>
            <p:nvPr/>
          </p:nvSpPr>
          <p:spPr>
            <a:xfrm>
              <a:off x="357352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5" name="rc405"/>
            <p:cNvSpPr/>
            <p:nvPr/>
          </p:nvSpPr>
          <p:spPr>
            <a:xfrm>
              <a:off x="358016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6" name="rc406"/>
            <p:cNvSpPr/>
            <p:nvPr/>
          </p:nvSpPr>
          <p:spPr>
            <a:xfrm>
              <a:off x="35868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7" name="rc407"/>
            <p:cNvSpPr/>
            <p:nvPr/>
          </p:nvSpPr>
          <p:spPr>
            <a:xfrm>
              <a:off x="35934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8" name="rc408"/>
            <p:cNvSpPr/>
            <p:nvPr/>
          </p:nvSpPr>
          <p:spPr>
            <a:xfrm>
              <a:off x="360007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09" name="rc409"/>
            <p:cNvSpPr/>
            <p:nvPr/>
          </p:nvSpPr>
          <p:spPr>
            <a:xfrm>
              <a:off x="360671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0" name="rc410"/>
            <p:cNvSpPr/>
            <p:nvPr/>
          </p:nvSpPr>
          <p:spPr>
            <a:xfrm>
              <a:off x="361334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1" name="rc411"/>
            <p:cNvSpPr/>
            <p:nvPr/>
          </p:nvSpPr>
          <p:spPr>
            <a:xfrm>
              <a:off x="3619985" y="2801472"/>
              <a:ext cx="6637" cy="26569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2" name="rc412"/>
            <p:cNvSpPr/>
            <p:nvPr/>
          </p:nvSpPr>
          <p:spPr>
            <a:xfrm>
              <a:off x="3417556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3" name="rc413"/>
            <p:cNvSpPr/>
            <p:nvPr/>
          </p:nvSpPr>
          <p:spPr>
            <a:xfrm>
              <a:off x="3706167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414" name="pl414"/>
            <p:cNvSpPr/>
            <p:nvPr/>
          </p:nvSpPr>
          <p:spPr>
            <a:xfrm>
              <a:off x="3706167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5" name="pl415"/>
            <p:cNvSpPr/>
            <p:nvPr/>
          </p:nvSpPr>
          <p:spPr>
            <a:xfrm>
              <a:off x="3706167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6" name="pl416"/>
            <p:cNvSpPr/>
            <p:nvPr/>
          </p:nvSpPr>
          <p:spPr>
            <a:xfrm>
              <a:off x="3706167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7" name="pl417"/>
            <p:cNvSpPr/>
            <p:nvPr/>
          </p:nvSpPr>
          <p:spPr>
            <a:xfrm>
              <a:off x="3706167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8" name="pl418"/>
            <p:cNvSpPr/>
            <p:nvPr/>
          </p:nvSpPr>
          <p:spPr>
            <a:xfrm>
              <a:off x="3706167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19" name="pl419"/>
            <p:cNvSpPr/>
            <p:nvPr/>
          </p:nvSpPr>
          <p:spPr>
            <a:xfrm>
              <a:off x="37435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0" name="pl420"/>
            <p:cNvSpPr/>
            <p:nvPr/>
          </p:nvSpPr>
          <p:spPr>
            <a:xfrm>
              <a:off x="37916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1" name="pl421"/>
            <p:cNvSpPr/>
            <p:nvPr/>
          </p:nvSpPr>
          <p:spPr>
            <a:xfrm>
              <a:off x="383973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2" name="pl422"/>
            <p:cNvSpPr/>
            <p:nvPr/>
          </p:nvSpPr>
          <p:spPr>
            <a:xfrm>
              <a:off x="38878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3" name="pl423"/>
            <p:cNvSpPr/>
            <p:nvPr/>
          </p:nvSpPr>
          <p:spPr>
            <a:xfrm>
              <a:off x="3706167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4" name="pl424"/>
            <p:cNvSpPr/>
            <p:nvPr/>
          </p:nvSpPr>
          <p:spPr>
            <a:xfrm>
              <a:off x="3706167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5" name="pl425"/>
            <p:cNvSpPr/>
            <p:nvPr/>
          </p:nvSpPr>
          <p:spPr>
            <a:xfrm>
              <a:off x="3706167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6" name="pl426"/>
            <p:cNvSpPr/>
            <p:nvPr/>
          </p:nvSpPr>
          <p:spPr>
            <a:xfrm>
              <a:off x="3706167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7" name="pl427"/>
            <p:cNvSpPr/>
            <p:nvPr/>
          </p:nvSpPr>
          <p:spPr>
            <a:xfrm>
              <a:off x="3706167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8" name="pl428"/>
            <p:cNvSpPr/>
            <p:nvPr/>
          </p:nvSpPr>
          <p:spPr>
            <a:xfrm>
              <a:off x="37194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29" name="pl429"/>
            <p:cNvSpPr/>
            <p:nvPr/>
          </p:nvSpPr>
          <p:spPr>
            <a:xfrm>
              <a:off x="37675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0" name="pl430"/>
            <p:cNvSpPr/>
            <p:nvPr/>
          </p:nvSpPr>
          <p:spPr>
            <a:xfrm>
              <a:off x="38156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1" name="pl431"/>
            <p:cNvSpPr/>
            <p:nvPr/>
          </p:nvSpPr>
          <p:spPr>
            <a:xfrm>
              <a:off x="38637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2" name="pl432"/>
            <p:cNvSpPr/>
            <p:nvPr/>
          </p:nvSpPr>
          <p:spPr>
            <a:xfrm>
              <a:off x="391191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3" name="rc433"/>
            <p:cNvSpPr/>
            <p:nvPr/>
          </p:nvSpPr>
          <p:spPr>
            <a:xfrm>
              <a:off x="3716122" y="2592137"/>
              <a:ext cx="6637" cy="47502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4" name="rc434"/>
            <p:cNvSpPr/>
            <p:nvPr/>
          </p:nvSpPr>
          <p:spPr>
            <a:xfrm>
              <a:off x="372275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5" name="rc435"/>
            <p:cNvSpPr/>
            <p:nvPr/>
          </p:nvSpPr>
          <p:spPr>
            <a:xfrm>
              <a:off x="372939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6" name="rc436"/>
            <p:cNvSpPr/>
            <p:nvPr/>
          </p:nvSpPr>
          <p:spPr>
            <a:xfrm>
              <a:off x="373603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7" name="rc437"/>
            <p:cNvSpPr/>
            <p:nvPr/>
          </p:nvSpPr>
          <p:spPr>
            <a:xfrm>
              <a:off x="37426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8" name="rc438"/>
            <p:cNvSpPr/>
            <p:nvPr/>
          </p:nvSpPr>
          <p:spPr>
            <a:xfrm>
              <a:off x="374930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39" name="rc439"/>
            <p:cNvSpPr/>
            <p:nvPr/>
          </p:nvSpPr>
          <p:spPr>
            <a:xfrm>
              <a:off x="3755945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0" name="rc440"/>
            <p:cNvSpPr/>
            <p:nvPr/>
          </p:nvSpPr>
          <p:spPr>
            <a:xfrm>
              <a:off x="376258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1" name="rc441"/>
            <p:cNvSpPr/>
            <p:nvPr/>
          </p:nvSpPr>
          <p:spPr>
            <a:xfrm>
              <a:off x="376921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2" name="rc442"/>
            <p:cNvSpPr/>
            <p:nvPr/>
          </p:nvSpPr>
          <p:spPr>
            <a:xfrm>
              <a:off x="377585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3" name="rc443"/>
            <p:cNvSpPr/>
            <p:nvPr/>
          </p:nvSpPr>
          <p:spPr>
            <a:xfrm>
              <a:off x="3782493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4" name="rc444"/>
            <p:cNvSpPr/>
            <p:nvPr/>
          </p:nvSpPr>
          <p:spPr>
            <a:xfrm>
              <a:off x="378913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5" name="rc445"/>
            <p:cNvSpPr/>
            <p:nvPr/>
          </p:nvSpPr>
          <p:spPr>
            <a:xfrm>
              <a:off x="379576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6" name="rc446"/>
            <p:cNvSpPr/>
            <p:nvPr/>
          </p:nvSpPr>
          <p:spPr>
            <a:xfrm>
              <a:off x="380240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7" name="rc447"/>
            <p:cNvSpPr/>
            <p:nvPr/>
          </p:nvSpPr>
          <p:spPr>
            <a:xfrm>
              <a:off x="3809041" y="2986653"/>
              <a:ext cx="6637" cy="805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8" name="rc448"/>
            <p:cNvSpPr/>
            <p:nvPr/>
          </p:nvSpPr>
          <p:spPr>
            <a:xfrm>
              <a:off x="381567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49" name="rc449"/>
            <p:cNvSpPr/>
            <p:nvPr/>
          </p:nvSpPr>
          <p:spPr>
            <a:xfrm>
              <a:off x="382231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0" name="rc450"/>
            <p:cNvSpPr/>
            <p:nvPr/>
          </p:nvSpPr>
          <p:spPr>
            <a:xfrm>
              <a:off x="382895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1" name="rc451"/>
            <p:cNvSpPr/>
            <p:nvPr/>
          </p:nvSpPr>
          <p:spPr>
            <a:xfrm>
              <a:off x="38355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2" name="rc452"/>
            <p:cNvSpPr/>
            <p:nvPr/>
          </p:nvSpPr>
          <p:spPr>
            <a:xfrm>
              <a:off x="3842226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3" name="rc453"/>
            <p:cNvSpPr/>
            <p:nvPr/>
          </p:nvSpPr>
          <p:spPr>
            <a:xfrm>
              <a:off x="3848863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4" name="rc454"/>
            <p:cNvSpPr/>
            <p:nvPr/>
          </p:nvSpPr>
          <p:spPr>
            <a:xfrm>
              <a:off x="385550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5" name="rc455"/>
            <p:cNvSpPr/>
            <p:nvPr/>
          </p:nvSpPr>
          <p:spPr>
            <a:xfrm>
              <a:off x="38621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6" name="rc456"/>
            <p:cNvSpPr/>
            <p:nvPr/>
          </p:nvSpPr>
          <p:spPr>
            <a:xfrm>
              <a:off x="386877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7" name="rc457"/>
            <p:cNvSpPr/>
            <p:nvPr/>
          </p:nvSpPr>
          <p:spPr>
            <a:xfrm>
              <a:off x="387541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8" name="rc458"/>
            <p:cNvSpPr/>
            <p:nvPr/>
          </p:nvSpPr>
          <p:spPr>
            <a:xfrm>
              <a:off x="388204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59" name="rc459"/>
            <p:cNvSpPr/>
            <p:nvPr/>
          </p:nvSpPr>
          <p:spPr>
            <a:xfrm>
              <a:off x="388868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0" name="rc460"/>
            <p:cNvSpPr/>
            <p:nvPr/>
          </p:nvSpPr>
          <p:spPr>
            <a:xfrm>
              <a:off x="389532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1" name="rc461"/>
            <p:cNvSpPr/>
            <p:nvPr/>
          </p:nvSpPr>
          <p:spPr>
            <a:xfrm>
              <a:off x="390195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2" name="rc462"/>
            <p:cNvSpPr/>
            <p:nvPr/>
          </p:nvSpPr>
          <p:spPr>
            <a:xfrm>
              <a:off x="3908596" y="2809524"/>
              <a:ext cx="6637" cy="2576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3" name="rc463"/>
            <p:cNvSpPr/>
            <p:nvPr/>
          </p:nvSpPr>
          <p:spPr>
            <a:xfrm>
              <a:off x="3706167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4" name="rc464"/>
            <p:cNvSpPr/>
            <p:nvPr/>
          </p:nvSpPr>
          <p:spPr>
            <a:xfrm>
              <a:off x="3994778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465" name="pl465"/>
            <p:cNvSpPr/>
            <p:nvPr/>
          </p:nvSpPr>
          <p:spPr>
            <a:xfrm>
              <a:off x="3994778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6" name="pl466"/>
            <p:cNvSpPr/>
            <p:nvPr/>
          </p:nvSpPr>
          <p:spPr>
            <a:xfrm>
              <a:off x="3994778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7" name="pl467"/>
            <p:cNvSpPr/>
            <p:nvPr/>
          </p:nvSpPr>
          <p:spPr>
            <a:xfrm>
              <a:off x="3994778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8" name="pl468"/>
            <p:cNvSpPr/>
            <p:nvPr/>
          </p:nvSpPr>
          <p:spPr>
            <a:xfrm>
              <a:off x="3994778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69" name="pl469"/>
            <p:cNvSpPr/>
            <p:nvPr/>
          </p:nvSpPr>
          <p:spPr>
            <a:xfrm>
              <a:off x="3994778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0" name="pl470"/>
            <p:cNvSpPr/>
            <p:nvPr/>
          </p:nvSpPr>
          <p:spPr>
            <a:xfrm>
              <a:off x="40321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1" name="pl471"/>
            <p:cNvSpPr/>
            <p:nvPr/>
          </p:nvSpPr>
          <p:spPr>
            <a:xfrm>
              <a:off x="408022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2" name="pl472"/>
            <p:cNvSpPr/>
            <p:nvPr/>
          </p:nvSpPr>
          <p:spPr>
            <a:xfrm>
              <a:off x="41283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3" name="pl473"/>
            <p:cNvSpPr/>
            <p:nvPr/>
          </p:nvSpPr>
          <p:spPr>
            <a:xfrm>
              <a:off x="41764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4" name="pl474"/>
            <p:cNvSpPr/>
            <p:nvPr/>
          </p:nvSpPr>
          <p:spPr>
            <a:xfrm>
              <a:off x="3994778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5" name="pl475"/>
            <p:cNvSpPr/>
            <p:nvPr/>
          </p:nvSpPr>
          <p:spPr>
            <a:xfrm>
              <a:off x="3994778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6" name="pl476"/>
            <p:cNvSpPr/>
            <p:nvPr/>
          </p:nvSpPr>
          <p:spPr>
            <a:xfrm>
              <a:off x="3994778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7" name="pl477"/>
            <p:cNvSpPr/>
            <p:nvPr/>
          </p:nvSpPr>
          <p:spPr>
            <a:xfrm>
              <a:off x="3994778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8" name="pl478"/>
            <p:cNvSpPr/>
            <p:nvPr/>
          </p:nvSpPr>
          <p:spPr>
            <a:xfrm>
              <a:off x="3994778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79" name="pl479"/>
            <p:cNvSpPr/>
            <p:nvPr/>
          </p:nvSpPr>
          <p:spPr>
            <a:xfrm>
              <a:off x="40080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0" name="pl480"/>
            <p:cNvSpPr/>
            <p:nvPr/>
          </p:nvSpPr>
          <p:spPr>
            <a:xfrm>
              <a:off x="40561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1" name="pl481"/>
            <p:cNvSpPr/>
            <p:nvPr/>
          </p:nvSpPr>
          <p:spPr>
            <a:xfrm>
              <a:off x="410428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2" name="pl482"/>
            <p:cNvSpPr/>
            <p:nvPr/>
          </p:nvSpPr>
          <p:spPr>
            <a:xfrm>
              <a:off x="415240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3" name="pl483"/>
            <p:cNvSpPr/>
            <p:nvPr/>
          </p:nvSpPr>
          <p:spPr>
            <a:xfrm>
              <a:off x="42005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4" name="rc484"/>
            <p:cNvSpPr/>
            <p:nvPr/>
          </p:nvSpPr>
          <p:spPr>
            <a:xfrm>
              <a:off x="4004733" y="2447213"/>
              <a:ext cx="6637" cy="6199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5" name="rc485"/>
            <p:cNvSpPr/>
            <p:nvPr/>
          </p:nvSpPr>
          <p:spPr>
            <a:xfrm>
              <a:off x="40113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6" name="rc486"/>
            <p:cNvSpPr/>
            <p:nvPr/>
          </p:nvSpPr>
          <p:spPr>
            <a:xfrm>
              <a:off x="401800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7" name="rc487"/>
            <p:cNvSpPr/>
            <p:nvPr/>
          </p:nvSpPr>
          <p:spPr>
            <a:xfrm>
              <a:off x="402464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8" name="rc488"/>
            <p:cNvSpPr/>
            <p:nvPr/>
          </p:nvSpPr>
          <p:spPr>
            <a:xfrm>
              <a:off x="403128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89" name="rc489"/>
            <p:cNvSpPr/>
            <p:nvPr/>
          </p:nvSpPr>
          <p:spPr>
            <a:xfrm>
              <a:off x="403791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0" name="rc490"/>
            <p:cNvSpPr/>
            <p:nvPr/>
          </p:nvSpPr>
          <p:spPr>
            <a:xfrm>
              <a:off x="404455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1" name="rc491"/>
            <p:cNvSpPr/>
            <p:nvPr/>
          </p:nvSpPr>
          <p:spPr>
            <a:xfrm>
              <a:off x="4051192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2" name="rc492"/>
            <p:cNvSpPr/>
            <p:nvPr/>
          </p:nvSpPr>
          <p:spPr>
            <a:xfrm>
              <a:off x="405782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3" name="rc493"/>
            <p:cNvSpPr/>
            <p:nvPr/>
          </p:nvSpPr>
          <p:spPr>
            <a:xfrm>
              <a:off x="406446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4" name="rc494"/>
            <p:cNvSpPr/>
            <p:nvPr/>
          </p:nvSpPr>
          <p:spPr>
            <a:xfrm>
              <a:off x="4071104" y="3043013"/>
              <a:ext cx="6637" cy="241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5" name="rc495"/>
            <p:cNvSpPr/>
            <p:nvPr/>
          </p:nvSpPr>
          <p:spPr>
            <a:xfrm>
              <a:off x="407774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6" name="rc496"/>
            <p:cNvSpPr/>
            <p:nvPr/>
          </p:nvSpPr>
          <p:spPr>
            <a:xfrm>
              <a:off x="408437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7" name="rc497"/>
            <p:cNvSpPr/>
            <p:nvPr/>
          </p:nvSpPr>
          <p:spPr>
            <a:xfrm>
              <a:off x="4091015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8" name="rc498"/>
            <p:cNvSpPr/>
            <p:nvPr/>
          </p:nvSpPr>
          <p:spPr>
            <a:xfrm>
              <a:off x="409765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499" name="rc499"/>
            <p:cNvSpPr/>
            <p:nvPr/>
          </p:nvSpPr>
          <p:spPr>
            <a:xfrm>
              <a:off x="410428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0" name="rc500"/>
            <p:cNvSpPr/>
            <p:nvPr/>
          </p:nvSpPr>
          <p:spPr>
            <a:xfrm>
              <a:off x="411092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1" name="rc501"/>
            <p:cNvSpPr/>
            <p:nvPr/>
          </p:nvSpPr>
          <p:spPr>
            <a:xfrm>
              <a:off x="411756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2" name="rc502"/>
            <p:cNvSpPr/>
            <p:nvPr/>
          </p:nvSpPr>
          <p:spPr>
            <a:xfrm>
              <a:off x="41242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3" name="rc503"/>
            <p:cNvSpPr/>
            <p:nvPr/>
          </p:nvSpPr>
          <p:spPr>
            <a:xfrm>
              <a:off x="4130837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4" name="rc504"/>
            <p:cNvSpPr/>
            <p:nvPr/>
          </p:nvSpPr>
          <p:spPr>
            <a:xfrm>
              <a:off x="413747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5" name="rc505"/>
            <p:cNvSpPr/>
            <p:nvPr/>
          </p:nvSpPr>
          <p:spPr>
            <a:xfrm>
              <a:off x="4144111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6" name="rc506"/>
            <p:cNvSpPr/>
            <p:nvPr/>
          </p:nvSpPr>
          <p:spPr>
            <a:xfrm>
              <a:off x="4150748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7" name="rc507"/>
            <p:cNvSpPr/>
            <p:nvPr/>
          </p:nvSpPr>
          <p:spPr>
            <a:xfrm>
              <a:off x="415738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8" name="rc508"/>
            <p:cNvSpPr/>
            <p:nvPr/>
          </p:nvSpPr>
          <p:spPr>
            <a:xfrm>
              <a:off x="4164022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09" name="rc509"/>
            <p:cNvSpPr/>
            <p:nvPr/>
          </p:nvSpPr>
          <p:spPr>
            <a:xfrm>
              <a:off x="417065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0" name="rc510"/>
            <p:cNvSpPr/>
            <p:nvPr/>
          </p:nvSpPr>
          <p:spPr>
            <a:xfrm>
              <a:off x="417729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1" name="rc511"/>
            <p:cNvSpPr/>
            <p:nvPr/>
          </p:nvSpPr>
          <p:spPr>
            <a:xfrm>
              <a:off x="418393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2" name="rc512"/>
            <p:cNvSpPr/>
            <p:nvPr/>
          </p:nvSpPr>
          <p:spPr>
            <a:xfrm>
              <a:off x="41905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3" name="rc513"/>
            <p:cNvSpPr/>
            <p:nvPr/>
          </p:nvSpPr>
          <p:spPr>
            <a:xfrm>
              <a:off x="4197207" y="2930294"/>
              <a:ext cx="6637" cy="13687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4" name="rc514"/>
            <p:cNvSpPr/>
            <p:nvPr/>
          </p:nvSpPr>
          <p:spPr>
            <a:xfrm>
              <a:off x="3994778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5" name="rc515"/>
            <p:cNvSpPr/>
            <p:nvPr/>
          </p:nvSpPr>
          <p:spPr>
            <a:xfrm>
              <a:off x="4283389" y="1198851"/>
              <a:ext cx="219021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u="sng"/>
            </a:p>
          </p:txBody>
        </p:sp>
        <p:sp>
          <p:nvSpPr>
            <p:cNvPr id="516" name="pl516"/>
            <p:cNvSpPr/>
            <p:nvPr/>
          </p:nvSpPr>
          <p:spPr>
            <a:xfrm>
              <a:off x="4283389" y="286588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7" name="pl517"/>
            <p:cNvSpPr/>
            <p:nvPr/>
          </p:nvSpPr>
          <p:spPr>
            <a:xfrm>
              <a:off x="4283389" y="2463316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8" name="pl518"/>
            <p:cNvSpPr/>
            <p:nvPr/>
          </p:nvSpPr>
          <p:spPr>
            <a:xfrm>
              <a:off x="4283389" y="2060748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19" name="pl519"/>
            <p:cNvSpPr/>
            <p:nvPr/>
          </p:nvSpPr>
          <p:spPr>
            <a:xfrm>
              <a:off x="4283389" y="1658180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0" name="pl520"/>
            <p:cNvSpPr/>
            <p:nvPr/>
          </p:nvSpPr>
          <p:spPr>
            <a:xfrm>
              <a:off x="4283389" y="1255613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1" name="pl521"/>
            <p:cNvSpPr/>
            <p:nvPr/>
          </p:nvSpPr>
          <p:spPr>
            <a:xfrm>
              <a:off x="43207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2" name="pl522"/>
            <p:cNvSpPr/>
            <p:nvPr/>
          </p:nvSpPr>
          <p:spPr>
            <a:xfrm>
              <a:off x="43688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3" name="pl523"/>
            <p:cNvSpPr/>
            <p:nvPr/>
          </p:nvSpPr>
          <p:spPr>
            <a:xfrm>
              <a:off x="441695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4" name="pl524"/>
            <p:cNvSpPr/>
            <p:nvPr/>
          </p:nvSpPr>
          <p:spPr>
            <a:xfrm>
              <a:off x="4465077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5" name="pl525"/>
            <p:cNvSpPr/>
            <p:nvPr/>
          </p:nvSpPr>
          <p:spPr>
            <a:xfrm>
              <a:off x="4283389" y="306716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6" name="pl526"/>
            <p:cNvSpPr/>
            <p:nvPr/>
          </p:nvSpPr>
          <p:spPr>
            <a:xfrm>
              <a:off x="4283389" y="2664599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7" name="pl527"/>
            <p:cNvSpPr/>
            <p:nvPr/>
          </p:nvSpPr>
          <p:spPr>
            <a:xfrm>
              <a:off x="4283389" y="2262032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8" name="pl528"/>
            <p:cNvSpPr/>
            <p:nvPr/>
          </p:nvSpPr>
          <p:spPr>
            <a:xfrm>
              <a:off x="4283389" y="1859464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29" name="pl529"/>
            <p:cNvSpPr/>
            <p:nvPr/>
          </p:nvSpPr>
          <p:spPr>
            <a:xfrm>
              <a:off x="4283389" y="1456897"/>
              <a:ext cx="219021" cy="0"/>
            </a:xfrm>
            <a:custGeom>
              <a:avLst/>
              <a:gdLst/>
              <a:ahLst/>
              <a:cxnLst/>
              <a:rect l="0" t="0" r="0" b="0"/>
              <a:pathLst>
                <a:path w="219021">
                  <a:moveTo>
                    <a:pt x="0" y="0"/>
                  </a:moveTo>
                  <a:lnTo>
                    <a:pt x="219021" y="0"/>
                  </a:lnTo>
                  <a:lnTo>
                    <a:pt x="2190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0" name="pl530"/>
            <p:cNvSpPr/>
            <p:nvPr/>
          </p:nvSpPr>
          <p:spPr>
            <a:xfrm>
              <a:off x="42966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1" name="pl531"/>
            <p:cNvSpPr/>
            <p:nvPr/>
          </p:nvSpPr>
          <p:spPr>
            <a:xfrm>
              <a:off x="434478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2" name="pl532"/>
            <p:cNvSpPr/>
            <p:nvPr/>
          </p:nvSpPr>
          <p:spPr>
            <a:xfrm>
              <a:off x="43929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3" name="pl533"/>
            <p:cNvSpPr/>
            <p:nvPr/>
          </p:nvSpPr>
          <p:spPr>
            <a:xfrm>
              <a:off x="44410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4" name="pl534"/>
            <p:cNvSpPr/>
            <p:nvPr/>
          </p:nvSpPr>
          <p:spPr>
            <a:xfrm>
              <a:off x="44891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5" name="rc535"/>
            <p:cNvSpPr/>
            <p:nvPr/>
          </p:nvSpPr>
          <p:spPr>
            <a:xfrm>
              <a:off x="4293344" y="2358648"/>
              <a:ext cx="6637" cy="70851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6" name="rc536"/>
            <p:cNvSpPr/>
            <p:nvPr/>
          </p:nvSpPr>
          <p:spPr>
            <a:xfrm>
              <a:off x="429998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7" name="rc537"/>
            <p:cNvSpPr/>
            <p:nvPr/>
          </p:nvSpPr>
          <p:spPr>
            <a:xfrm>
              <a:off x="4306618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8" name="rc538"/>
            <p:cNvSpPr/>
            <p:nvPr/>
          </p:nvSpPr>
          <p:spPr>
            <a:xfrm>
              <a:off x="4313255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39" name="rc539"/>
            <p:cNvSpPr/>
            <p:nvPr/>
          </p:nvSpPr>
          <p:spPr>
            <a:xfrm>
              <a:off x="431989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0" name="rc540"/>
            <p:cNvSpPr/>
            <p:nvPr/>
          </p:nvSpPr>
          <p:spPr>
            <a:xfrm>
              <a:off x="4326529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1" name="rc541"/>
            <p:cNvSpPr/>
            <p:nvPr/>
          </p:nvSpPr>
          <p:spPr>
            <a:xfrm>
              <a:off x="4333166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2" name="rc542"/>
            <p:cNvSpPr/>
            <p:nvPr/>
          </p:nvSpPr>
          <p:spPr>
            <a:xfrm>
              <a:off x="4339803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3" name="rc543"/>
            <p:cNvSpPr/>
            <p:nvPr/>
          </p:nvSpPr>
          <p:spPr>
            <a:xfrm>
              <a:off x="4346440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4" name="rc544"/>
            <p:cNvSpPr/>
            <p:nvPr/>
          </p:nvSpPr>
          <p:spPr>
            <a:xfrm>
              <a:off x="435307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5" name="rc545"/>
            <p:cNvSpPr/>
            <p:nvPr/>
          </p:nvSpPr>
          <p:spPr>
            <a:xfrm>
              <a:off x="4359714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6" name="rc546"/>
            <p:cNvSpPr/>
            <p:nvPr/>
          </p:nvSpPr>
          <p:spPr>
            <a:xfrm>
              <a:off x="436635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7" name="rc547"/>
            <p:cNvSpPr/>
            <p:nvPr/>
          </p:nvSpPr>
          <p:spPr>
            <a:xfrm>
              <a:off x="4372988" y="3034962"/>
              <a:ext cx="6637" cy="3220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8" name="rc548"/>
            <p:cNvSpPr/>
            <p:nvPr/>
          </p:nvSpPr>
          <p:spPr>
            <a:xfrm>
              <a:off x="437962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49" name="rc549"/>
            <p:cNvSpPr/>
            <p:nvPr/>
          </p:nvSpPr>
          <p:spPr>
            <a:xfrm>
              <a:off x="4386263" y="2922243"/>
              <a:ext cx="6637" cy="1449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0" name="rc550"/>
            <p:cNvSpPr/>
            <p:nvPr/>
          </p:nvSpPr>
          <p:spPr>
            <a:xfrm>
              <a:off x="439290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1" name="rc551"/>
            <p:cNvSpPr/>
            <p:nvPr/>
          </p:nvSpPr>
          <p:spPr>
            <a:xfrm>
              <a:off x="4399537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2" name="rc552"/>
            <p:cNvSpPr/>
            <p:nvPr/>
          </p:nvSpPr>
          <p:spPr>
            <a:xfrm>
              <a:off x="4406174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3" name="rc553"/>
            <p:cNvSpPr/>
            <p:nvPr/>
          </p:nvSpPr>
          <p:spPr>
            <a:xfrm>
              <a:off x="441281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4" name="rc554"/>
            <p:cNvSpPr/>
            <p:nvPr/>
          </p:nvSpPr>
          <p:spPr>
            <a:xfrm>
              <a:off x="4419448" y="3010808"/>
              <a:ext cx="6637" cy="563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5" name="rc555"/>
            <p:cNvSpPr/>
            <p:nvPr/>
          </p:nvSpPr>
          <p:spPr>
            <a:xfrm>
              <a:off x="4426085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6" name="rc556"/>
            <p:cNvSpPr/>
            <p:nvPr/>
          </p:nvSpPr>
          <p:spPr>
            <a:xfrm>
              <a:off x="4432722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7" name="rc557"/>
            <p:cNvSpPr/>
            <p:nvPr/>
          </p:nvSpPr>
          <p:spPr>
            <a:xfrm>
              <a:off x="4439359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8" name="rc558"/>
            <p:cNvSpPr/>
            <p:nvPr/>
          </p:nvSpPr>
          <p:spPr>
            <a:xfrm>
              <a:off x="4445996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59" name="rc559"/>
            <p:cNvSpPr/>
            <p:nvPr/>
          </p:nvSpPr>
          <p:spPr>
            <a:xfrm>
              <a:off x="4452633" y="3051064"/>
              <a:ext cx="6637" cy="161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0" name="rc560"/>
            <p:cNvSpPr/>
            <p:nvPr/>
          </p:nvSpPr>
          <p:spPr>
            <a:xfrm>
              <a:off x="4459270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1" name="rc561"/>
            <p:cNvSpPr/>
            <p:nvPr/>
          </p:nvSpPr>
          <p:spPr>
            <a:xfrm>
              <a:off x="4465907" y="3059116"/>
              <a:ext cx="6637" cy="8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2" name="rc562"/>
            <p:cNvSpPr/>
            <p:nvPr/>
          </p:nvSpPr>
          <p:spPr>
            <a:xfrm>
              <a:off x="4472544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3" name="rc563"/>
            <p:cNvSpPr/>
            <p:nvPr/>
          </p:nvSpPr>
          <p:spPr>
            <a:xfrm>
              <a:off x="4479181" y="3067167"/>
              <a:ext cx="6637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4" name="rc564"/>
            <p:cNvSpPr/>
            <p:nvPr/>
          </p:nvSpPr>
          <p:spPr>
            <a:xfrm>
              <a:off x="4485818" y="2753164"/>
              <a:ext cx="6637" cy="3140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5" name="rc565"/>
            <p:cNvSpPr/>
            <p:nvPr/>
          </p:nvSpPr>
          <p:spPr>
            <a:xfrm>
              <a:off x="4283389" y="1198851"/>
              <a:ext cx="219021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6" name="rc566"/>
            <p:cNvSpPr/>
            <p:nvPr/>
          </p:nvSpPr>
          <p:spPr>
            <a:xfrm>
              <a:off x="1397280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7" name="tx567"/>
            <p:cNvSpPr/>
            <p:nvPr/>
          </p:nvSpPr>
          <p:spPr>
            <a:xfrm>
              <a:off x="1475713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68" name="rc568"/>
            <p:cNvSpPr/>
            <p:nvPr/>
          </p:nvSpPr>
          <p:spPr>
            <a:xfrm>
              <a:off x="1685891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69" name="tx569"/>
            <p:cNvSpPr/>
            <p:nvPr/>
          </p:nvSpPr>
          <p:spPr>
            <a:xfrm>
              <a:off x="1764324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70" name="rc570"/>
            <p:cNvSpPr/>
            <p:nvPr/>
          </p:nvSpPr>
          <p:spPr>
            <a:xfrm>
              <a:off x="1974502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1" name="tx571"/>
            <p:cNvSpPr/>
            <p:nvPr/>
          </p:nvSpPr>
          <p:spPr>
            <a:xfrm>
              <a:off x="2052935" y="1049673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72" name="rc572"/>
            <p:cNvSpPr/>
            <p:nvPr/>
          </p:nvSpPr>
          <p:spPr>
            <a:xfrm>
              <a:off x="2263112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3" name="tx573"/>
            <p:cNvSpPr/>
            <p:nvPr/>
          </p:nvSpPr>
          <p:spPr>
            <a:xfrm>
              <a:off x="2341546" y="1051147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74" name="rc574"/>
            <p:cNvSpPr/>
            <p:nvPr/>
          </p:nvSpPr>
          <p:spPr>
            <a:xfrm>
              <a:off x="2551723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5" name="tx575"/>
            <p:cNvSpPr/>
            <p:nvPr/>
          </p:nvSpPr>
          <p:spPr>
            <a:xfrm>
              <a:off x="2630156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76" name="rc576"/>
            <p:cNvSpPr/>
            <p:nvPr/>
          </p:nvSpPr>
          <p:spPr>
            <a:xfrm>
              <a:off x="2840334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7" name="tx577"/>
            <p:cNvSpPr/>
            <p:nvPr/>
          </p:nvSpPr>
          <p:spPr>
            <a:xfrm>
              <a:off x="2918767" y="1052457"/>
              <a:ext cx="62155" cy="789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578" name="rc578"/>
            <p:cNvSpPr/>
            <p:nvPr/>
          </p:nvSpPr>
          <p:spPr>
            <a:xfrm>
              <a:off x="3128945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79" name="tx579"/>
            <p:cNvSpPr/>
            <p:nvPr/>
          </p:nvSpPr>
          <p:spPr>
            <a:xfrm>
              <a:off x="3207378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80" name="rc580"/>
            <p:cNvSpPr/>
            <p:nvPr/>
          </p:nvSpPr>
          <p:spPr>
            <a:xfrm>
              <a:off x="3417556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1" name="tx581"/>
            <p:cNvSpPr/>
            <p:nvPr/>
          </p:nvSpPr>
          <p:spPr>
            <a:xfrm>
              <a:off x="3495989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82" name="rc582"/>
            <p:cNvSpPr/>
            <p:nvPr/>
          </p:nvSpPr>
          <p:spPr>
            <a:xfrm>
              <a:off x="3706167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3" name="tx583"/>
            <p:cNvSpPr/>
            <p:nvPr/>
          </p:nvSpPr>
          <p:spPr>
            <a:xfrm>
              <a:off x="3753522" y="104972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84" name="rc584"/>
            <p:cNvSpPr/>
            <p:nvPr/>
          </p:nvSpPr>
          <p:spPr>
            <a:xfrm>
              <a:off x="3994778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5" name="tx585"/>
            <p:cNvSpPr/>
            <p:nvPr/>
          </p:nvSpPr>
          <p:spPr>
            <a:xfrm>
              <a:off x="4042133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586" name="rc586"/>
            <p:cNvSpPr/>
            <p:nvPr/>
          </p:nvSpPr>
          <p:spPr>
            <a:xfrm>
              <a:off x="4283389" y="983989"/>
              <a:ext cx="219021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7" name="tx587"/>
            <p:cNvSpPr/>
            <p:nvPr/>
          </p:nvSpPr>
          <p:spPr>
            <a:xfrm>
              <a:off x="4330744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88" name="pl588"/>
            <p:cNvSpPr/>
            <p:nvPr/>
          </p:nvSpPr>
          <p:spPr>
            <a:xfrm>
              <a:off x="141055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89" name="pl589"/>
            <p:cNvSpPr/>
            <p:nvPr/>
          </p:nvSpPr>
          <p:spPr>
            <a:xfrm>
              <a:off x="14586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0" name="pl590"/>
            <p:cNvSpPr/>
            <p:nvPr/>
          </p:nvSpPr>
          <p:spPr>
            <a:xfrm>
              <a:off x="150679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1" name="pl591"/>
            <p:cNvSpPr/>
            <p:nvPr/>
          </p:nvSpPr>
          <p:spPr>
            <a:xfrm>
              <a:off x="155490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2" name="pl592"/>
            <p:cNvSpPr/>
            <p:nvPr/>
          </p:nvSpPr>
          <p:spPr>
            <a:xfrm>
              <a:off x="160302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3" name="tx593"/>
            <p:cNvSpPr/>
            <p:nvPr/>
          </p:nvSpPr>
          <p:spPr>
            <a:xfrm rot="-2700000">
              <a:off x="140716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4" name="tx594"/>
            <p:cNvSpPr/>
            <p:nvPr/>
          </p:nvSpPr>
          <p:spPr>
            <a:xfrm rot="-2700000">
              <a:off x="1424203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95" name="tx595"/>
            <p:cNvSpPr/>
            <p:nvPr/>
          </p:nvSpPr>
          <p:spPr>
            <a:xfrm rot="-2700000">
              <a:off x="1472321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96" name="tx596"/>
            <p:cNvSpPr/>
            <p:nvPr/>
          </p:nvSpPr>
          <p:spPr>
            <a:xfrm rot="-2700000">
              <a:off x="1520922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597" name="tx597"/>
            <p:cNvSpPr/>
            <p:nvPr/>
          </p:nvSpPr>
          <p:spPr>
            <a:xfrm rot="-2700000">
              <a:off x="153748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98" name="pl598"/>
            <p:cNvSpPr/>
            <p:nvPr/>
          </p:nvSpPr>
          <p:spPr>
            <a:xfrm>
              <a:off x="16991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599" name="pl599"/>
            <p:cNvSpPr/>
            <p:nvPr/>
          </p:nvSpPr>
          <p:spPr>
            <a:xfrm>
              <a:off x="174728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0" name="pl600"/>
            <p:cNvSpPr/>
            <p:nvPr/>
          </p:nvSpPr>
          <p:spPr>
            <a:xfrm>
              <a:off x="17954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1" name="pl601"/>
            <p:cNvSpPr/>
            <p:nvPr/>
          </p:nvSpPr>
          <p:spPr>
            <a:xfrm>
              <a:off x="18435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2" name="pl602"/>
            <p:cNvSpPr/>
            <p:nvPr/>
          </p:nvSpPr>
          <p:spPr>
            <a:xfrm>
              <a:off x="189163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3" name="tx603"/>
            <p:cNvSpPr/>
            <p:nvPr/>
          </p:nvSpPr>
          <p:spPr>
            <a:xfrm rot="-2700000">
              <a:off x="169577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4" name="tx604"/>
            <p:cNvSpPr/>
            <p:nvPr/>
          </p:nvSpPr>
          <p:spPr>
            <a:xfrm rot="-2700000">
              <a:off x="171281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05" name="tx605"/>
            <p:cNvSpPr/>
            <p:nvPr/>
          </p:nvSpPr>
          <p:spPr>
            <a:xfrm rot="-2700000">
              <a:off x="176093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06" name="tx606"/>
            <p:cNvSpPr/>
            <p:nvPr/>
          </p:nvSpPr>
          <p:spPr>
            <a:xfrm rot="-2700000">
              <a:off x="1809533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07" name="tx607"/>
            <p:cNvSpPr/>
            <p:nvPr/>
          </p:nvSpPr>
          <p:spPr>
            <a:xfrm rot="-2700000">
              <a:off x="182609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08" name="pl608"/>
            <p:cNvSpPr/>
            <p:nvPr/>
          </p:nvSpPr>
          <p:spPr>
            <a:xfrm>
              <a:off x="19877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09" name="pl609"/>
            <p:cNvSpPr/>
            <p:nvPr/>
          </p:nvSpPr>
          <p:spPr>
            <a:xfrm>
              <a:off x="203589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0" name="pl610"/>
            <p:cNvSpPr/>
            <p:nvPr/>
          </p:nvSpPr>
          <p:spPr>
            <a:xfrm>
              <a:off x="208401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1" name="pl611"/>
            <p:cNvSpPr/>
            <p:nvPr/>
          </p:nvSpPr>
          <p:spPr>
            <a:xfrm>
              <a:off x="213213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2" name="pl612"/>
            <p:cNvSpPr/>
            <p:nvPr/>
          </p:nvSpPr>
          <p:spPr>
            <a:xfrm>
              <a:off x="218024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3" name="tx613"/>
            <p:cNvSpPr/>
            <p:nvPr/>
          </p:nvSpPr>
          <p:spPr>
            <a:xfrm rot="-2700000">
              <a:off x="198438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4" name="tx614"/>
            <p:cNvSpPr/>
            <p:nvPr/>
          </p:nvSpPr>
          <p:spPr>
            <a:xfrm rot="-2700000">
              <a:off x="200142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15" name="tx615"/>
            <p:cNvSpPr/>
            <p:nvPr/>
          </p:nvSpPr>
          <p:spPr>
            <a:xfrm rot="-2700000">
              <a:off x="2049543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16" name="tx616"/>
            <p:cNvSpPr/>
            <p:nvPr/>
          </p:nvSpPr>
          <p:spPr>
            <a:xfrm rot="-2700000">
              <a:off x="2098144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17" name="tx617"/>
            <p:cNvSpPr/>
            <p:nvPr/>
          </p:nvSpPr>
          <p:spPr>
            <a:xfrm rot="-2700000">
              <a:off x="211470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18" name="pl618"/>
            <p:cNvSpPr/>
            <p:nvPr/>
          </p:nvSpPr>
          <p:spPr>
            <a:xfrm>
              <a:off x="227638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19" name="pl619"/>
            <p:cNvSpPr/>
            <p:nvPr/>
          </p:nvSpPr>
          <p:spPr>
            <a:xfrm>
              <a:off x="23245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0" name="pl620"/>
            <p:cNvSpPr/>
            <p:nvPr/>
          </p:nvSpPr>
          <p:spPr>
            <a:xfrm>
              <a:off x="237262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1" name="pl621"/>
            <p:cNvSpPr/>
            <p:nvPr/>
          </p:nvSpPr>
          <p:spPr>
            <a:xfrm>
              <a:off x="24207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2" name="pl622"/>
            <p:cNvSpPr/>
            <p:nvPr/>
          </p:nvSpPr>
          <p:spPr>
            <a:xfrm>
              <a:off x="246886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3" name="tx623"/>
            <p:cNvSpPr/>
            <p:nvPr/>
          </p:nvSpPr>
          <p:spPr>
            <a:xfrm rot="-2700000">
              <a:off x="227299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4" name="tx624"/>
            <p:cNvSpPr/>
            <p:nvPr/>
          </p:nvSpPr>
          <p:spPr>
            <a:xfrm rot="-2700000">
              <a:off x="229003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25" name="tx625"/>
            <p:cNvSpPr/>
            <p:nvPr/>
          </p:nvSpPr>
          <p:spPr>
            <a:xfrm rot="-2700000">
              <a:off x="2338154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26" name="tx626"/>
            <p:cNvSpPr/>
            <p:nvPr/>
          </p:nvSpPr>
          <p:spPr>
            <a:xfrm rot="-2700000">
              <a:off x="2386755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27" name="tx627"/>
            <p:cNvSpPr/>
            <p:nvPr/>
          </p:nvSpPr>
          <p:spPr>
            <a:xfrm rot="-2700000">
              <a:off x="240331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28" name="pl628"/>
            <p:cNvSpPr/>
            <p:nvPr/>
          </p:nvSpPr>
          <p:spPr>
            <a:xfrm>
              <a:off x="256499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29" name="pl629"/>
            <p:cNvSpPr/>
            <p:nvPr/>
          </p:nvSpPr>
          <p:spPr>
            <a:xfrm>
              <a:off x="26131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0" name="pl630"/>
            <p:cNvSpPr/>
            <p:nvPr/>
          </p:nvSpPr>
          <p:spPr>
            <a:xfrm>
              <a:off x="266123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1" name="pl631"/>
            <p:cNvSpPr/>
            <p:nvPr/>
          </p:nvSpPr>
          <p:spPr>
            <a:xfrm>
              <a:off x="270935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2" name="pl632"/>
            <p:cNvSpPr/>
            <p:nvPr/>
          </p:nvSpPr>
          <p:spPr>
            <a:xfrm>
              <a:off x="275747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3" name="tx633"/>
            <p:cNvSpPr/>
            <p:nvPr/>
          </p:nvSpPr>
          <p:spPr>
            <a:xfrm rot="-2700000">
              <a:off x="256160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4" name="tx634"/>
            <p:cNvSpPr/>
            <p:nvPr/>
          </p:nvSpPr>
          <p:spPr>
            <a:xfrm rot="-2700000">
              <a:off x="257864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35" name="tx635"/>
            <p:cNvSpPr/>
            <p:nvPr/>
          </p:nvSpPr>
          <p:spPr>
            <a:xfrm rot="-2700000">
              <a:off x="262676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36" name="tx636"/>
            <p:cNvSpPr/>
            <p:nvPr/>
          </p:nvSpPr>
          <p:spPr>
            <a:xfrm rot="-2700000">
              <a:off x="2675366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37" name="tx637"/>
            <p:cNvSpPr/>
            <p:nvPr/>
          </p:nvSpPr>
          <p:spPr>
            <a:xfrm rot="-2700000">
              <a:off x="2691924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38" name="pl638"/>
            <p:cNvSpPr/>
            <p:nvPr/>
          </p:nvSpPr>
          <p:spPr>
            <a:xfrm>
              <a:off x="285360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39" name="pl639"/>
            <p:cNvSpPr/>
            <p:nvPr/>
          </p:nvSpPr>
          <p:spPr>
            <a:xfrm>
              <a:off x="290172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0" name="pl640"/>
            <p:cNvSpPr/>
            <p:nvPr/>
          </p:nvSpPr>
          <p:spPr>
            <a:xfrm>
              <a:off x="294984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1" name="pl641"/>
            <p:cNvSpPr/>
            <p:nvPr/>
          </p:nvSpPr>
          <p:spPr>
            <a:xfrm>
              <a:off x="29979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2" name="pl642"/>
            <p:cNvSpPr/>
            <p:nvPr/>
          </p:nvSpPr>
          <p:spPr>
            <a:xfrm>
              <a:off x="30460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3" name="tx643"/>
            <p:cNvSpPr/>
            <p:nvPr/>
          </p:nvSpPr>
          <p:spPr>
            <a:xfrm rot="-2700000">
              <a:off x="2850217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4" name="tx644"/>
            <p:cNvSpPr/>
            <p:nvPr/>
          </p:nvSpPr>
          <p:spPr>
            <a:xfrm rot="-2700000">
              <a:off x="286725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45" name="tx645"/>
            <p:cNvSpPr/>
            <p:nvPr/>
          </p:nvSpPr>
          <p:spPr>
            <a:xfrm rot="-2700000">
              <a:off x="291537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46" name="tx646"/>
            <p:cNvSpPr/>
            <p:nvPr/>
          </p:nvSpPr>
          <p:spPr>
            <a:xfrm rot="-2700000">
              <a:off x="2963977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47" name="tx647"/>
            <p:cNvSpPr/>
            <p:nvPr/>
          </p:nvSpPr>
          <p:spPr>
            <a:xfrm rot="-2700000">
              <a:off x="29805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48" name="pl648"/>
            <p:cNvSpPr/>
            <p:nvPr/>
          </p:nvSpPr>
          <p:spPr>
            <a:xfrm>
              <a:off x="31422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49" name="pl649"/>
            <p:cNvSpPr/>
            <p:nvPr/>
          </p:nvSpPr>
          <p:spPr>
            <a:xfrm>
              <a:off x="319033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0" name="pl650"/>
            <p:cNvSpPr/>
            <p:nvPr/>
          </p:nvSpPr>
          <p:spPr>
            <a:xfrm>
              <a:off x="32384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1" name="pl651"/>
            <p:cNvSpPr/>
            <p:nvPr/>
          </p:nvSpPr>
          <p:spPr>
            <a:xfrm>
              <a:off x="328657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2" name="pl652"/>
            <p:cNvSpPr/>
            <p:nvPr/>
          </p:nvSpPr>
          <p:spPr>
            <a:xfrm>
              <a:off x="333469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3" name="tx653"/>
            <p:cNvSpPr/>
            <p:nvPr/>
          </p:nvSpPr>
          <p:spPr>
            <a:xfrm rot="-2700000">
              <a:off x="313882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4" name="tx654"/>
            <p:cNvSpPr/>
            <p:nvPr/>
          </p:nvSpPr>
          <p:spPr>
            <a:xfrm rot="-2700000">
              <a:off x="315586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55" name="tx655"/>
            <p:cNvSpPr/>
            <p:nvPr/>
          </p:nvSpPr>
          <p:spPr>
            <a:xfrm rot="-2700000">
              <a:off x="3203987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56" name="tx656"/>
            <p:cNvSpPr/>
            <p:nvPr/>
          </p:nvSpPr>
          <p:spPr>
            <a:xfrm rot="-2700000">
              <a:off x="3252587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57" name="tx657"/>
            <p:cNvSpPr/>
            <p:nvPr/>
          </p:nvSpPr>
          <p:spPr>
            <a:xfrm rot="-2700000">
              <a:off x="326914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58" name="pl658"/>
            <p:cNvSpPr/>
            <p:nvPr/>
          </p:nvSpPr>
          <p:spPr>
            <a:xfrm>
              <a:off x="343083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59" name="pl659"/>
            <p:cNvSpPr/>
            <p:nvPr/>
          </p:nvSpPr>
          <p:spPr>
            <a:xfrm>
              <a:off x="34789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0" name="pl660"/>
            <p:cNvSpPr/>
            <p:nvPr/>
          </p:nvSpPr>
          <p:spPr>
            <a:xfrm>
              <a:off x="352706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1" name="pl661"/>
            <p:cNvSpPr/>
            <p:nvPr/>
          </p:nvSpPr>
          <p:spPr>
            <a:xfrm>
              <a:off x="357518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2" name="pl662"/>
            <p:cNvSpPr/>
            <p:nvPr/>
          </p:nvSpPr>
          <p:spPr>
            <a:xfrm>
              <a:off x="36233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3" name="tx663"/>
            <p:cNvSpPr/>
            <p:nvPr/>
          </p:nvSpPr>
          <p:spPr>
            <a:xfrm rot="-2700000">
              <a:off x="342743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4" name="tx664"/>
            <p:cNvSpPr/>
            <p:nvPr/>
          </p:nvSpPr>
          <p:spPr>
            <a:xfrm rot="-2700000">
              <a:off x="3444479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65" name="tx665"/>
            <p:cNvSpPr/>
            <p:nvPr/>
          </p:nvSpPr>
          <p:spPr>
            <a:xfrm rot="-2700000">
              <a:off x="349259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66" name="tx666"/>
            <p:cNvSpPr/>
            <p:nvPr/>
          </p:nvSpPr>
          <p:spPr>
            <a:xfrm rot="-2700000">
              <a:off x="3541198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67" name="tx667"/>
            <p:cNvSpPr/>
            <p:nvPr/>
          </p:nvSpPr>
          <p:spPr>
            <a:xfrm rot="-2700000">
              <a:off x="355775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68" name="pl668"/>
            <p:cNvSpPr/>
            <p:nvPr/>
          </p:nvSpPr>
          <p:spPr>
            <a:xfrm>
              <a:off x="371944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69" name="pl669"/>
            <p:cNvSpPr/>
            <p:nvPr/>
          </p:nvSpPr>
          <p:spPr>
            <a:xfrm>
              <a:off x="376755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0" name="pl670"/>
            <p:cNvSpPr/>
            <p:nvPr/>
          </p:nvSpPr>
          <p:spPr>
            <a:xfrm>
              <a:off x="381567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1" name="pl671"/>
            <p:cNvSpPr/>
            <p:nvPr/>
          </p:nvSpPr>
          <p:spPr>
            <a:xfrm>
              <a:off x="38637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2" name="pl672"/>
            <p:cNvSpPr/>
            <p:nvPr/>
          </p:nvSpPr>
          <p:spPr>
            <a:xfrm>
              <a:off x="391191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3" name="tx673"/>
            <p:cNvSpPr/>
            <p:nvPr/>
          </p:nvSpPr>
          <p:spPr>
            <a:xfrm rot="-2700000">
              <a:off x="3716049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74" name="tx674"/>
            <p:cNvSpPr/>
            <p:nvPr/>
          </p:nvSpPr>
          <p:spPr>
            <a:xfrm rot="-2700000">
              <a:off x="373309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75" name="tx675"/>
            <p:cNvSpPr/>
            <p:nvPr/>
          </p:nvSpPr>
          <p:spPr>
            <a:xfrm rot="-2700000">
              <a:off x="3781208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76" name="tx676"/>
            <p:cNvSpPr/>
            <p:nvPr/>
          </p:nvSpPr>
          <p:spPr>
            <a:xfrm rot="-2700000">
              <a:off x="382980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77" name="tx677"/>
            <p:cNvSpPr/>
            <p:nvPr/>
          </p:nvSpPr>
          <p:spPr>
            <a:xfrm rot="-2700000">
              <a:off x="384636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78" name="pl678"/>
            <p:cNvSpPr/>
            <p:nvPr/>
          </p:nvSpPr>
          <p:spPr>
            <a:xfrm>
              <a:off x="400805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79" name="pl679"/>
            <p:cNvSpPr/>
            <p:nvPr/>
          </p:nvSpPr>
          <p:spPr>
            <a:xfrm>
              <a:off x="405617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0" name="pl680"/>
            <p:cNvSpPr/>
            <p:nvPr/>
          </p:nvSpPr>
          <p:spPr>
            <a:xfrm>
              <a:off x="410428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1" name="pl681"/>
            <p:cNvSpPr/>
            <p:nvPr/>
          </p:nvSpPr>
          <p:spPr>
            <a:xfrm>
              <a:off x="4152407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2" name="pl682"/>
            <p:cNvSpPr/>
            <p:nvPr/>
          </p:nvSpPr>
          <p:spPr>
            <a:xfrm>
              <a:off x="420052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3" name="tx683"/>
            <p:cNvSpPr/>
            <p:nvPr/>
          </p:nvSpPr>
          <p:spPr>
            <a:xfrm rot="-2700000">
              <a:off x="4004660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4" name="tx684"/>
            <p:cNvSpPr/>
            <p:nvPr/>
          </p:nvSpPr>
          <p:spPr>
            <a:xfrm rot="-2700000">
              <a:off x="4021701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85" name="tx685"/>
            <p:cNvSpPr/>
            <p:nvPr/>
          </p:nvSpPr>
          <p:spPr>
            <a:xfrm rot="-2700000">
              <a:off x="4069819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86" name="tx686"/>
            <p:cNvSpPr/>
            <p:nvPr/>
          </p:nvSpPr>
          <p:spPr>
            <a:xfrm rot="-2700000">
              <a:off x="4118420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87" name="tx687"/>
            <p:cNvSpPr/>
            <p:nvPr/>
          </p:nvSpPr>
          <p:spPr>
            <a:xfrm rot="-2700000">
              <a:off x="413497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88" name="pl688"/>
            <p:cNvSpPr/>
            <p:nvPr/>
          </p:nvSpPr>
          <p:spPr>
            <a:xfrm>
              <a:off x="429666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89" name="pl689"/>
            <p:cNvSpPr/>
            <p:nvPr/>
          </p:nvSpPr>
          <p:spPr>
            <a:xfrm>
              <a:off x="434478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0" name="pl690"/>
            <p:cNvSpPr/>
            <p:nvPr/>
          </p:nvSpPr>
          <p:spPr>
            <a:xfrm>
              <a:off x="43929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1" name="pl691"/>
            <p:cNvSpPr/>
            <p:nvPr/>
          </p:nvSpPr>
          <p:spPr>
            <a:xfrm>
              <a:off x="444101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2" name="pl692"/>
            <p:cNvSpPr/>
            <p:nvPr/>
          </p:nvSpPr>
          <p:spPr>
            <a:xfrm>
              <a:off x="44891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693" name="tx693"/>
            <p:cNvSpPr/>
            <p:nvPr/>
          </p:nvSpPr>
          <p:spPr>
            <a:xfrm rot="-2700000">
              <a:off x="4293271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4" name="tx694"/>
            <p:cNvSpPr/>
            <p:nvPr/>
          </p:nvSpPr>
          <p:spPr>
            <a:xfrm rot="-2700000">
              <a:off x="4310312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95" name="tx695"/>
            <p:cNvSpPr/>
            <p:nvPr/>
          </p:nvSpPr>
          <p:spPr>
            <a:xfrm rot="-2700000">
              <a:off x="4358430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96" name="tx696"/>
            <p:cNvSpPr/>
            <p:nvPr/>
          </p:nvSpPr>
          <p:spPr>
            <a:xfrm rot="-2700000">
              <a:off x="4407031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97" name="tx697"/>
            <p:cNvSpPr/>
            <p:nvPr/>
          </p:nvSpPr>
          <p:spPr>
            <a:xfrm rot="-2700000">
              <a:off x="442358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1210339" y="262290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148183" y="2220340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148183" y="1817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148183" y="14152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u="sng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703" name="pl703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4" name="pl704"/>
            <p:cNvSpPr/>
            <p:nvPr/>
          </p:nvSpPr>
          <p:spPr>
            <a:xfrm>
              <a:off x="1362485" y="266459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5" name="pl705"/>
            <p:cNvSpPr/>
            <p:nvPr/>
          </p:nvSpPr>
          <p:spPr>
            <a:xfrm>
              <a:off x="1362485" y="226203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6" name="pl706"/>
            <p:cNvSpPr/>
            <p:nvPr/>
          </p:nvSpPr>
          <p:spPr>
            <a:xfrm>
              <a:off x="1362485" y="185946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7" name="pl707"/>
            <p:cNvSpPr/>
            <p:nvPr/>
          </p:nvSpPr>
          <p:spPr>
            <a:xfrm>
              <a:off x="1362485" y="145689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u="sng"/>
            </a:p>
          </p:txBody>
        </p:sp>
        <p:sp>
          <p:nvSpPr>
            <p:cNvPr id="708" name="tx708"/>
            <p:cNvSpPr/>
            <p:nvPr/>
          </p:nvSpPr>
          <p:spPr>
            <a:xfrm>
              <a:off x="2297628" y="3427506"/>
              <a:ext cx="130443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u="sng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Brotes afectados (%)</a:t>
              </a:r>
            </a:p>
          </p:txBody>
        </p:sp>
        <p:sp>
          <p:nvSpPr>
            <p:cNvPr id="709" name="tx709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u="sng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</Words>
  <Application>Microsoft Office PowerPoint</Application>
  <PresentationFormat>Presentación en pantalla (4:3)</PresentationFormat>
  <Paragraphs>73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2021-03-26T01:52:24Z</dcterms:modified>
  <cp:category/>
</cp:coreProperties>
</file>