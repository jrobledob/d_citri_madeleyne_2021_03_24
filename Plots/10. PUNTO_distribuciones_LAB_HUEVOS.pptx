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-1361256" y="457200"/>
            <a:ext cx="11866512" cy="5943600"/>
            <a:chOff x="914400" y="914400"/>
            <a:chExt cx="3657600" cy="27432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3657600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3657599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1397280" y="1198851"/>
              <a:ext cx="565354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1397280" y="2872915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1397280" y="2484411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1397280" y="2095907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1397280" y="1707403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1397280" y="1318899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148590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159461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170333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181204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192076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6"/>
            <p:cNvSpPr/>
            <p:nvPr/>
          </p:nvSpPr>
          <p:spPr>
            <a:xfrm>
              <a:off x="1397280" y="3067167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7"/>
            <p:cNvSpPr/>
            <p:nvPr/>
          </p:nvSpPr>
          <p:spPr>
            <a:xfrm>
              <a:off x="1397280" y="2678663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l18"/>
            <p:cNvSpPr/>
            <p:nvPr/>
          </p:nvSpPr>
          <p:spPr>
            <a:xfrm>
              <a:off x="1397280" y="2290159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9"/>
            <p:cNvSpPr/>
            <p:nvPr/>
          </p:nvSpPr>
          <p:spPr>
            <a:xfrm>
              <a:off x="1397280" y="1901655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l20"/>
            <p:cNvSpPr/>
            <p:nvPr/>
          </p:nvSpPr>
          <p:spPr>
            <a:xfrm>
              <a:off x="1397280" y="1513151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l21"/>
            <p:cNvSpPr/>
            <p:nvPr/>
          </p:nvSpPr>
          <p:spPr>
            <a:xfrm>
              <a:off x="143154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l22"/>
            <p:cNvSpPr/>
            <p:nvPr/>
          </p:nvSpPr>
          <p:spPr>
            <a:xfrm>
              <a:off x="154025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l23"/>
            <p:cNvSpPr/>
            <p:nvPr/>
          </p:nvSpPr>
          <p:spPr>
            <a:xfrm>
              <a:off x="164897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l24"/>
            <p:cNvSpPr/>
            <p:nvPr/>
          </p:nvSpPr>
          <p:spPr>
            <a:xfrm>
              <a:off x="175768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l25"/>
            <p:cNvSpPr/>
            <p:nvPr/>
          </p:nvSpPr>
          <p:spPr>
            <a:xfrm>
              <a:off x="186640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rc26"/>
            <p:cNvSpPr/>
            <p:nvPr/>
          </p:nvSpPr>
          <p:spPr>
            <a:xfrm>
              <a:off x="1422978" y="1287818"/>
              <a:ext cx="17131" cy="177934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rc27"/>
            <p:cNvSpPr/>
            <p:nvPr/>
          </p:nvSpPr>
          <p:spPr>
            <a:xfrm>
              <a:off x="1440110" y="2775789"/>
              <a:ext cx="17131" cy="29137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rc28"/>
            <p:cNvSpPr/>
            <p:nvPr/>
          </p:nvSpPr>
          <p:spPr>
            <a:xfrm>
              <a:off x="1457242" y="2966156"/>
              <a:ext cx="17131" cy="10101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rc29"/>
            <p:cNvSpPr/>
            <p:nvPr/>
          </p:nvSpPr>
          <p:spPr>
            <a:xfrm>
              <a:off x="1474374" y="3012776"/>
              <a:ext cx="17131" cy="543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rc30"/>
            <p:cNvSpPr/>
            <p:nvPr/>
          </p:nvSpPr>
          <p:spPr>
            <a:xfrm>
              <a:off x="1491506" y="3047742"/>
              <a:ext cx="17131" cy="1942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rc31"/>
            <p:cNvSpPr/>
            <p:nvPr/>
          </p:nvSpPr>
          <p:spPr>
            <a:xfrm>
              <a:off x="1508638" y="3051627"/>
              <a:ext cx="17131" cy="1554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rc32"/>
            <p:cNvSpPr/>
            <p:nvPr/>
          </p:nvSpPr>
          <p:spPr>
            <a:xfrm>
              <a:off x="1525770" y="3055512"/>
              <a:ext cx="17131" cy="1165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rc33"/>
            <p:cNvSpPr/>
            <p:nvPr/>
          </p:nvSpPr>
          <p:spPr>
            <a:xfrm>
              <a:off x="1542902" y="3051627"/>
              <a:ext cx="17131" cy="1554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rc34"/>
            <p:cNvSpPr/>
            <p:nvPr/>
          </p:nvSpPr>
          <p:spPr>
            <a:xfrm>
              <a:off x="1560033" y="3063282"/>
              <a:ext cx="17131" cy="388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rc35"/>
            <p:cNvSpPr/>
            <p:nvPr/>
          </p:nvSpPr>
          <p:spPr>
            <a:xfrm>
              <a:off x="1577165" y="3063282"/>
              <a:ext cx="17131" cy="388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rc36"/>
            <p:cNvSpPr/>
            <p:nvPr/>
          </p:nvSpPr>
          <p:spPr>
            <a:xfrm>
              <a:off x="1594297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rc37"/>
            <p:cNvSpPr/>
            <p:nvPr/>
          </p:nvSpPr>
          <p:spPr>
            <a:xfrm>
              <a:off x="1611429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rc38"/>
            <p:cNvSpPr/>
            <p:nvPr/>
          </p:nvSpPr>
          <p:spPr>
            <a:xfrm>
              <a:off x="1628561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rc39"/>
            <p:cNvSpPr/>
            <p:nvPr/>
          </p:nvSpPr>
          <p:spPr>
            <a:xfrm>
              <a:off x="1645693" y="3063282"/>
              <a:ext cx="17131" cy="388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rc40"/>
            <p:cNvSpPr/>
            <p:nvPr/>
          </p:nvSpPr>
          <p:spPr>
            <a:xfrm>
              <a:off x="1662825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rc41"/>
            <p:cNvSpPr/>
            <p:nvPr/>
          </p:nvSpPr>
          <p:spPr>
            <a:xfrm>
              <a:off x="1679957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rc42"/>
            <p:cNvSpPr/>
            <p:nvPr/>
          </p:nvSpPr>
          <p:spPr>
            <a:xfrm>
              <a:off x="1697089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rc43"/>
            <p:cNvSpPr/>
            <p:nvPr/>
          </p:nvSpPr>
          <p:spPr>
            <a:xfrm>
              <a:off x="1714221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rc44"/>
            <p:cNvSpPr/>
            <p:nvPr/>
          </p:nvSpPr>
          <p:spPr>
            <a:xfrm>
              <a:off x="1731353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rc45"/>
            <p:cNvSpPr/>
            <p:nvPr/>
          </p:nvSpPr>
          <p:spPr>
            <a:xfrm>
              <a:off x="1748485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rc46"/>
            <p:cNvSpPr/>
            <p:nvPr/>
          </p:nvSpPr>
          <p:spPr>
            <a:xfrm>
              <a:off x="1765617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rc47"/>
            <p:cNvSpPr/>
            <p:nvPr/>
          </p:nvSpPr>
          <p:spPr>
            <a:xfrm>
              <a:off x="1782749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rc48"/>
            <p:cNvSpPr/>
            <p:nvPr/>
          </p:nvSpPr>
          <p:spPr>
            <a:xfrm>
              <a:off x="1799881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rc49"/>
            <p:cNvSpPr/>
            <p:nvPr/>
          </p:nvSpPr>
          <p:spPr>
            <a:xfrm>
              <a:off x="1817013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rc50"/>
            <p:cNvSpPr/>
            <p:nvPr/>
          </p:nvSpPr>
          <p:spPr>
            <a:xfrm>
              <a:off x="1834145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rc51"/>
            <p:cNvSpPr/>
            <p:nvPr/>
          </p:nvSpPr>
          <p:spPr>
            <a:xfrm>
              <a:off x="1851277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rc52"/>
            <p:cNvSpPr/>
            <p:nvPr/>
          </p:nvSpPr>
          <p:spPr>
            <a:xfrm>
              <a:off x="1868409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rc53"/>
            <p:cNvSpPr/>
            <p:nvPr/>
          </p:nvSpPr>
          <p:spPr>
            <a:xfrm>
              <a:off x="1885541" y="3063282"/>
              <a:ext cx="17131" cy="388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rc54"/>
            <p:cNvSpPr/>
            <p:nvPr/>
          </p:nvSpPr>
          <p:spPr>
            <a:xfrm>
              <a:off x="1902673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rc55"/>
            <p:cNvSpPr/>
            <p:nvPr/>
          </p:nvSpPr>
          <p:spPr>
            <a:xfrm>
              <a:off x="1919805" y="3063282"/>
              <a:ext cx="17131" cy="388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rc56"/>
            <p:cNvSpPr/>
            <p:nvPr/>
          </p:nvSpPr>
          <p:spPr>
            <a:xfrm>
              <a:off x="1397280" y="1198851"/>
              <a:ext cx="565354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rc57"/>
            <p:cNvSpPr/>
            <p:nvPr/>
          </p:nvSpPr>
          <p:spPr>
            <a:xfrm>
              <a:off x="2032224" y="1198851"/>
              <a:ext cx="565354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8" name="pl58"/>
            <p:cNvSpPr/>
            <p:nvPr/>
          </p:nvSpPr>
          <p:spPr>
            <a:xfrm>
              <a:off x="2032224" y="2872915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l59"/>
            <p:cNvSpPr/>
            <p:nvPr/>
          </p:nvSpPr>
          <p:spPr>
            <a:xfrm>
              <a:off x="2032224" y="2484411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l60"/>
            <p:cNvSpPr/>
            <p:nvPr/>
          </p:nvSpPr>
          <p:spPr>
            <a:xfrm>
              <a:off x="2032224" y="2095907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l61"/>
            <p:cNvSpPr/>
            <p:nvPr/>
          </p:nvSpPr>
          <p:spPr>
            <a:xfrm>
              <a:off x="2032224" y="1707403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l62"/>
            <p:cNvSpPr/>
            <p:nvPr/>
          </p:nvSpPr>
          <p:spPr>
            <a:xfrm>
              <a:off x="2032224" y="1318899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l63"/>
            <p:cNvSpPr/>
            <p:nvPr/>
          </p:nvSpPr>
          <p:spPr>
            <a:xfrm>
              <a:off x="212084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l64"/>
            <p:cNvSpPr/>
            <p:nvPr/>
          </p:nvSpPr>
          <p:spPr>
            <a:xfrm>
              <a:off x="222956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l65"/>
            <p:cNvSpPr/>
            <p:nvPr/>
          </p:nvSpPr>
          <p:spPr>
            <a:xfrm>
              <a:off x="233827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l66"/>
            <p:cNvSpPr/>
            <p:nvPr/>
          </p:nvSpPr>
          <p:spPr>
            <a:xfrm>
              <a:off x="244699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l67"/>
            <p:cNvSpPr/>
            <p:nvPr/>
          </p:nvSpPr>
          <p:spPr>
            <a:xfrm>
              <a:off x="255570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pl68"/>
            <p:cNvSpPr/>
            <p:nvPr/>
          </p:nvSpPr>
          <p:spPr>
            <a:xfrm>
              <a:off x="2032224" y="3067167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pl69"/>
            <p:cNvSpPr/>
            <p:nvPr/>
          </p:nvSpPr>
          <p:spPr>
            <a:xfrm>
              <a:off x="2032224" y="2678663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pl70"/>
            <p:cNvSpPr/>
            <p:nvPr/>
          </p:nvSpPr>
          <p:spPr>
            <a:xfrm>
              <a:off x="2032224" y="2290159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pl71"/>
            <p:cNvSpPr/>
            <p:nvPr/>
          </p:nvSpPr>
          <p:spPr>
            <a:xfrm>
              <a:off x="2032224" y="1901655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pl72"/>
            <p:cNvSpPr/>
            <p:nvPr/>
          </p:nvSpPr>
          <p:spPr>
            <a:xfrm>
              <a:off x="2032224" y="1513151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pl73"/>
            <p:cNvSpPr/>
            <p:nvPr/>
          </p:nvSpPr>
          <p:spPr>
            <a:xfrm>
              <a:off x="206648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pl74"/>
            <p:cNvSpPr/>
            <p:nvPr/>
          </p:nvSpPr>
          <p:spPr>
            <a:xfrm>
              <a:off x="217520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pl75"/>
            <p:cNvSpPr/>
            <p:nvPr/>
          </p:nvSpPr>
          <p:spPr>
            <a:xfrm>
              <a:off x="228391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pl76"/>
            <p:cNvSpPr/>
            <p:nvPr/>
          </p:nvSpPr>
          <p:spPr>
            <a:xfrm>
              <a:off x="239263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pl77"/>
            <p:cNvSpPr/>
            <p:nvPr/>
          </p:nvSpPr>
          <p:spPr>
            <a:xfrm>
              <a:off x="250134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rc78"/>
            <p:cNvSpPr/>
            <p:nvPr/>
          </p:nvSpPr>
          <p:spPr>
            <a:xfrm>
              <a:off x="2057922" y="1462645"/>
              <a:ext cx="17131" cy="160452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rc79"/>
            <p:cNvSpPr/>
            <p:nvPr/>
          </p:nvSpPr>
          <p:spPr>
            <a:xfrm>
              <a:off x="2075054" y="2791329"/>
              <a:ext cx="17131" cy="27583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rc80"/>
            <p:cNvSpPr/>
            <p:nvPr/>
          </p:nvSpPr>
          <p:spPr>
            <a:xfrm>
              <a:off x="2092186" y="2993351"/>
              <a:ext cx="17131" cy="7381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rc81"/>
            <p:cNvSpPr/>
            <p:nvPr/>
          </p:nvSpPr>
          <p:spPr>
            <a:xfrm>
              <a:off x="2109318" y="3024432"/>
              <a:ext cx="17131" cy="4273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rc82"/>
            <p:cNvSpPr/>
            <p:nvPr/>
          </p:nvSpPr>
          <p:spPr>
            <a:xfrm>
              <a:off x="2126450" y="3020547"/>
              <a:ext cx="17131" cy="4662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rc83"/>
            <p:cNvSpPr/>
            <p:nvPr/>
          </p:nvSpPr>
          <p:spPr>
            <a:xfrm>
              <a:off x="2143582" y="3047742"/>
              <a:ext cx="17131" cy="1942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rc84"/>
            <p:cNvSpPr/>
            <p:nvPr/>
          </p:nvSpPr>
          <p:spPr>
            <a:xfrm>
              <a:off x="2160713" y="3051627"/>
              <a:ext cx="17131" cy="1554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rc85"/>
            <p:cNvSpPr/>
            <p:nvPr/>
          </p:nvSpPr>
          <p:spPr>
            <a:xfrm>
              <a:off x="2177845" y="3063282"/>
              <a:ext cx="17131" cy="388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rc86"/>
            <p:cNvSpPr/>
            <p:nvPr/>
          </p:nvSpPr>
          <p:spPr>
            <a:xfrm>
              <a:off x="2194977" y="3063282"/>
              <a:ext cx="17131" cy="388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rc87"/>
            <p:cNvSpPr/>
            <p:nvPr/>
          </p:nvSpPr>
          <p:spPr>
            <a:xfrm>
              <a:off x="2212109" y="3059397"/>
              <a:ext cx="17131" cy="777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rc88"/>
            <p:cNvSpPr/>
            <p:nvPr/>
          </p:nvSpPr>
          <p:spPr>
            <a:xfrm>
              <a:off x="2229241" y="3063282"/>
              <a:ext cx="17131" cy="388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rc89"/>
            <p:cNvSpPr/>
            <p:nvPr/>
          </p:nvSpPr>
          <p:spPr>
            <a:xfrm>
              <a:off x="2246373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rc90"/>
            <p:cNvSpPr/>
            <p:nvPr/>
          </p:nvSpPr>
          <p:spPr>
            <a:xfrm>
              <a:off x="2263505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rc91"/>
            <p:cNvSpPr/>
            <p:nvPr/>
          </p:nvSpPr>
          <p:spPr>
            <a:xfrm>
              <a:off x="2280637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rc92"/>
            <p:cNvSpPr/>
            <p:nvPr/>
          </p:nvSpPr>
          <p:spPr>
            <a:xfrm>
              <a:off x="2297769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rc93"/>
            <p:cNvSpPr/>
            <p:nvPr/>
          </p:nvSpPr>
          <p:spPr>
            <a:xfrm>
              <a:off x="2314901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rc94"/>
            <p:cNvSpPr/>
            <p:nvPr/>
          </p:nvSpPr>
          <p:spPr>
            <a:xfrm>
              <a:off x="2332033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rc95"/>
            <p:cNvSpPr/>
            <p:nvPr/>
          </p:nvSpPr>
          <p:spPr>
            <a:xfrm>
              <a:off x="2349165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rc96"/>
            <p:cNvSpPr/>
            <p:nvPr/>
          </p:nvSpPr>
          <p:spPr>
            <a:xfrm>
              <a:off x="2366297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rc97"/>
            <p:cNvSpPr/>
            <p:nvPr/>
          </p:nvSpPr>
          <p:spPr>
            <a:xfrm>
              <a:off x="2383429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rc98"/>
            <p:cNvSpPr/>
            <p:nvPr/>
          </p:nvSpPr>
          <p:spPr>
            <a:xfrm>
              <a:off x="2400561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rc99"/>
            <p:cNvSpPr/>
            <p:nvPr/>
          </p:nvSpPr>
          <p:spPr>
            <a:xfrm>
              <a:off x="2417693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rc100"/>
            <p:cNvSpPr/>
            <p:nvPr/>
          </p:nvSpPr>
          <p:spPr>
            <a:xfrm>
              <a:off x="2434825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rc101"/>
            <p:cNvSpPr/>
            <p:nvPr/>
          </p:nvSpPr>
          <p:spPr>
            <a:xfrm>
              <a:off x="2451957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rc102"/>
            <p:cNvSpPr/>
            <p:nvPr/>
          </p:nvSpPr>
          <p:spPr>
            <a:xfrm>
              <a:off x="2469089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rc103"/>
            <p:cNvSpPr/>
            <p:nvPr/>
          </p:nvSpPr>
          <p:spPr>
            <a:xfrm>
              <a:off x="2486221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rc104"/>
            <p:cNvSpPr/>
            <p:nvPr/>
          </p:nvSpPr>
          <p:spPr>
            <a:xfrm>
              <a:off x="2503353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rc105"/>
            <p:cNvSpPr/>
            <p:nvPr/>
          </p:nvSpPr>
          <p:spPr>
            <a:xfrm>
              <a:off x="2520485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rc106"/>
            <p:cNvSpPr/>
            <p:nvPr/>
          </p:nvSpPr>
          <p:spPr>
            <a:xfrm>
              <a:off x="2537617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rc107"/>
            <p:cNvSpPr/>
            <p:nvPr/>
          </p:nvSpPr>
          <p:spPr>
            <a:xfrm>
              <a:off x="2554749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rc108"/>
            <p:cNvSpPr/>
            <p:nvPr/>
          </p:nvSpPr>
          <p:spPr>
            <a:xfrm>
              <a:off x="2032224" y="1198851"/>
              <a:ext cx="565354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rc109"/>
            <p:cNvSpPr/>
            <p:nvPr/>
          </p:nvSpPr>
          <p:spPr>
            <a:xfrm>
              <a:off x="2667168" y="1198851"/>
              <a:ext cx="565354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10" name="pl110"/>
            <p:cNvSpPr/>
            <p:nvPr/>
          </p:nvSpPr>
          <p:spPr>
            <a:xfrm>
              <a:off x="2667168" y="2872915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pl111"/>
            <p:cNvSpPr/>
            <p:nvPr/>
          </p:nvSpPr>
          <p:spPr>
            <a:xfrm>
              <a:off x="2667168" y="2484411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pl112"/>
            <p:cNvSpPr/>
            <p:nvPr/>
          </p:nvSpPr>
          <p:spPr>
            <a:xfrm>
              <a:off x="2667168" y="2095907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pl113"/>
            <p:cNvSpPr/>
            <p:nvPr/>
          </p:nvSpPr>
          <p:spPr>
            <a:xfrm>
              <a:off x="2667168" y="1707403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pl114"/>
            <p:cNvSpPr/>
            <p:nvPr/>
          </p:nvSpPr>
          <p:spPr>
            <a:xfrm>
              <a:off x="2667168" y="1318899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pl115"/>
            <p:cNvSpPr/>
            <p:nvPr/>
          </p:nvSpPr>
          <p:spPr>
            <a:xfrm>
              <a:off x="275578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pl116"/>
            <p:cNvSpPr/>
            <p:nvPr/>
          </p:nvSpPr>
          <p:spPr>
            <a:xfrm>
              <a:off x="286450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pl117"/>
            <p:cNvSpPr/>
            <p:nvPr/>
          </p:nvSpPr>
          <p:spPr>
            <a:xfrm>
              <a:off x="297321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pl118"/>
            <p:cNvSpPr/>
            <p:nvPr/>
          </p:nvSpPr>
          <p:spPr>
            <a:xfrm>
              <a:off x="308193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pl119"/>
            <p:cNvSpPr/>
            <p:nvPr/>
          </p:nvSpPr>
          <p:spPr>
            <a:xfrm>
              <a:off x="319064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pl120"/>
            <p:cNvSpPr/>
            <p:nvPr/>
          </p:nvSpPr>
          <p:spPr>
            <a:xfrm>
              <a:off x="2667168" y="3067167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pl121"/>
            <p:cNvSpPr/>
            <p:nvPr/>
          </p:nvSpPr>
          <p:spPr>
            <a:xfrm>
              <a:off x="2667168" y="2678663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pl122"/>
            <p:cNvSpPr/>
            <p:nvPr/>
          </p:nvSpPr>
          <p:spPr>
            <a:xfrm>
              <a:off x="2667168" y="2290159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pl123"/>
            <p:cNvSpPr/>
            <p:nvPr/>
          </p:nvSpPr>
          <p:spPr>
            <a:xfrm>
              <a:off x="2667168" y="1901655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pl124"/>
            <p:cNvSpPr/>
            <p:nvPr/>
          </p:nvSpPr>
          <p:spPr>
            <a:xfrm>
              <a:off x="2667168" y="1513151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pl125"/>
            <p:cNvSpPr/>
            <p:nvPr/>
          </p:nvSpPr>
          <p:spPr>
            <a:xfrm>
              <a:off x="270143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pl126"/>
            <p:cNvSpPr/>
            <p:nvPr/>
          </p:nvSpPr>
          <p:spPr>
            <a:xfrm>
              <a:off x="281014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pl127"/>
            <p:cNvSpPr/>
            <p:nvPr/>
          </p:nvSpPr>
          <p:spPr>
            <a:xfrm>
              <a:off x="291886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pl128"/>
            <p:cNvSpPr/>
            <p:nvPr/>
          </p:nvSpPr>
          <p:spPr>
            <a:xfrm>
              <a:off x="302757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pl129"/>
            <p:cNvSpPr/>
            <p:nvPr/>
          </p:nvSpPr>
          <p:spPr>
            <a:xfrm>
              <a:off x="313629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rc130"/>
            <p:cNvSpPr/>
            <p:nvPr/>
          </p:nvSpPr>
          <p:spPr>
            <a:xfrm>
              <a:off x="2692866" y="1454875"/>
              <a:ext cx="17131" cy="161229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rc131"/>
            <p:cNvSpPr/>
            <p:nvPr/>
          </p:nvSpPr>
          <p:spPr>
            <a:xfrm>
              <a:off x="2709998" y="2802984"/>
              <a:ext cx="17131" cy="26418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rc132"/>
            <p:cNvSpPr/>
            <p:nvPr/>
          </p:nvSpPr>
          <p:spPr>
            <a:xfrm>
              <a:off x="2727130" y="2958386"/>
              <a:ext cx="17131" cy="10878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rc133"/>
            <p:cNvSpPr/>
            <p:nvPr/>
          </p:nvSpPr>
          <p:spPr>
            <a:xfrm>
              <a:off x="2744262" y="3012776"/>
              <a:ext cx="17131" cy="543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rc134"/>
            <p:cNvSpPr/>
            <p:nvPr/>
          </p:nvSpPr>
          <p:spPr>
            <a:xfrm>
              <a:off x="2761394" y="3047742"/>
              <a:ext cx="17131" cy="1942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rc135"/>
            <p:cNvSpPr/>
            <p:nvPr/>
          </p:nvSpPr>
          <p:spPr>
            <a:xfrm>
              <a:off x="2778525" y="3055512"/>
              <a:ext cx="17131" cy="1165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rc136"/>
            <p:cNvSpPr/>
            <p:nvPr/>
          </p:nvSpPr>
          <p:spPr>
            <a:xfrm>
              <a:off x="2795657" y="3047742"/>
              <a:ext cx="17131" cy="1942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rc137"/>
            <p:cNvSpPr/>
            <p:nvPr/>
          </p:nvSpPr>
          <p:spPr>
            <a:xfrm>
              <a:off x="2812789" y="3063282"/>
              <a:ext cx="17131" cy="388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rc138"/>
            <p:cNvSpPr/>
            <p:nvPr/>
          </p:nvSpPr>
          <p:spPr>
            <a:xfrm>
              <a:off x="2829921" y="3059397"/>
              <a:ext cx="17131" cy="777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rc139"/>
            <p:cNvSpPr/>
            <p:nvPr/>
          </p:nvSpPr>
          <p:spPr>
            <a:xfrm>
              <a:off x="2847053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rc140"/>
            <p:cNvSpPr/>
            <p:nvPr/>
          </p:nvSpPr>
          <p:spPr>
            <a:xfrm>
              <a:off x="2864185" y="3063282"/>
              <a:ext cx="17131" cy="388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rc141"/>
            <p:cNvSpPr/>
            <p:nvPr/>
          </p:nvSpPr>
          <p:spPr>
            <a:xfrm>
              <a:off x="2881317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rc142"/>
            <p:cNvSpPr/>
            <p:nvPr/>
          </p:nvSpPr>
          <p:spPr>
            <a:xfrm>
              <a:off x="2898449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rc143"/>
            <p:cNvSpPr/>
            <p:nvPr/>
          </p:nvSpPr>
          <p:spPr>
            <a:xfrm>
              <a:off x="2915581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rc144"/>
            <p:cNvSpPr/>
            <p:nvPr/>
          </p:nvSpPr>
          <p:spPr>
            <a:xfrm>
              <a:off x="2932713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rc145"/>
            <p:cNvSpPr/>
            <p:nvPr/>
          </p:nvSpPr>
          <p:spPr>
            <a:xfrm>
              <a:off x="2949845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rc146"/>
            <p:cNvSpPr/>
            <p:nvPr/>
          </p:nvSpPr>
          <p:spPr>
            <a:xfrm>
              <a:off x="2966977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" name="rc147"/>
            <p:cNvSpPr/>
            <p:nvPr/>
          </p:nvSpPr>
          <p:spPr>
            <a:xfrm>
              <a:off x="2984109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" name="rc148"/>
            <p:cNvSpPr/>
            <p:nvPr/>
          </p:nvSpPr>
          <p:spPr>
            <a:xfrm>
              <a:off x="3001241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" name="rc149"/>
            <p:cNvSpPr/>
            <p:nvPr/>
          </p:nvSpPr>
          <p:spPr>
            <a:xfrm>
              <a:off x="3018373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" name="rc150"/>
            <p:cNvSpPr/>
            <p:nvPr/>
          </p:nvSpPr>
          <p:spPr>
            <a:xfrm>
              <a:off x="3035505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" name="rc151"/>
            <p:cNvSpPr/>
            <p:nvPr/>
          </p:nvSpPr>
          <p:spPr>
            <a:xfrm>
              <a:off x="3052637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" name="rc152"/>
            <p:cNvSpPr/>
            <p:nvPr/>
          </p:nvSpPr>
          <p:spPr>
            <a:xfrm>
              <a:off x="3069769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" name="rc153"/>
            <p:cNvSpPr/>
            <p:nvPr/>
          </p:nvSpPr>
          <p:spPr>
            <a:xfrm>
              <a:off x="3086901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rc154"/>
            <p:cNvSpPr/>
            <p:nvPr/>
          </p:nvSpPr>
          <p:spPr>
            <a:xfrm>
              <a:off x="3104033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rc155"/>
            <p:cNvSpPr/>
            <p:nvPr/>
          </p:nvSpPr>
          <p:spPr>
            <a:xfrm>
              <a:off x="3121165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rc156"/>
            <p:cNvSpPr/>
            <p:nvPr/>
          </p:nvSpPr>
          <p:spPr>
            <a:xfrm>
              <a:off x="3138297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rc157"/>
            <p:cNvSpPr/>
            <p:nvPr/>
          </p:nvSpPr>
          <p:spPr>
            <a:xfrm>
              <a:off x="3155429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rc158"/>
            <p:cNvSpPr/>
            <p:nvPr/>
          </p:nvSpPr>
          <p:spPr>
            <a:xfrm>
              <a:off x="3172561" y="3063282"/>
              <a:ext cx="17131" cy="388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rc159"/>
            <p:cNvSpPr/>
            <p:nvPr/>
          </p:nvSpPr>
          <p:spPr>
            <a:xfrm>
              <a:off x="3189693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rc160"/>
            <p:cNvSpPr/>
            <p:nvPr/>
          </p:nvSpPr>
          <p:spPr>
            <a:xfrm>
              <a:off x="2667168" y="1198851"/>
              <a:ext cx="565354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rc161"/>
            <p:cNvSpPr/>
            <p:nvPr/>
          </p:nvSpPr>
          <p:spPr>
            <a:xfrm>
              <a:off x="3302112" y="1198851"/>
              <a:ext cx="565354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62" name="pl162"/>
            <p:cNvSpPr/>
            <p:nvPr/>
          </p:nvSpPr>
          <p:spPr>
            <a:xfrm>
              <a:off x="3302112" y="2872915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pl163"/>
            <p:cNvSpPr/>
            <p:nvPr/>
          </p:nvSpPr>
          <p:spPr>
            <a:xfrm>
              <a:off x="3302112" y="2484411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pl164"/>
            <p:cNvSpPr/>
            <p:nvPr/>
          </p:nvSpPr>
          <p:spPr>
            <a:xfrm>
              <a:off x="3302112" y="2095907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" name="pl165"/>
            <p:cNvSpPr/>
            <p:nvPr/>
          </p:nvSpPr>
          <p:spPr>
            <a:xfrm>
              <a:off x="3302112" y="1707403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" name="pl166"/>
            <p:cNvSpPr/>
            <p:nvPr/>
          </p:nvSpPr>
          <p:spPr>
            <a:xfrm>
              <a:off x="3302112" y="1318899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" name="pl167"/>
            <p:cNvSpPr/>
            <p:nvPr/>
          </p:nvSpPr>
          <p:spPr>
            <a:xfrm>
              <a:off x="339073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" name="pl168"/>
            <p:cNvSpPr/>
            <p:nvPr/>
          </p:nvSpPr>
          <p:spPr>
            <a:xfrm>
              <a:off x="349944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" name="pl169"/>
            <p:cNvSpPr/>
            <p:nvPr/>
          </p:nvSpPr>
          <p:spPr>
            <a:xfrm>
              <a:off x="360816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" name="pl170"/>
            <p:cNvSpPr/>
            <p:nvPr/>
          </p:nvSpPr>
          <p:spPr>
            <a:xfrm>
              <a:off x="371687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" name="pl171"/>
            <p:cNvSpPr/>
            <p:nvPr/>
          </p:nvSpPr>
          <p:spPr>
            <a:xfrm>
              <a:off x="382559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" name="pl172"/>
            <p:cNvSpPr/>
            <p:nvPr/>
          </p:nvSpPr>
          <p:spPr>
            <a:xfrm>
              <a:off x="3302112" y="3067167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" name="pl173"/>
            <p:cNvSpPr/>
            <p:nvPr/>
          </p:nvSpPr>
          <p:spPr>
            <a:xfrm>
              <a:off x="3302112" y="2678663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" name="pl174"/>
            <p:cNvSpPr/>
            <p:nvPr/>
          </p:nvSpPr>
          <p:spPr>
            <a:xfrm>
              <a:off x="3302112" y="2290159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" name="pl175"/>
            <p:cNvSpPr/>
            <p:nvPr/>
          </p:nvSpPr>
          <p:spPr>
            <a:xfrm>
              <a:off x="3302112" y="1901655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" name="pl176"/>
            <p:cNvSpPr/>
            <p:nvPr/>
          </p:nvSpPr>
          <p:spPr>
            <a:xfrm>
              <a:off x="3302112" y="1513151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" name="pl177"/>
            <p:cNvSpPr/>
            <p:nvPr/>
          </p:nvSpPr>
          <p:spPr>
            <a:xfrm>
              <a:off x="333637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" name="pl178"/>
            <p:cNvSpPr/>
            <p:nvPr/>
          </p:nvSpPr>
          <p:spPr>
            <a:xfrm>
              <a:off x="344509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" name="pl179"/>
            <p:cNvSpPr/>
            <p:nvPr/>
          </p:nvSpPr>
          <p:spPr>
            <a:xfrm>
              <a:off x="355380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" name="pl180"/>
            <p:cNvSpPr/>
            <p:nvPr/>
          </p:nvSpPr>
          <p:spPr>
            <a:xfrm>
              <a:off x="366252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" name="pl181"/>
            <p:cNvSpPr/>
            <p:nvPr/>
          </p:nvSpPr>
          <p:spPr>
            <a:xfrm>
              <a:off x="377123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" name="rc182"/>
            <p:cNvSpPr/>
            <p:nvPr/>
          </p:nvSpPr>
          <p:spPr>
            <a:xfrm>
              <a:off x="3327810" y="1353864"/>
              <a:ext cx="17131" cy="17133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" name="rc183"/>
            <p:cNvSpPr/>
            <p:nvPr/>
          </p:nvSpPr>
          <p:spPr>
            <a:xfrm>
              <a:off x="3344942" y="2845720"/>
              <a:ext cx="17131" cy="22144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" name="rc184"/>
            <p:cNvSpPr/>
            <p:nvPr/>
          </p:nvSpPr>
          <p:spPr>
            <a:xfrm>
              <a:off x="3362074" y="2985581"/>
              <a:ext cx="17131" cy="8158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" name="rc185"/>
            <p:cNvSpPr/>
            <p:nvPr/>
          </p:nvSpPr>
          <p:spPr>
            <a:xfrm>
              <a:off x="3379205" y="2981696"/>
              <a:ext cx="17131" cy="8547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" name="rc186"/>
            <p:cNvSpPr/>
            <p:nvPr/>
          </p:nvSpPr>
          <p:spPr>
            <a:xfrm>
              <a:off x="3396337" y="3047742"/>
              <a:ext cx="17131" cy="1942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" name="rc187"/>
            <p:cNvSpPr/>
            <p:nvPr/>
          </p:nvSpPr>
          <p:spPr>
            <a:xfrm>
              <a:off x="3413469" y="3039972"/>
              <a:ext cx="17131" cy="2719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" name="rc188"/>
            <p:cNvSpPr/>
            <p:nvPr/>
          </p:nvSpPr>
          <p:spPr>
            <a:xfrm>
              <a:off x="3430601" y="3059397"/>
              <a:ext cx="17131" cy="777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" name="rc189"/>
            <p:cNvSpPr/>
            <p:nvPr/>
          </p:nvSpPr>
          <p:spPr>
            <a:xfrm>
              <a:off x="3447733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" name="rc190"/>
            <p:cNvSpPr/>
            <p:nvPr/>
          </p:nvSpPr>
          <p:spPr>
            <a:xfrm>
              <a:off x="3464865" y="3059397"/>
              <a:ext cx="17131" cy="777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" name="rc191"/>
            <p:cNvSpPr/>
            <p:nvPr/>
          </p:nvSpPr>
          <p:spPr>
            <a:xfrm>
              <a:off x="3481997" y="3063282"/>
              <a:ext cx="17131" cy="388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" name="rc192"/>
            <p:cNvSpPr/>
            <p:nvPr/>
          </p:nvSpPr>
          <p:spPr>
            <a:xfrm>
              <a:off x="3499129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" name="rc193"/>
            <p:cNvSpPr/>
            <p:nvPr/>
          </p:nvSpPr>
          <p:spPr>
            <a:xfrm>
              <a:off x="3516261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" name="rc194"/>
            <p:cNvSpPr/>
            <p:nvPr/>
          </p:nvSpPr>
          <p:spPr>
            <a:xfrm>
              <a:off x="3533393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" name="rc195"/>
            <p:cNvSpPr/>
            <p:nvPr/>
          </p:nvSpPr>
          <p:spPr>
            <a:xfrm>
              <a:off x="3550525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" name="rc196"/>
            <p:cNvSpPr/>
            <p:nvPr/>
          </p:nvSpPr>
          <p:spPr>
            <a:xfrm>
              <a:off x="3567657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" name="rc197"/>
            <p:cNvSpPr/>
            <p:nvPr/>
          </p:nvSpPr>
          <p:spPr>
            <a:xfrm>
              <a:off x="3584789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" name="rc198"/>
            <p:cNvSpPr/>
            <p:nvPr/>
          </p:nvSpPr>
          <p:spPr>
            <a:xfrm>
              <a:off x="3601921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" name="rc199"/>
            <p:cNvSpPr/>
            <p:nvPr/>
          </p:nvSpPr>
          <p:spPr>
            <a:xfrm>
              <a:off x="3619053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" name="rc200"/>
            <p:cNvSpPr/>
            <p:nvPr/>
          </p:nvSpPr>
          <p:spPr>
            <a:xfrm>
              <a:off x="3636185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" name="rc201"/>
            <p:cNvSpPr/>
            <p:nvPr/>
          </p:nvSpPr>
          <p:spPr>
            <a:xfrm>
              <a:off x="3653317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" name="rc202"/>
            <p:cNvSpPr/>
            <p:nvPr/>
          </p:nvSpPr>
          <p:spPr>
            <a:xfrm>
              <a:off x="3670449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" name="rc203"/>
            <p:cNvSpPr/>
            <p:nvPr/>
          </p:nvSpPr>
          <p:spPr>
            <a:xfrm>
              <a:off x="3687581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" name="rc204"/>
            <p:cNvSpPr/>
            <p:nvPr/>
          </p:nvSpPr>
          <p:spPr>
            <a:xfrm>
              <a:off x="3704713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" name="rc205"/>
            <p:cNvSpPr/>
            <p:nvPr/>
          </p:nvSpPr>
          <p:spPr>
            <a:xfrm>
              <a:off x="3721845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" name="rc206"/>
            <p:cNvSpPr/>
            <p:nvPr/>
          </p:nvSpPr>
          <p:spPr>
            <a:xfrm>
              <a:off x="3738977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" name="rc207"/>
            <p:cNvSpPr/>
            <p:nvPr/>
          </p:nvSpPr>
          <p:spPr>
            <a:xfrm>
              <a:off x="3756109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" name="rc208"/>
            <p:cNvSpPr/>
            <p:nvPr/>
          </p:nvSpPr>
          <p:spPr>
            <a:xfrm>
              <a:off x="3773241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" name="rc209"/>
            <p:cNvSpPr/>
            <p:nvPr/>
          </p:nvSpPr>
          <p:spPr>
            <a:xfrm>
              <a:off x="3790373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" name="rc210"/>
            <p:cNvSpPr/>
            <p:nvPr/>
          </p:nvSpPr>
          <p:spPr>
            <a:xfrm>
              <a:off x="3807505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" name="rc211"/>
            <p:cNvSpPr/>
            <p:nvPr/>
          </p:nvSpPr>
          <p:spPr>
            <a:xfrm>
              <a:off x="3824637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" name="rc212"/>
            <p:cNvSpPr/>
            <p:nvPr/>
          </p:nvSpPr>
          <p:spPr>
            <a:xfrm>
              <a:off x="3302112" y="1198851"/>
              <a:ext cx="565354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" name="rc213"/>
            <p:cNvSpPr/>
            <p:nvPr/>
          </p:nvSpPr>
          <p:spPr>
            <a:xfrm>
              <a:off x="3937056" y="1198851"/>
              <a:ext cx="565354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14" name="pl214"/>
            <p:cNvSpPr/>
            <p:nvPr/>
          </p:nvSpPr>
          <p:spPr>
            <a:xfrm>
              <a:off x="3937056" y="2872915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" name="pl215"/>
            <p:cNvSpPr/>
            <p:nvPr/>
          </p:nvSpPr>
          <p:spPr>
            <a:xfrm>
              <a:off x="3937056" y="2484411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" name="pl216"/>
            <p:cNvSpPr/>
            <p:nvPr/>
          </p:nvSpPr>
          <p:spPr>
            <a:xfrm>
              <a:off x="3937056" y="2095907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" name="pl217"/>
            <p:cNvSpPr/>
            <p:nvPr/>
          </p:nvSpPr>
          <p:spPr>
            <a:xfrm>
              <a:off x="3937056" y="1707403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" name="pl218"/>
            <p:cNvSpPr/>
            <p:nvPr/>
          </p:nvSpPr>
          <p:spPr>
            <a:xfrm>
              <a:off x="3937056" y="1318899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" name="pl219"/>
            <p:cNvSpPr/>
            <p:nvPr/>
          </p:nvSpPr>
          <p:spPr>
            <a:xfrm>
              <a:off x="402567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" name="pl220"/>
            <p:cNvSpPr/>
            <p:nvPr/>
          </p:nvSpPr>
          <p:spPr>
            <a:xfrm>
              <a:off x="413439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" name="pl221"/>
            <p:cNvSpPr/>
            <p:nvPr/>
          </p:nvSpPr>
          <p:spPr>
            <a:xfrm>
              <a:off x="424310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" name="pl222"/>
            <p:cNvSpPr/>
            <p:nvPr/>
          </p:nvSpPr>
          <p:spPr>
            <a:xfrm>
              <a:off x="435182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" name="pl223"/>
            <p:cNvSpPr/>
            <p:nvPr/>
          </p:nvSpPr>
          <p:spPr>
            <a:xfrm>
              <a:off x="446053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" name="pl224"/>
            <p:cNvSpPr/>
            <p:nvPr/>
          </p:nvSpPr>
          <p:spPr>
            <a:xfrm>
              <a:off x="3937056" y="3067167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" name="pl225"/>
            <p:cNvSpPr/>
            <p:nvPr/>
          </p:nvSpPr>
          <p:spPr>
            <a:xfrm>
              <a:off x="3937056" y="2678663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" name="pl226"/>
            <p:cNvSpPr/>
            <p:nvPr/>
          </p:nvSpPr>
          <p:spPr>
            <a:xfrm>
              <a:off x="3937056" y="2290159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" name="pl227"/>
            <p:cNvSpPr/>
            <p:nvPr/>
          </p:nvSpPr>
          <p:spPr>
            <a:xfrm>
              <a:off x="3937056" y="1901655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" name="pl228"/>
            <p:cNvSpPr/>
            <p:nvPr/>
          </p:nvSpPr>
          <p:spPr>
            <a:xfrm>
              <a:off x="3937056" y="1513151"/>
              <a:ext cx="565354" cy="0"/>
            </a:xfrm>
            <a:custGeom>
              <a:avLst/>
              <a:gdLst/>
              <a:ahLst/>
              <a:cxnLst/>
              <a:rect l="0" t="0" r="0" b="0"/>
              <a:pathLst>
                <a:path w="565354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" name="pl229"/>
            <p:cNvSpPr/>
            <p:nvPr/>
          </p:nvSpPr>
          <p:spPr>
            <a:xfrm>
              <a:off x="397131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" name="pl230"/>
            <p:cNvSpPr/>
            <p:nvPr/>
          </p:nvSpPr>
          <p:spPr>
            <a:xfrm>
              <a:off x="408003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" name="pl231"/>
            <p:cNvSpPr/>
            <p:nvPr/>
          </p:nvSpPr>
          <p:spPr>
            <a:xfrm>
              <a:off x="418874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" name="pl232"/>
            <p:cNvSpPr/>
            <p:nvPr/>
          </p:nvSpPr>
          <p:spPr>
            <a:xfrm>
              <a:off x="429746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" name="pl233"/>
            <p:cNvSpPr/>
            <p:nvPr/>
          </p:nvSpPr>
          <p:spPr>
            <a:xfrm>
              <a:off x="440617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" name="rc234"/>
            <p:cNvSpPr/>
            <p:nvPr/>
          </p:nvSpPr>
          <p:spPr>
            <a:xfrm>
              <a:off x="3937056" y="1198851"/>
              <a:ext cx="565354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" name="rc235"/>
            <p:cNvSpPr/>
            <p:nvPr/>
          </p:nvSpPr>
          <p:spPr>
            <a:xfrm>
              <a:off x="1397280" y="983989"/>
              <a:ext cx="565354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" name="tx236"/>
            <p:cNvSpPr/>
            <p:nvPr/>
          </p:nvSpPr>
          <p:spPr>
            <a:xfrm>
              <a:off x="1568143" y="1050110"/>
              <a:ext cx="223629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Este</a:t>
              </a:r>
            </a:p>
          </p:txBody>
        </p:sp>
        <p:sp>
          <p:nvSpPr>
            <p:cNvPr id="237" name="rc237"/>
            <p:cNvSpPr/>
            <p:nvPr/>
          </p:nvSpPr>
          <p:spPr>
            <a:xfrm>
              <a:off x="2032224" y="983989"/>
              <a:ext cx="565354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" name="tx238"/>
            <p:cNvSpPr/>
            <p:nvPr/>
          </p:nvSpPr>
          <p:spPr>
            <a:xfrm>
              <a:off x="2178257" y="1050110"/>
              <a:ext cx="273288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Norte</a:t>
              </a:r>
            </a:p>
          </p:txBody>
        </p:sp>
        <p:sp>
          <p:nvSpPr>
            <p:cNvPr id="239" name="rc239"/>
            <p:cNvSpPr/>
            <p:nvPr/>
          </p:nvSpPr>
          <p:spPr>
            <a:xfrm>
              <a:off x="2667168" y="983989"/>
              <a:ext cx="565354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" name="tx240"/>
            <p:cNvSpPr/>
            <p:nvPr/>
          </p:nvSpPr>
          <p:spPr>
            <a:xfrm>
              <a:off x="2800759" y="1048637"/>
              <a:ext cx="298172" cy="827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Oeste</a:t>
              </a:r>
            </a:p>
          </p:txBody>
        </p:sp>
        <p:sp>
          <p:nvSpPr>
            <p:cNvPr id="241" name="rc241"/>
            <p:cNvSpPr/>
            <p:nvPr/>
          </p:nvSpPr>
          <p:spPr>
            <a:xfrm>
              <a:off x="3302112" y="983989"/>
              <a:ext cx="565354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" name="tx242"/>
            <p:cNvSpPr/>
            <p:nvPr/>
          </p:nvSpPr>
          <p:spPr>
            <a:xfrm>
              <a:off x="3497831" y="1048691"/>
              <a:ext cx="173915" cy="8272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Sur</a:t>
              </a:r>
            </a:p>
          </p:txBody>
        </p:sp>
        <p:sp>
          <p:nvSpPr>
            <p:cNvPr id="243" name="rc243"/>
            <p:cNvSpPr/>
            <p:nvPr/>
          </p:nvSpPr>
          <p:spPr>
            <a:xfrm>
              <a:off x="3937056" y="983989"/>
              <a:ext cx="565354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" name="tx244"/>
            <p:cNvSpPr/>
            <p:nvPr/>
          </p:nvSpPr>
          <p:spPr>
            <a:xfrm>
              <a:off x="4142107" y="1051420"/>
              <a:ext cx="155252" cy="8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NA</a:t>
              </a:r>
            </a:p>
          </p:txBody>
        </p:sp>
        <p:sp>
          <p:nvSpPr>
            <p:cNvPr id="245" name="pl245"/>
            <p:cNvSpPr/>
            <p:nvPr/>
          </p:nvSpPr>
          <p:spPr>
            <a:xfrm>
              <a:off x="143154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" name="pl246"/>
            <p:cNvSpPr/>
            <p:nvPr/>
          </p:nvSpPr>
          <p:spPr>
            <a:xfrm>
              <a:off x="1540259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" name="pl247"/>
            <p:cNvSpPr/>
            <p:nvPr/>
          </p:nvSpPr>
          <p:spPr>
            <a:xfrm>
              <a:off x="164897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" name="pl248"/>
            <p:cNvSpPr/>
            <p:nvPr/>
          </p:nvSpPr>
          <p:spPr>
            <a:xfrm>
              <a:off x="1757688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" name="pl249"/>
            <p:cNvSpPr/>
            <p:nvPr/>
          </p:nvSpPr>
          <p:spPr>
            <a:xfrm>
              <a:off x="1866403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" name="tx250"/>
            <p:cNvSpPr/>
            <p:nvPr/>
          </p:nvSpPr>
          <p:spPr>
            <a:xfrm rot="-2700000">
              <a:off x="1428152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51" name="tx251"/>
            <p:cNvSpPr/>
            <p:nvPr/>
          </p:nvSpPr>
          <p:spPr>
            <a:xfrm rot="-2700000">
              <a:off x="1474711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252" name="tx252"/>
            <p:cNvSpPr/>
            <p:nvPr/>
          </p:nvSpPr>
          <p:spPr>
            <a:xfrm rot="-2700000">
              <a:off x="1583426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253" name="tx253"/>
            <p:cNvSpPr/>
            <p:nvPr/>
          </p:nvSpPr>
          <p:spPr>
            <a:xfrm rot="-2700000">
              <a:off x="1692122" y="3205558"/>
              <a:ext cx="186466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254" name="tx254"/>
            <p:cNvSpPr/>
            <p:nvPr/>
          </p:nvSpPr>
          <p:spPr>
            <a:xfrm rot="-2700000">
              <a:off x="1800856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255" name="pl255"/>
            <p:cNvSpPr/>
            <p:nvPr/>
          </p:nvSpPr>
          <p:spPr>
            <a:xfrm>
              <a:off x="2066488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" name="pl256"/>
            <p:cNvSpPr/>
            <p:nvPr/>
          </p:nvSpPr>
          <p:spPr>
            <a:xfrm>
              <a:off x="2175203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" name="pl257"/>
            <p:cNvSpPr/>
            <p:nvPr/>
          </p:nvSpPr>
          <p:spPr>
            <a:xfrm>
              <a:off x="2283917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" name="pl258"/>
            <p:cNvSpPr/>
            <p:nvPr/>
          </p:nvSpPr>
          <p:spPr>
            <a:xfrm>
              <a:off x="239263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" name="pl259"/>
            <p:cNvSpPr/>
            <p:nvPr/>
          </p:nvSpPr>
          <p:spPr>
            <a:xfrm>
              <a:off x="2501347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" name="tx260"/>
            <p:cNvSpPr/>
            <p:nvPr/>
          </p:nvSpPr>
          <p:spPr>
            <a:xfrm rot="-2700000">
              <a:off x="2063096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61" name="tx261"/>
            <p:cNvSpPr/>
            <p:nvPr/>
          </p:nvSpPr>
          <p:spPr>
            <a:xfrm rot="-2700000">
              <a:off x="2109655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262" name="tx262"/>
            <p:cNvSpPr/>
            <p:nvPr/>
          </p:nvSpPr>
          <p:spPr>
            <a:xfrm rot="-2700000">
              <a:off x="2218370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263" name="tx263"/>
            <p:cNvSpPr/>
            <p:nvPr/>
          </p:nvSpPr>
          <p:spPr>
            <a:xfrm rot="-2700000">
              <a:off x="2327066" y="3205558"/>
              <a:ext cx="186466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264" name="tx264"/>
            <p:cNvSpPr/>
            <p:nvPr/>
          </p:nvSpPr>
          <p:spPr>
            <a:xfrm rot="-2700000">
              <a:off x="2435800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265" name="pl265"/>
            <p:cNvSpPr/>
            <p:nvPr/>
          </p:nvSpPr>
          <p:spPr>
            <a:xfrm>
              <a:off x="270143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6" name="pl266"/>
            <p:cNvSpPr/>
            <p:nvPr/>
          </p:nvSpPr>
          <p:spPr>
            <a:xfrm>
              <a:off x="2810147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7" name="pl267"/>
            <p:cNvSpPr/>
            <p:nvPr/>
          </p:nvSpPr>
          <p:spPr>
            <a:xfrm>
              <a:off x="2918861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8" name="pl268"/>
            <p:cNvSpPr/>
            <p:nvPr/>
          </p:nvSpPr>
          <p:spPr>
            <a:xfrm>
              <a:off x="302757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9" name="pl269"/>
            <p:cNvSpPr/>
            <p:nvPr/>
          </p:nvSpPr>
          <p:spPr>
            <a:xfrm>
              <a:off x="3136291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0" name="tx270"/>
            <p:cNvSpPr/>
            <p:nvPr/>
          </p:nvSpPr>
          <p:spPr>
            <a:xfrm rot="-2700000">
              <a:off x="2698040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71" name="tx271"/>
            <p:cNvSpPr/>
            <p:nvPr/>
          </p:nvSpPr>
          <p:spPr>
            <a:xfrm rot="-2700000">
              <a:off x="2744599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272" name="tx272"/>
            <p:cNvSpPr/>
            <p:nvPr/>
          </p:nvSpPr>
          <p:spPr>
            <a:xfrm rot="-2700000">
              <a:off x="2853314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273" name="tx273"/>
            <p:cNvSpPr/>
            <p:nvPr/>
          </p:nvSpPr>
          <p:spPr>
            <a:xfrm rot="-2700000">
              <a:off x="2962010" y="3205558"/>
              <a:ext cx="186466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274" name="tx274"/>
            <p:cNvSpPr/>
            <p:nvPr/>
          </p:nvSpPr>
          <p:spPr>
            <a:xfrm rot="-2700000">
              <a:off x="3070744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275" name="pl275"/>
            <p:cNvSpPr/>
            <p:nvPr/>
          </p:nvSpPr>
          <p:spPr>
            <a:xfrm>
              <a:off x="333637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6" name="pl276"/>
            <p:cNvSpPr/>
            <p:nvPr/>
          </p:nvSpPr>
          <p:spPr>
            <a:xfrm>
              <a:off x="3445090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7" name="pl277"/>
            <p:cNvSpPr/>
            <p:nvPr/>
          </p:nvSpPr>
          <p:spPr>
            <a:xfrm>
              <a:off x="3553805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8" name="pl278"/>
            <p:cNvSpPr/>
            <p:nvPr/>
          </p:nvSpPr>
          <p:spPr>
            <a:xfrm>
              <a:off x="3662520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9" name="pl279"/>
            <p:cNvSpPr/>
            <p:nvPr/>
          </p:nvSpPr>
          <p:spPr>
            <a:xfrm>
              <a:off x="3771235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0" name="tx280"/>
            <p:cNvSpPr/>
            <p:nvPr/>
          </p:nvSpPr>
          <p:spPr>
            <a:xfrm rot="-2700000">
              <a:off x="3332984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81" name="tx281"/>
            <p:cNvSpPr/>
            <p:nvPr/>
          </p:nvSpPr>
          <p:spPr>
            <a:xfrm rot="-2700000">
              <a:off x="3379543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282" name="tx282"/>
            <p:cNvSpPr/>
            <p:nvPr/>
          </p:nvSpPr>
          <p:spPr>
            <a:xfrm rot="-2700000">
              <a:off x="3488258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283" name="tx283"/>
            <p:cNvSpPr/>
            <p:nvPr/>
          </p:nvSpPr>
          <p:spPr>
            <a:xfrm rot="-2700000">
              <a:off x="3596954" y="3205558"/>
              <a:ext cx="186466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284" name="tx284"/>
            <p:cNvSpPr/>
            <p:nvPr/>
          </p:nvSpPr>
          <p:spPr>
            <a:xfrm rot="-2700000">
              <a:off x="3705688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285" name="pl285"/>
            <p:cNvSpPr/>
            <p:nvPr/>
          </p:nvSpPr>
          <p:spPr>
            <a:xfrm>
              <a:off x="3971319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6" name="pl286"/>
            <p:cNvSpPr/>
            <p:nvPr/>
          </p:nvSpPr>
          <p:spPr>
            <a:xfrm>
              <a:off x="408003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7" name="pl287"/>
            <p:cNvSpPr/>
            <p:nvPr/>
          </p:nvSpPr>
          <p:spPr>
            <a:xfrm>
              <a:off x="4188749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8" name="pl288"/>
            <p:cNvSpPr/>
            <p:nvPr/>
          </p:nvSpPr>
          <p:spPr>
            <a:xfrm>
              <a:off x="429746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9" name="pl289"/>
            <p:cNvSpPr/>
            <p:nvPr/>
          </p:nvSpPr>
          <p:spPr>
            <a:xfrm>
              <a:off x="4406179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0" name="tx290"/>
            <p:cNvSpPr/>
            <p:nvPr/>
          </p:nvSpPr>
          <p:spPr>
            <a:xfrm rot="-2700000">
              <a:off x="3967928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91" name="tx291"/>
            <p:cNvSpPr/>
            <p:nvPr/>
          </p:nvSpPr>
          <p:spPr>
            <a:xfrm rot="-2700000">
              <a:off x="4014487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292" name="tx292"/>
            <p:cNvSpPr/>
            <p:nvPr/>
          </p:nvSpPr>
          <p:spPr>
            <a:xfrm rot="-2700000">
              <a:off x="4123202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293" name="tx293"/>
            <p:cNvSpPr/>
            <p:nvPr/>
          </p:nvSpPr>
          <p:spPr>
            <a:xfrm rot="-2700000">
              <a:off x="4231898" y="3205558"/>
              <a:ext cx="186466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294" name="tx294"/>
            <p:cNvSpPr/>
            <p:nvPr/>
          </p:nvSpPr>
          <p:spPr>
            <a:xfrm rot="-2700000">
              <a:off x="4340632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295" name="tx295"/>
            <p:cNvSpPr/>
            <p:nvPr/>
          </p:nvSpPr>
          <p:spPr>
            <a:xfrm>
              <a:off x="1272494" y="302547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96" name="tx296"/>
            <p:cNvSpPr/>
            <p:nvPr/>
          </p:nvSpPr>
          <p:spPr>
            <a:xfrm>
              <a:off x="1148183" y="2636971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297" name="tx297"/>
            <p:cNvSpPr/>
            <p:nvPr/>
          </p:nvSpPr>
          <p:spPr>
            <a:xfrm>
              <a:off x="1148183" y="2248467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298" name="tx298"/>
            <p:cNvSpPr/>
            <p:nvPr/>
          </p:nvSpPr>
          <p:spPr>
            <a:xfrm>
              <a:off x="1148183" y="1859908"/>
              <a:ext cx="186466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299" name="tx299"/>
            <p:cNvSpPr/>
            <p:nvPr/>
          </p:nvSpPr>
          <p:spPr>
            <a:xfrm>
              <a:off x="1148183" y="1471459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300" name="pl300"/>
            <p:cNvSpPr/>
            <p:nvPr/>
          </p:nvSpPr>
          <p:spPr>
            <a:xfrm>
              <a:off x="1362485" y="306716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1" name="pl301"/>
            <p:cNvSpPr/>
            <p:nvPr/>
          </p:nvSpPr>
          <p:spPr>
            <a:xfrm>
              <a:off x="1362485" y="2678663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2" name="pl302"/>
            <p:cNvSpPr/>
            <p:nvPr/>
          </p:nvSpPr>
          <p:spPr>
            <a:xfrm>
              <a:off x="1362485" y="2290159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3" name="pl303"/>
            <p:cNvSpPr/>
            <p:nvPr/>
          </p:nvSpPr>
          <p:spPr>
            <a:xfrm>
              <a:off x="1362485" y="1901655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4" name="pl304"/>
            <p:cNvSpPr/>
            <p:nvPr/>
          </p:nvSpPr>
          <p:spPr>
            <a:xfrm>
              <a:off x="1362485" y="151315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5" name="tx305"/>
            <p:cNvSpPr/>
            <p:nvPr/>
          </p:nvSpPr>
          <p:spPr>
            <a:xfrm>
              <a:off x="2654858" y="3455132"/>
              <a:ext cx="589973" cy="10347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HUEVOS</a:t>
              </a:r>
            </a:p>
          </p:txBody>
        </p:sp>
        <p:sp>
          <p:nvSpPr>
            <p:cNvPr id="306" name="tx306"/>
            <p:cNvSpPr/>
            <p:nvPr/>
          </p:nvSpPr>
          <p:spPr>
            <a:xfrm rot="-5400000">
              <a:off x="863422" y="2127800"/>
              <a:ext cx="341746" cy="9938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count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</Words>
  <Application>Microsoft Office PowerPoint</Application>
  <PresentationFormat>Presentación en pantalla (4:3)</PresentationFormat>
  <Paragraphs>37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/>
  <cp:lastModifiedBy>Jacobo Robledo Buritica</cp:lastModifiedBy>
  <cp:revision>4</cp:revision>
  <dcterms:created xsi:type="dcterms:W3CDTF">2017-02-13T16:18:36Z</dcterms:created>
  <dcterms:modified xsi:type="dcterms:W3CDTF">2021-03-26T03:50:01Z</dcterms:modified>
  <cp:category/>
</cp:coreProperties>
</file>