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1548680" y="457200"/>
            <a:ext cx="11866512" cy="59436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413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5057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5701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39728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4090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735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5379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1406142" y="2697267"/>
              <a:ext cx="5908" cy="3699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1412050" y="2926860"/>
              <a:ext cx="5908" cy="1403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1417959" y="2990636"/>
              <a:ext cx="5908" cy="7653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23867" y="3009769"/>
              <a:ext cx="5908" cy="5739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29775" y="3054412"/>
              <a:ext cx="5908" cy="127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35683" y="3041657"/>
              <a:ext cx="5908" cy="255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41591" y="3048034"/>
              <a:ext cx="5908" cy="191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47500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53408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5931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465224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4711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477041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48294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48885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49476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00673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0658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1249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1839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2430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3021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3612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420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479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5384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5975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5656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5715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5774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39728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66184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166184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166184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166184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17058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7702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8346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66184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66184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66184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6736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7380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8024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1670702" y="2582470"/>
              <a:ext cx="5908" cy="48469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1676610" y="2786553"/>
              <a:ext cx="5908" cy="2806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1682519" y="2971503"/>
              <a:ext cx="5908" cy="9566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1688427" y="2997013"/>
              <a:ext cx="5908" cy="701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1694335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1700243" y="3041657"/>
              <a:ext cx="5908" cy="255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1706151" y="3048034"/>
              <a:ext cx="5908" cy="191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171206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171796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1723876" y="3048034"/>
              <a:ext cx="5908" cy="191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17297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17356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1741601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74750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175341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75932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76523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177114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177705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178295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178886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179477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180068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180659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181249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81840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182431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83022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18361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184204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166184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192640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192640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192640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192640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19704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20348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20992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192640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192640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92640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9382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20026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20670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1935262" y="2812063"/>
              <a:ext cx="5908" cy="25510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1941170" y="2863084"/>
              <a:ext cx="5908" cy="204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1947078" y="2977881"/>
              <a:ext cx="5908" cy="892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1952987" y="3028901"/>
              <a:ext cx="5908" cy="382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1958895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1964803" y="3035279"/>
              <a:ext cx="5908" cy="318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197071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19766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1982528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198843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1994344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200025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200616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201206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201797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202388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202979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203570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204161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204751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205342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2059334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206524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207115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207705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208296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208887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20947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21006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210660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192640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219096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219096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219096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219096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22349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229939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23638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219096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219096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219096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22027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22671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23316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2199822" y="2327366"/>
              <a:ext cx="5908" cy="7398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rc151"/>
            <p:cNvSpPr/>
            <p:nvPr/>
          </p:nvSpPr>
          <p:spPr>
            <a:xfrm>
              <a:off x="2205730" y="2678134"/>
              <a:ext cx="5908" cy="3890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rc152"/>
            <p:cNvSpPr/>
            <p:nvPr/>
          </p:nvSpPr>
          <p:spPr>
            <a:xfrm>
              <a:off x="2211638" y="2920482"/>
              <a:ext cx="5908" cy="14668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rc153"/>
            <p:cNvSpPr/>
            <p:nvPr/>
          </p:nvSpPr>
          <p:spPr>
            <a:xfrm>
              <a:off x="2217547" y="3003391"/>
              <a:ext cx="5908" cy="6377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rc154"/>
            <p:cNvSpPr/>
            <p:nvPr/>
          </p:nvSpPr>
          <p:spPr>
            <a:xfrm>
              <a:off x="2223455" y="3022524"/>
              <a:ext cx="5908" cy="446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2229363" y="3035279"/>
              <a:ext cx="5908" cy="318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rc156"/>
            <p:cNvSpPr/>
            <p:nvPr/>
          </p:nvSpPr>
          <p:spPr>
            <a:xfrm>
              <a:off x="2235271" y="3048034"/>
              <a:ext cx="5908" cy="191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rc157"/>
            <p:cNvSpPr/>
            <p:nvPr/>
          </p:nvSpPr>
          <p:spPr>
            <a:xfrm>
              <a:off x="22411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rc158"/>
            <p:cNvSpPr/>
            <p:nvPr/>
          </p:nvSpPr>
          <p:spPr>
            <a:xfrm>
              <a:off x="2247088" y="3054412"/>
              <a:ext cx="5908" cy="127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rc159"/>
            <p:cNvSpPr/>
            <p:nvPr/>
          </p:nvSpPr>
          <p:spPr>
            <a:xfrm>
              <a:off x="2252996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22589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rc161"/>
            <p:cNvSpPr/>
            <p:nvPr/>
          </p:nvSpPr>
          <p:spPr>
            <a:xfrm>
              <a:off x="2264812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rc162"/>
            <p:cNvSpPr/>
            <p:nvPr/>
          </p:nvSpPr>
          <p:spPr>
            <a:xfrm>
              <a:off x="227072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rc163"/>
            <p:cNvSpPr/>
            <p:nvPr/>
          </p:nvSpPr>
          <p:spPr>
            <a:xfrm>
              <a:off x="227662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rc164"/>
            <p:cNvSpPr/>
            <p:nvPr/>
          </p:nvSpPr>
          <p:spPr>
            <a:xfrm>
              <a:off x="228253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rc165"/>
            <p:cNvSpPr/>
            <p:nvPr/>
          </p:nvSpPr>
          <p:spPr>
            <a:xfrm>
              <a:off x="228844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229435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230026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rc168"/>
            <p:cNvSpPr/>
            <p:nvPr/>
          </p:nvSpPr>
          <p:spPr>
            <a:xfrm>
              <a:off x="230617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rc169"/>
            <p:cNvSpPr/>
            <p:nvPr/>
          </p:nvSpPr>
          <p:spPr>
            <a:xfrm>
              <a:off x="231207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231798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232389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232980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233571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234161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234752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235343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235934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236525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2371160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219096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245552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245552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245552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245552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249954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25639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26283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l188"/>
            <p:cNvSpPr/>
            <p:nvPr/>
          </p:nvSpPr>
          <p:spPr>
            <a:xfrm>
              <a:off x="245552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89"/>
            <p:cNvSpPr/>
            <p:nvPr/>
          </p:nvSpPr>
          <p:spPr>
            <a:xfrm>
              <a:off x="245552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245552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24673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l192"/>
            <p:cNvSpPr/>
            <p:nvPr/>
          </p:nvSpPr>
          <p:spPr>
            <a:xfrm>
              <a:off x="25317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l193"/>
            <p:cNvSpPr/>
            <p:nvPr/>
          </p:nvSpPr>
          <p:spPr>
            <a:xfrm>
              <a:off x="25961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194"/>
            <p:cNvSpPr/>
            <p:nvPr/>
          </p:nvSpPr>
          <p:spPr>
            <a:xfrm>
              <a:off x="2464382" y="2014864"/>
              <a:ext cx="5908" cy="10523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rc195"/>
            <p:cNvSpPr/>
            <p:nvPr/>
          </p:nvSpPr>
          <p:spPr>
            <a:xfrm>
              <a:off x="2470290" y="2423030"/>
              <a:ext cx="5908" cy="64413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196"/>
            <p:cNvSpPr/>
            <p:nvPr/>
          </p:nvSpPr>
          <p:spPr>
            <a:xfrm>
              <a:off x="2476198" y="2882217"/>
              <a:ext cx="5908" cy="1849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197"/>
            <p:cNvSpPr/>
            <p:nvPr/>
          </p:nvSpPr>
          <p:spPr>
            <a:xfrm>
              <a:off x="2482107" y="2984258"/>
              <a:ext cx="5908" cy="829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198"/>
            <p:cNvSpPr/>
            <p:nvPr/>
          </p:nvSpPr>
          <p:spPr>
            <a:xfrm>
              <a:off x="2488015" y="2990636"/>
              <a:ext cx="5908" cy="7653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199"/>
            <p:cNvSpPr/>
            <p:nvPr/>
          </p:nvSpPr>
          <p:spPr>
            <a:xfrm>
              <a:off x="2493923" y="3028901"/>
              <a:ext cx="5908" cy="382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200"/>
            <p:cNvSpPr/>
            <p:nvPr/>
          </p:nvSpPr>
          <p:spPr>
            <a:xfrm>
              <a:off x="2499831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201"/>
            <p:cNvSpPr/>
            <p:nvPr/>
          </p:nvSpPr>
          <p:spPr>
            <a:xfrm>
              <a:off x="25057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202"/>
            <p:cNvSpPr/>
            <p:nvPr/>
          </p:nvSpPr>
          <p:spPr>
            <a:xfrm>
              <a:off x="251164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203"/>
            <p:cNvSpPr/>
            <p:nvPr/>
          </p:nvSpPr>
          <p:spPr>
            <a:xfrm>
              <a:off x="251755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204"/>
            <p:cNvSpPr/>
            <p:nvPr/>
          </p:nvSpPr>
          <p:spPr>
            <a:xfrm>
              <a:off x="25234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205"/>
            <p:cNvSpPr/>
            <p:nvPr/>
          </p:nvSpPr>
          <p:spPr>
            <a:xfrm>
              <a:off x="2529372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206"/>
            <p:cNvSpPr/>
            <p:nvPr/>
          </p:nvSpPr>
          <p:spPr>
            <a:xfrm>
              <a:off x="253528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207"/>
            <p:cNvSpPr/>
            <p:nvPr/>
          </p:nvSpPr>
          <p:spPr>
            <a:xfrm>
              <a:off x="254118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208"/>
            <p:cNvSpPr/>
            <p:nvPr/>
          </p:nvSpPr>
          <p:spPr>
            <a:xfrm>
              <a:off x="254709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209"/>
            <p:cNvSpPr/>
            <p:nvPr/>
          </p:nvSpPr>
          <p:spPr>
            <a:xfrm>
              <a:off x="255300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10"/>
            <p:cNvSpPr/>
            <p:nvPr/>
          </p:nvSpPr>
          <p:spPr>
            <a:xfrm>
              <a:off x="255891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1"/>
            <p:cNvSpPr/>
            <p:nvPr/>
          </p:nvSpPr>
          <p:spPr>
            <a:xfrm>
              <a:off x="256482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12"/>
            <p:cNvSpPr/>
            <p:nvPr/>
          </p:nvSpPr>
          <p:spPr>
            <a:xfrm>
              <a:off x="257073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3"/>
            <p:cNvSpPr/>
            <p:nvPr/>
          </p:nvSpPr>
          <p:spPr>
            <a:xfrm>
              <a:off x="257663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14"/>
            <p:cNvSpPr/>
            <p:nvPr/>
          </p:nvSpPr>
          <p:spPr>
            <a:xfrm>
              <a:off x="258254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15"/>
            <p:cNvSpPr/>
            <p:nvPr/>
          </p:nvSpPr>
          <p:spPr>
            <a:xfrm>
              <a:off x="258845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16"/>
            <p:cNvSpPr/>
            <p:nvPr/>
          </p:nvSpPr>
          <p:spPr>
            <a:xfrm>
              <a:off x="259436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17"/>
            <p:cNvSpPr/>
            <p:nvPr/>
          </p:nvSpPr>
          <p:spPr>
            <a:xfrm>
              <a:off x="260027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18"/>
            <p:cNvSpPr/>
            <p:nvPr/>
          </p:nvSpPr>
          <p:spPr>
            <a:xfrm>
              <a:off x="260617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19"/>
            <p:cNvSpPr/>
            <p:nvPr/>
          </p:nvSpPr>
          <p:spPr>
            <a:xfrm>
              <a:off x="261208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20"/>
            <p:cNvSpPr/>
            <p:nvPr/>
          </p:nvSpPr>
          <p:spPr>
            <a:xfrm>
              <a:off x="261799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21"/>
            <p:cNvSpPr/>
            <p:nvPr/>
          </p:nvSpPr>
          <p:spPr>
            <a:xfrm>
              <a:off x="26239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222"/>
            <p:cNvSpPr/>
            <p:nvPr/>
          </p:nvSpPr>
          <p:spPr>
            <a:xfrm>
              <a:off x="262981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223"/>
            <p:cNvSpPr/>
            <p:nvPr/>
          </p:nvSpPr>
          <p:spPr>
            <a:xfrm>
              <a:off x="26357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224"/>
            <p:cNvSpPr/>
            <p:nvPr/>
          </p:nvSpPr>
          <p:spPr>
            <a:xfrm>
              <a:off x="245552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225"/>
            <p:cNvSpPr/>
            <p:nvPr/>
          </p:nvSpPr>
          <p:spPr>
            <a:xfrm>
              <a:off x="272008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6" name="pl226"/>
            <p:cNvSpPr/>
            <p:nvPr/>
          </p:nvSpPr>
          <p:spPr>
            <a:xfrm>
              <a:off x="272008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l227"/>
            <p:cNvSpPr/>
            <p:nvPr/>
          </p:nvSpPr>
          <p:spPr>
            <a:xfrm>
              <a:off x="272008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l228"/>
            <p:cNvSpPr/>
            <p:nvPr/>
          </p:nvSpPr>
          <p:spPr>
            <a:xfrm>
              <a:off x="272008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l229"/>
            <p:cNvSpPr/>
            <p:nvPr/>
          </p:nvSpPr>
          <p:spPr>
            <a:xfrm>
              <a:off x="276410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l230"/>
            <p:cNvSpPr/>
            <p:nvPr/>
          </p:nvSpPr>
          <p:spPr>
            <a:xfrm>
              <a:off x="28285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l231"/>
            <p:cNvSpPr/>
            <p:nvPr/>
          </p:nvSpPr>
          <p:spPr>
            <a:xfrm>
              <a:off x="28929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l232"/>
            <p:cNvSpPr/>
            <p:nvPr/>
          </p:nvSpPr>
          <p:spPr>
            <a:xfrm>
              <a:off x="272008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l233"/>
            <p:cNvSpPr/>
            <p:nvPr/>
          </p:nvSpPr>
          <p:spPr>
            <a:xfrm>
              <a:off x="272008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l234"/>
            <p:cNvSpPr/>
            <p:nvPr/>
          </p:nvSpPr>
          <p:spPr>
            <a:xfrm>
              <a:off x="272008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l235"/>
            <p:cNvSpPr/>
            <p:nvPr/>
          </p:nvSpPr>
          <p:spPr>
            <a:xfrm>
              <a:off x="27318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l236"/>
            <p:cNvSpPr/>
            <p:nvPr/>
          </p:nvSpPr>
          <p:spPr>
            <a:xfrm>
              <a:off x="27963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l237"/>
            <p:cNvSpPr/>
            <p:nvPr/>
          </p:nvSpPr>
          <p:spPr>
            <a:xfrm>
              <a:off x="28607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rc238"/>
            <p:cNvSpPr/>
            <p:nvPr/>
          </p:nvSpPr>
          <p:spPr>
            <a:xfrm>
              <a:off x="2728942" y="1287818"/>
              <a:ext cx="5908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rc239"/>
            <p:cNvSpPr/>
            <p:nvPr/>
          </p:nvSpPr>
          <p:spPr>
            <a:xfrm>
              <a:off x="2734850" y="2767420"/>
              <a:ext cx="5908" cy="2997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rc240"/>
            <p:cNvSpPr/>
            <p:nvPr/>
          </p:nvSpPr>
          <p:spPr>
            <a:xfrm>
              <a:off x="2740758" y="2965125"/>
              <a:ext cx="5908" cy="1020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rc241"/>
            <p:cNvSpPr/>
            <p:nvPr/>
          </p:nvSpPr>
          <p:spPr>
            <a:xfrm>
              <a:off x="2746667" y="3028901"/>
              <a:ext cx="5908" cy="382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rc242"/>
            <p:cNvSpPr/>
            <p:nvPr/>
          </p:nvSpPr>
          <p:spPr>
            <a:xfrm>
              <a:off x="2752575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rc243"/>
            <p:cNvSpPr/>
            <p:nvPr/>
          </p:nvSpPr>
          <p:spPr>
            <a:xfrm>
              <a:off x="2758483" y="3054412"/>
              <a:ext cx="5908" cy="127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rc244"/>
            <p:cNvSpPr/>
            <p:nvPr/>
          </p:nvSpPr>
          <p:spPr>
            <a:xfrm>
              <a:off x="2764391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rc245"/>
            <p:cNvSpPr/>
            <p:nvPr/>
          </p:nvSpPr>
          <p:spPr>
            <a:xfrm>
              <a:off x="277029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rc246"/>
            <p:cNvSpPr/>
            <p:nvPr/>
          </p:nvSpPr>
          <p:spPr>
            <a:xfrm>
              <a:off x="277620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rc247"/>
            <p:cNvSpPr/>
            <p:nvPr/>
          </p:nvSpPr>
          <p:spPr>
            <a:xfrm>
              <a:off x="278211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rc248"/>
            <p:cNvSpPr/>
            <p:nvPr/>
          </p:nvSpPr>
          <p:spPr>
            <a:xfrm>
              <a:off x="278802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rc249"/>
            <p:cNvSpPr/>
            <p:nvPr/>
          </p:nvSpPr>
          <p:spPr>
            <a:xfrm>
              <a:off x="27939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rc250"/>
            <p:cNvSpPr/>
            <p:nvPr/>
          </p:nvSpPr>
          <p:spPr>
            <a:xfrm>
              <a:off x="279984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rc251"/>
            <p:cNvSpPr/>
            <p:nvPr/>
          </p:nvSpPr>
          <p:spPr>
            <a:xfrm>
              <a:off x="280574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rc252"/>
            <p:cNvSpPr/>
            <p:nvPr/>
          </p:nvSpPr>
          <p:spPr>
            <a:xfrm>
              <a:off x="281165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rc253"/>
            <p:cNvSpPr/>
            <p:nvPr/>
          </p:nvSpPr>
          <p:spPr>
            <a:xfrm>
              <a:off x="281756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rc254"/>
            <p:cNvSpPr/>
            <p:nvPr/>
          </p:nvSpPr>
          <p:spPr>
            <a:xfrm>
              <a:off x="282347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rc255"/>
            <p:cNvSpPr/>
            <p:nvPr/>
          </p:nvSpPr>
          <p:spPr>
            <a:xfrm>
              <a:off x="282938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rc256"/>
            <p:cNvSpPr/>
            <p:nvPr/>
          </p:nvSpPr>
          <p:spPr>
            <a:xfrm>
              <a:off x="283529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rc257"/>
            <p:cNvSpPr/>
            <p:nvPr/>
          </p:nvSpPr>
          <p:spPr>
            <a:xfrm>
              <a:off x="284119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rc258"/>
            <p:cNvSpPr/>
            <p:nvPr/>
          </p:nvSpPr>
          <p:spPr>
            <a:xfrm>
              <a:off x="284710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rc259"/>
            <p:cNvSpPr/>
            <p:nvPr/>
          </p:nvSpPr>
          <p:spPr>
            <a:xfrm>
              <a:off x="285301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rc260"/>
            <p:cNvSpPr/>
            <p:nvPr/>
          </p:nvSpPr>
          <p:spPr>
            <a:xfrm>
              <a:off x="285892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rc261"/>
            <p:cNvSpPr/>
            <p:nvPr/>
          </p:nvSpPr>
          <p:spPr>
            <a:xfrm>
              <a:off x="28648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rc262"/>
            <p:cNvSpPr/>
            <p:nvPr/>
          </p:nvSpPr>
          <p:spPr>
            <a:xfrm>
              <a:off x="28707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rc263"/>
            <p:cNvSpPr/>
            <p:nvPr/>
          </p:nvSpPr>
          <p:spPr>
            <a:xfrm>
              <a:off x="287664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rc264"/>
            <p:cNvSpPr/>
            <p:nvPr/>
          </p:nvSpPr>
          <p:spPr>
            <a:xfrm>
              <a:off x="288255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rc265"/>
            <p:cNvSpPr/>
            <p:nvPr/>
          </p:nvSpPr>
          <p:spPr>
            <a:xfrm>
              <a:off x="28884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rc266"/>
            <p:cNvSpPr/>
            <p:nvPr/>
          </p:nvSpPr>
          <p:spPr>
            <a:xfrm>
              <a:off x="28943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rc267"/>
            <p:cNvSpPr/>
            <p:nvPr/>
          </p:nvSpPr>
          <p:spPr>
            <a:xfrm>
              <a:off x="29002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rc268"/>
            <p:cNvSpPr/>
            <p:nvPr/>
          </p:nvSpPr>
          <p:spPr>
            <a:xfrm>
              <a:off x="272008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rc269"/>
            <p:cNvSpPr/>
            <p:nvPr/>
          </p:nvSpPr>
          <p:spPr>
            <a:xfrm>
              <a:off x="298464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0" name="pl270"/>
            <p:cNvSpPr/>
            <p:nvPr/>
          </p:nvSpPr>
          <p:spPr>
            <a:xfrm>
              <a:off x="298464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l271"/>
            <p:cNvSpPr/>
            <p:nvPr/>
          </p:nvSpPr>
          <p:spPr>
            <a:xfrm>
              <a:off x="298464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l272"/>
            <p:cNvSpPr/>
            <p:nvPr/>
          </p:nvSpPr>
          <p:spPr>
            <a:xfrm>
              <a:off x="298464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l273"/>
            <p:cNvSpPr/>
            <p:nvPr/>
          </p:nvSpPr>
          <p:spPr>
            <a:xfrm>
              <a:off x="30286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l274"/>
            <p:cNvSpPr/>
            <p:nvPr/>
          </p:nvSpPr>
          <p:spPr>
            <a:xfrm>
              <a:off x="30930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l275"/>
            <p:cNvSpPr/>
            <p:nvPr/>
          </p:nvSpPr>
          <p:spPr>
            <a:xfrm>
              <a:off x="31574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l276"/>
            <p:cNvSpPr/>
            <p:nvPr/>
          </p:nvSpPr>
          <p:spPr>
            <a:xfrm>
              <a:off x="298464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l277"/>
            <p:cNvSpPr/>
            <p:nvPr/>
          </p:nvSpPr>
          <p:spPr>
            <a:xfrm>
              <a:off x="298464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l278"/>
            <p:cNvSpPr/>
            <p:nvPr/>
          </p:nvSpPr>
          <p:spPr>
            <a:xfrm>
              <a:off x="298464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l279"/>
            <p:cNvSpPr/>
            <p:nvPr/>
          </p:nvSpPr>
          <p:spPr>
            <a:xfrm>
              <a:off x="29964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l280"/>
            <p:cNvSpPr/>
            <p:nvPr/>
          </p:nvSpPr>
          <p:spPr>
            <a:xfrm>
              <a:off x="30608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l281"/>
            <p:cNvSpPr/>
            <p:nvPr/>
          </p:nvSpPr>
          <p:spPr>
            <a:xfrm>
              <a:off x="31252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rc282"/>
            <p:cNvSpPr/>
            <p:nvPr/>
          </p:nvSpPr>
          <p:spPr>
            <a:xfrm>
              <a:off x="2993502" y="1944710"/>
              <a:ext cx="5908" cy="11224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rc283"/>
            <p:cNvSpPr/>
            <p:nvPr/>
          </p:nvSpPr>
          <p:spPr>
            <a:xfrm>
              <a:off x="2999410" y="2882217"/>
              <a:ext cx="5908" cy="1849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rc284"/>
            <p:cNvSpPr/>
            <p:nvPr/>
          </p:nvSpPr>
          <p:spPr>
            <a:xfrm>
              <a:off x="3005318" y="2984258"/>
              <a:ext cx="5908" cy="829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rc285"/>
            <p:cNvSpPr/>
            <p:nvPr/>
          </p:nvSpPr>
          <p:spPr>
            <a:xfrm>
              <a:off x="3011227" y="3041657"/>
              <a:ext cx="5908" cy="255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rc286"/>
            <p:cNvSpPr/>
            <p:nvPr/>
          </p:nvSpPr>
          <p:spPr>
            <a:xfrm>
              <a:off x="3017135" y="3048034"/>
              <a:ext cx="5908" cy="191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rc287"/>
            <p:cNvSpPr/>
            <p:nvPr/>
          </p:nvSpPr>
          <p:spPr>
            <a:xfrm>
              <a:off x="3023043" y="3054412"/>
              <a:ext cx="5908" cy="127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rc288"/>
            <p:cNvSpPr/>
            <p:nvPr/>
          </p:nvSpPr>
          <p:spPr>
            <a:xfrm>
              <a:off x="302895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rc289"/>
            <p:cNvSpPr/>
            <p:nvPr/>
          </p:nvSpPr>
          <p:spPr>
            <a:xfrm>
              <a:off x="303485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rc290"/>
            <p:cNvSpPr/>
            <p:nvPr/>
          </p:nvSpPr>
          <p:spPr>
            <a:xfrm>
              <a:off x="304076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rc291"/>
            <p:cNvSpPr/>
            <p:nvPr/>
          </p:nvSpPr>
          <p:spPr>
            <a:xfrm>
              <a:off x="304667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rc292"/>
            <p:cNvSpPr/>
            <p:nvPr/>
          </p:nvSpPr>
          <p:spPr>
            <a:xfrm>
              <a:off x="30525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rc293"/>
            <p:cNvSpPr/>
            <p:nvPr/>
          </p:nvSpPr>
          <p:spPr>
            <a:xfrm>
              <a:off x="30584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rc294"/>
            <p:cNvSpPr/>
            <p:nvPr/>
          </p:nvSpPr>
          <p:spPr>
            <a:xfrm>
              <a:off x="306440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rc295"/>
            <p:cNvSpPr/>
            <p:nvPr/>
          </p:nvSpPr>
          <p:spPr>
            <a:xfrm>
              <a:off x="307030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rc296"/>
            <p:cNvSpPr/>
            <p:nvPr/>
          </p:nvSpPr>
          <p:spPr>
            <a:xfrm>
              <a:off x="307621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rc297"/>
            <p:cNvSpPr/>
            <p:nvPr/>
          </p:nvSpPr>
          <p:spPr>
            <a:xfrm>
              <a:off x="308212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rc298"/>
            <p:cNvSpPr/>
            <p:nvPr/>
          </p:nvSpPr>
          <p:spPr>
            <a:xfrm>
              <a:off x="308803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rc299"/>
            <p:cNvSpPr/>
            <p:nvPr/>
          </p:nvSpPr>
          <p:spPr>
            <a:xfrm>
              <a:off x="309394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rc300"/>
            <p:cNvSpPr/>
            <p:nvPr/>
          </p:nvSpPr>
          <p:spPr>
            <a:xfrm>
              <a:off x="309985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rc301"/>
            <p:cNvSpPr/>
            <p:nvPr/>
          </p:nvSpPr>
          <p:spPr>
            <a:xfrm>
              <a:off x="310575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rc302"/>
            <p:cNvSpPr/>
            <p:nvPr/>
          </p:nvSpPr>
          <p:spPr>
            <a:xfrm>
              <a:off x="311166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rc303"/>
            <p:cNvSpPr/>
            <p:nvPr/>
          </p:nvSpPr>
          <p:spPr>
            <a:xfrm>
              <a:off x="311757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rc304"/>
            <p:cNvSpPr/>
            <p:nvPr/>
          </p:nvSpPr>
          <p:spPr>
            <a:xfrm>
              <a:off x="312348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rc305"/>
            <p:cNvSpPr/>
            <p:nvPr/>
          </p:nvSpPr>
          <p:spPr>
            <a:xfrm>
              <a:off x="312939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rc306"/>
            <p:cNvSpPr/>
            <p:nvPr/>
          </p:nvSpPr>
          <p:spPr>
            <a:xfrm>
              <a:off x="313529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rc307"/>
            <p:cNvSpPr/>
            <p:nvPr/>
          </p:nvSpPr>
          <p:spPr>
            <a:xfrm>
              <a:off x="314120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rc308"/>
            <p:cNvSpPr/>
            <p:nvPr/>
          </p:nvSpPr>
          <p:spPr>
            <a:xfrm>
              <a:off x="314711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rc309"/>
            <p:cNvSpPr/>
            <p:nvPr/>
          </p:nvSpPr>
          <p:spPr>
            <a:xfrm>
              <a:off x="315302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rc310"/>
            <p:cNvSpPr/>
            <p:nvPr/>
          </p:nvSpPr>
          <p:spPr>
            <a:xfrm>
              <a:off x="31589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rc311"/>
            <p:cNvSpPr/>
            <p:nvPr/>
          </p:nvSpPr>
          <p:spPr>
            <a:xfrm>
              <a:off x="316484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rc312"/>
            <p:cNvSpPr/>
            <p:nvPr/>
          </p:nvSpPr>
          <p:spPr>
            <a:xfrm>
              <a:off x="298464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rc313"/>
            <p:cNvSpPr/>
            <p:nvPr/>
          </p:nvSpPr>
          <p:spPr>
            <a:xfrm>
              <a:off x="324920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324920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324920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324920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32932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33576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34220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324920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324920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324920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32610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33254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33898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rc326"/>
            <p:cNvSpPr/>
            <p:nvPr/>
          </p:nvSpPr>
          <p:spPr>
            <a:xfrm>
              <a:off x="3258062" y="1421748"/>
              <a:ext cx="5908" cy="16454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rc327"/>
            <p:cNvSpPr/>
            <p:nvPr/>
          </p:nvSpPr>
          <p:spPr>
            <a:xfrm>
              <a:off x="3263970" y="2971503"/>
              <a:ext cx="5908" cy="9566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rc328"/>
            <p:cNvSpPr/>
            <p:nvPr/>
          </p:nvSpPr>
          <p:spPr>
            <a:xfrm>
              <a:off x="3269878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rc329"/>
            <p:cNvSpPr/>
            <p:nvPr/>
          </p:nvSpPr>
          <p:spPr>
            <a:xfrm>
              <a:off x="3275787" y="3048034"/>
              <a:ext cx="5908" cy="191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rc330"/>
            <p:cNvSpPr/>
            <p:nvPr/>
          </p:nvSpPr>
          <p:spPr>
            <a:xfrm>
              <a:off x="328169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rc331"/>
            <p:cNvSpPr/>
            <p:nvPr/>
          </p:nvSpPr>
          <p:spPr>
            <a:xfrm>
              <a:off x="328760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rc332"/>
            <p:cNvSpPr/>
            <p:nvPr/>
          </p:nvSpPr>
          <p:spPr>
            <a:xfrm>
              <a:off x="329351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rc333"/>
            <p:cNvSpPr/>
            <p:nvPr/>
          </p:nvSpPr>
          <p:spPr>
            <a:xfrm>
              <a:off x="329941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rc334"/>
            <p:cNvSpPr/>
            <p:nvPr/>
          </p:nvSpPr>
          <p:spPr>
            <a:xfrm>
              <a:off x="330532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rc335"/>
            <p:cNvSpPr/>
            <p:nvPr/>
          </p:nvSpPr>
          <p:spPr>
            <a:xfrm>
              <a:off x="331123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rc336"/>
            <p:cNvSpPr/>
            <p:nvPr/>
          </p:nvSpPr>
          <p:spPr>
            <a:xfrm>
              <a:off x="331714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rc337"/>
            <p:cNvSpPr/>
            <p:nvPr/>
          </p:nvSpPr>
          <p:spPr>
            <a:xfrm>
              <a:off x="332305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rc338"/>
            <p:cNvSpPr/>
            <p:nvPr/>
          </p:nvSpPr>
          <p:spPr>
            <a:xfrm>
              <a:off x="332896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rc339"/>
            <p:cNvSpPr/>
            <p:nvPr/>
          </p:nvSpPr>
          <p:spPr>
            <a:xfrm>
              <a:off x="333486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rc340"/>
            <p:cNvSpPr/>
            <p:nvPr/>
          </p:nvSpPr>
          <p:spPr>
            <a:xfrm>
              <a:off x="334077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rc341"/>
            <p:cNvSpPr/>
            <p:nvPr/>
          </p:nvSpPr>
          <p:spPr>
            <a:xfrm>
              <a:off x="334668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rc342"/>
            <p:cNvSpPr/>
            <p:nvPr/>
          </p:nvSpPr>
          <p:spPr>
            <a:xfrm>
              <a:off x="335259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rc343"/>
            <p:cNvSpPr/>
            <p:nvPr/>
          </p:nvSpPr>
          <p:spPr>
            <a:xfrm>
              <a:off x="335850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rc344"/>
            <p:cNvSpPr/>
            <p:nvPr/>
          </p:nvSpPr>
          <p:spPr>
            <a:xfrm>
              <a:off x="336441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rc345"/>
            <p:cNvSpPr/>
            <p:nvPr/>
          </p:nvSpPr>
          <p:spPr>
            <a:xfrm>
              <a:off x="337031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rc346"/>
            <p:cNvSpPr/>
            <p:nvPr/>
          </p:nvSpPr>
          <p:spPr>
            <a:xfrm>
              <a:off x="337622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rc347"/>
            <p:cNvSpPr/>
            <p:nvPr/>
          </p:nvSpPr>
          <p:spPr>
            <a:xfrm>
              <a:off x="338213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rc348"/>
            <p:cNvSpPr/>
            <p:nvPr/>
          </p:nvSpPr>
          <p:spPr>
            <a:xfrm>
              <a:off x="338804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rc349"/>
            <p:cNvSpPr/>
            <p:nvPr/>
          </p:nvSpPr>
          <p:spPr>
            <a:xfrm>
              <a:off x="339395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rc350"/>
            <p:cNvSpPr/>
            <p:nvPr/>
          </p:nvSpPr>
          <p:spPr>
            <a:xfrm>
              <a:off x="339985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rc351"/>
            <p:cNvSpPr/>
            <p:nvPr/>
          </p:nvSpPr>
          <p:spPr>
            <a:xfrm>
              <a:off x="340576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rc352"/>
            <p:cNvSpPr/>
            <p:nvPr/>
          </p:nvSpPr>
          <p:spPr>
            <a:xfrm>
              <a:off x="341167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rc353"/>
            <p:cNvSpPr/>
            <p:nvPr/>
          </p:nvSpPr>
          <p:spPr>
            <a:xfrm>
              <a:off x="34175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rc354"/>
            <p:cNvSpPr/>
            <p:nvPr/>
          </p:nvSpPr>
          <p:spPr>
            <a:xfrm>
              <a:off x="34234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rc355"/>
            <p:cNvSpPr/>
            <p:nvPr/>
          </p:nvSpPr>
          <p:spPr>
            <a:xfrm>
              <a:off x="342940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rc356"/>
            <p:cNvSpPr/>
            <p:nvPr/>
          </p:nvSpPr>
          <p:spPr>
            <a:xfrm>
              <a:off x="324920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rc357"/>
            <p:cNvSpPr/>
            <p:nvPr/>
          </p:nvSpPr>
          <p:spPr>
            <a:xfrm>
              <a:off x="351376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8" name="pl358"/>
            <p:cNvSpPr/>
            <p:nvPr/>
          </p:nvSpPr>
          <p:spPr>
            <a:xfrm>
              <a:off x="351376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l359"/>
            <p:cNvSpPr/>
            <p:nvPr/>
          </p:nvSpPr>
          <p:spPr>
            <a:xfrm>
              <a:off x="351376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l360"/>
            <p:cNvSpPr/>
            <p:nvPr/>
          </p:nvSpPr>
          <p:spPr>
            <a:xfrm>
              <a:off x="351376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l361"/>
            <p:cNvSpPr/>
            <p:nvPr/>
          </p:nvSpPr>
          <p:spPr>
            <a:xfrm>
              <a:off x="35577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l362"/>
            <p:cNvSpPr/>
            <p:nvPr/>
          </p:nvSpPr>
          <p:spPr>
            <a:xfrm>
              <a:off x="362219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l363"/>
            <p:cNvSpPr/>
            <p:nvPr/>
          </p:nvSpPr>
          <p:spPr>
            <a:xfrm>
              <a:off x="36866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l364"/>
            <p:cNvSpPr/>
            <p:nvPr/>
          </p:nvSpPr>
          <p:spPr>
            <a:xfrm>
              <a:off x="351376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l365"/>
            <p:cNvSpPr/>
            <p:nvPr/>
          </p:nvSpPr>
          <p:spPr>
            <a:xfrm>
              <a:off x="351376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l366"/>
            <p:cNvSpPr/>
            <p:nvPr/>
          </p:nvSpPr>
          <p:spPr>
            <a:xfrm>
              <a:off x="351376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l367"/>
            <p:cNvSpPr/>
            <p:nvPr/>
          </p:nvSpPr>
          <p:spPr>
            <a:xfrm>
              <a:off x="35255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368"/>
            <p:cNvSpPr/>
            <p:nvPr/>
          </p:nvSpPr>
          <p:spPr>
            <a:xfrm>
              <a:off x="35899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l369"/>
            <p:cNvSpPr/>
            <p:nvPr/>
          </p:nvSpPr>
          <p:spPr>
            <a:xfrm>
              <a:off x="36544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rc370"/>
            <p:cNvSpPr/>
            <p:nvPr/>
          </p:nvSpPr>
          <p:spPr>
            <a:xfrm>
              <a:off x="3522622" y="2429408"/>
              <a:ext cx="5908" cy="6377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rc371"/>
            <p:cNvSpPr/>
            <p:nvPr/>
          </p:nvSpPr>
          <p:spPr>
            <a:xfrm>
              <a:off x="3528530" y="2990636"/>
              <a:ext cx="5908" cy="7653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rc372"/>
            <p:cNvSpPr/>
            <p:nvPr/>
          </p:nvSpPr>
          <p:spPr>
            <a:xfrm>
              <a:off x="3534438" y="3041657"/>
              <a:ext cx="5908" cy="255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rc373"/>
            <p:cNvSpPr/>
            <p:nvPr/>
          </p:nvSpPr>
          <p:spPr>
            <a:xfrm>
              <a:off x="3540347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rc374"/>
            <p:cNvSpPr/>
            <p:nvPr/>
          </p:nvSpPr>
          <p:spPr>
            <a:xfrm>
              <a:off x="354625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rc375"/>
            <p:cNvSpPr/>
            <p:nvPr/>
          </p:nvSpPr>
          <p:spPr>
            <a:xfrm>
              <a:off x="355216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rc376"/>
            <p:cNvSpPr/>
            <p:nvPr/>
          </p:nvSpPr>
          <p:spPr>
            <a:xfrm>
              <a:off x="355807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rc377"/>
            <p:cNvSpPr/>
            <p:nvPr/>
          </p:nvSpPr>
          <p:spPr>
            <a:xfrm>
              <a:off x="356397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rc378"/>
            <p:cNvSpPr/>
            <p:nvPr/>
          </p:nvSpPr>
          <p:spPr>
            <a:xfrm>
              <a:off x="356988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rc379"/>
            <p:cNvSpPr/>
            <p:nvPr/>
          </p:nvSpPr>
          <p:spPr>
            <a:xfrm>
              <a:off x="357579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rc380"/>
            <p:cNvSpPr/>
            <p:nvPr/>
          </p:nvSpPr>
          <p:spPr>
            <a:xfrm>
              <a:off x="35817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rc381"/>
            <p:cNvSpPr/>
            <p:nvPr/>
          </p:nvSpPr>
          <p:spPr>
            <a:xfrm>
              <a:off x="358761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rc382"/>
            <p:cNvSpPr/>
            <p:nvPr/>
          </p:nvSpPr>
          <p:spPr>
            <a:xfrm>
              <a:off x="35935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rc383"/>
            <p:cNvSpPr/>
            <p:nvPr/>
          </p:nvSpPr>
          <p:spPr>
            <a:xfrm>
              <a:off x="359942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rc384"/>
            <p:cNvSpPr/>
            <p:nvPr/>
          </p:nvSpPr>
          <p:spPr>
            <a:xfrm>
              <a:off x="360533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rc385"/>
            <p:cNvSpPr/>
            <p:nvPr/>
          </p:nvSpPr>
          <p:spPr>
            <a:xfrm>
              <a:off x="361124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rc386"/>
            <p:cNvSpPr/>
            <p:nvPr/>
          </p:nvSpPr>
          <p:spPr>
            <a:xfrm>
              <a:off x="361715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rc387"/>
            <p:cNvSpPr/>
            <p:nvPr/>
          </p:nvSpPr>
          <p:spPr>
            <a:xfrm>
              <a:off x="362306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rc388"/>
            <p:cNvSpPr/>
            <p:nvPr/>
          </p:nvSpPr>
          <p:spPr>
            <a:xfrm>
              <a:off x="362897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363487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rc390"/>
            <p:cNvSpPr/>
            <p:nvPr/>
          </p:nvSpPr>
          <p:spPr>
            <a:xfrm>
              <a:off x="364078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rc391"/>
            <p:cNvSpPr/>
            <p:nvPr/>
          </p:nvSpPr>
          <p:spPr>
            <a:xfrm>
              <a:off x="364669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rc392"/>
            <p:cNvSpPr/>
            <p:nvPr/>
          </p:nvSpPr>
          <p:spPr>
            <a:xfrm>
              <a:off x="365260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rc393"/>
            <p:cNvSpPr/>
            <p:nvPr/>
          </p:nvSpPr>
          <p:spPr>
            <a:xfrm>
              <a:off x="365851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rc394"/>
            <p:cNvSpPr/>
            <p:nvPr/>
          </p:nvSpPr>
          <p:spPr>
            <a:xfrm>
              <a:off x="366441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rc395"/>
            <p:cNvSpPr/>
            <p:nvPr/>
          </p:nvSpPr>
          <p:spPr>
            <a:xfrm>
              <a:off x="367032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rc396"/>
            <p:cNvSpPr/>
            <p:nvPr/>
          </p:nvSpPr>
          <p:spPr>
            <a:xfrm>
              <a:off x="367623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rc397"/>
            <p:cNvSpPr/>
            <p:nvPr/>
          </p:nvSpPr>
          <p:spPr>
            <a:xfrm>
              <a:off x="368214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rc398"/>
            <p:cNvSpPr/>
            <p:nvPr/>
          </p:nvSpPr>
          <p:spPr>
            <a:xfrm>
              <a:off x="368805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rc399"/>
            <p:cNvSpPr/>
            <p:nvPr/>
          </p:nvSpPr>
          <p:spPr>
            <a:xfrm>
              <a:off x="369396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rc400"/>
            <p:cNvSpPr/>
            <p:nvPr/>
          </p:nvSpPr>
          <p:spPr>
            <a:xfrm>
              <a:off x="351376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rc401"/>
            <p:cNvSpPr/>
            <p:nvPr/>
          </p:nvSpPr>
          <p:spPr>
            <a:xfrm>
              <a:off x="377832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377832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377832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377832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38223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l406"/>
            <p:cNvSpPr/>
            <p:nvPr/>
          </p:nvSpPr>
          <p:spPr>
            <a:xfrm>
              <a:off x="38867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l407"/>
            <p:cNvSpPr/>
            <p:nvPr/>
          </p:nvSpPr>
          <p:spPr>
            <a:xfrm>
              <a:off x="39511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l408"/>
            <p:cNvSpPr/>
            <p:nvPr/>
          </p:nvSpPr>
          <p:spPr>
            <a:xfrm>
              <a:off x="377832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l409"/>
            <p:cNvSpPr/>
            <p:nvPr/>
          </p:nvSpPr>
          <p:spPr>
            <a:xfrm>
              <a:off x="377832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l410"/>
            <p:cNvSpPr/>
            <p:nvPr/>
          </p:nvSpPr>
          <p:spPr>
            <a:xfrm>
              <a:off x="377832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37901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l412"/>
            <p:cNvSpPr/>
            <p:nvPr/>
          </p:nvSpPr>
          <p:spPr>
            <a:xfrm>
              <a:off x="38545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l413"/>
            <p:cNvSpPr/>
            <p:nvPr/>
          </p:nvSpPr>
          <p:spPr>
            <a:xfrm>
              <a:off x="39189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rc414"/>
            <p:cNvSpPr/>
            <p:nvPr/>
          </p:nvSpPr>
          <p:spPr>
            <a:xfrm>
              <a:off x="3787182" y="2429408"/>
              <a:ext cx="5908" cy="6377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rc415"/>
            <p:cNvSpPr/>
            <p:nvPr/>
          </p:nvSpPr>
          <p:spPr>
            <a:xfrm>
              <a:off x="3793090" y="3003391"/>
              <a:ext cx="5908" cy="6377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379899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3804907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rc418"/>
            <p:cNvSpPr/>
            <p:nvPr/>
          </p:nvSpPr>
          <p:spPr>
            <a:xfrm>
              <a:off x="381081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rc419"/>
            <p:cNvSpPr/>
            <p:nvPr/>
          </p:nvSpPr>
          <p:spPr>
            <a:xfrm>
              <a:off x="381672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rc420"/>
            <p:cNvSpPr/>
            <p:nvPr/>
          </p:nvSpPr>
          <p:spPr>
            <a:xfrm>
              <a:off x="38226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rc421"/>
            <p:cNvSpPr/>
            <p:nvPr/>
          </p:nvSpPr>
          <p:spPr>
            <a:xfrm>
              <a:off x="38285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rc422"/>
            <p:cNvSpPr/>
            <p:nvPr/>
          </p:nvSpPr>
          <p:spPr>
            <a:xfrm>
              <a:off x="383444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rc423"/>
            <p:cNvSpPr/>
            <p:nvPr/>
          </p:nvSpPr>
          <p:spPr>
            <a:xfrm>
              <a:off x="384035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38462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38521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38580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386398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386989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387580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388171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388762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389353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389943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390534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391125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391716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392307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rc438"/>
            <p:cNvSpPr/>
            <p:nvPr/>
          </p:nvSpPr>
          <p:spPr>
            <a:xfrm>
              <a:off x="392897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rc439"/>
            <p:cNvSpPr/>
            <p:nvPr/>
          </p:nvSpPr>
          <p:spPr>
            <a:xfrm>
              <a:off x="393488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rc440"/>
            <p:cNvSpPr/>
            <p:nvPr/>
          </p:nvSpPr>
          <p:spPr>
            <a:xfrm>
              <a:off x="394079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rc441"/>
            <p:cNvSpPr/>
            <p:nvPr/>
          </p:nvSpPr>
          <p:spPr>
            <a:xfrm>
              <a:off x="39467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rc442"/>
            <p:cNvSpPr/>
            <p:nvPr/>
          </p:nvSpPr>
          <p:spPr>
            <a:xfrm>
              <a:off x="395261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rc443"/>
            <p:cNvSpPr/>
            <p:nvPr/>
          </p:nvSpPr>
          <p:spPr>
            <a:xfrm>
              <a:off x="39585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rc444"/>
            <p:cNvSpPr/>
            <p:nvPr/>
          </p:nvSpPr>
          <p:spPr>
            <a:xfrm>
              <a:off x="377832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rc445"/>
            <p:cNvSpPr/>
            <p:nvPr/>
          </p:nvSpPr>
          <p:spPr>
            <a:xfrm>
              <a:off x="404288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6" name="pl446"/>
            <p:cNvSpPr/>
            <p:nvPr/>
          </p:nvSpPr>
          <p:spPr>
            <a:xfrm>
              <a:off x="404288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l447"/>
            <p:cNvSpPr/>
            <p:nvPr/>
          </p:nvSpPr>
          <p:spPr>
            <a:xfrm>
              <a:off x="404288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l448"/>
            <p:cNvSpPr/>
            <p:nvPr/>
          </p:nvSpPr>
          <p:spPr>
            <a:xfrm>
              <a:off x="404288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l449"/>
            <p:cNvSpPr/>
            <p:nvPr/>
          </p:nvSpPr>
          <p:spPr>
            <a:xfrm>
              <a:off x="40869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l450"/>
            <p:cNvSpPr/>
            <p:nvPr/>
          </p:nvSpPr>
          <p:spPr>
            <a:xfrm>
              <a:off x="41513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l451"/>
            <p:cNvSpPr/>
            <p:nvPr/>
          </p:nvSpPr>
          <p:spPr>
            <a:xfrm>
              <a:off x="42157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l452"/>
            <p:cNvSpPr/>
            <p:nvPr/>
          </p:nvSpPr>
          <p:spPr>
            <a:xfrm>
              <a:off x="404288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l453"/>
            <p:cNvSpPr/>
            <p:nvPr/>
          </p:nvSpPr>
          <p:spPr>
            <a:xfrm>
              <a:off x="404288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l454"/>
            <p:cNvSpPr/>
            <p:nvPr/>
          </p:nvSpPr>
          <p:spPr>
            <a:xfrm>
              <a:off x="404288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l455"/>
            <p:cNvSpPr/>
            <p:nvPr/>
          </p:nvSpPr>
          <p:spPr>
            <a:xfrm>
              <a:off x="40546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l456"/>
            <p:cNvSpPr/>
            <p:nvPr/>
          </p:nvSpPr>
          <p:spPr>
            <a:xfrm>
              <a:off x="41191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l457"/>
            <p:cNvSpPr/>
            <p:nvPr/>
          </p:nvSpPr>
          <p:spPr>
            <a:xfrm>
              <a:off x="41835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rc458"/>
            <p:cNvSpPr/>
            <p:nvPr/>
          </p:nvSpPr>
          <p:spPr>
            <a:xfrm>
              <a:off x="4051742" y="1829914"/>
              <a:ext cx="5908" cy="12372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rc459"/>
            <p:cNvSpPr/>
            <p:nvPr/>
          </p:nvSpPr>
          <p:spPr>
            <a:xfrm>
              <a:off x="4057650" y="2958748"/>
              <a:ext cx="5908" cy="10841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rc460"/>
            <p:cNvSpPr/>
            <p:nvPr/>
          </p:nvSpPr>
          <p:spPr>
            <a:xfrm>
              <a:off x="4063558" y="3054412"/>
              <a:ext cx="5908" cy="127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rc461"/>
            <p:cNvSpPr/>
            <p:nvPr/>
          </p:nvSpPr>
          <p:spPr>
            <a:xfrm>
              <a:off x="4069466" y="3054412"/>
              <a:ext cx="5908" cy="127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rc462"/>
            <p:cNvSpPr/>
            <p:nvPr/>
          </p:nvSpPr>
          <p:spPr>
            <a:xfrm>
              <a:off x="407537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rc463"/>
            <p:cNvSpPr/>
            <p:nvPr/>
          </p:nvSpPr>
          <p:spPr>
            <a:xfrm>
              <a:off x="4081283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rc464"/>
            <p:cNvSpPr/>
            <p:nvPr/>
          </p:nvSpPr>
          <p:spPr>
            <a:xfrm>
              <a:off x="408719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rc465"/>
            <p:cNvSpPr/>
            <p:nvPr/>
          </p:nvSpPr>
          <p:spPr>
            <a:xfrm>
              <a:off x="4093099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rc466"/>
            <p:cNvSpPr/>
            <p:nvPr/>
          </p:nvSpPr>
          <p:spPr>
            <a:xfrm>
              <a:off x="4099008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rc467"/>
            <p:cNvSpPr/>
            <p:nvPr/>
          </p:nvSpPr>
          <p:spPr>
            <a:xfrm>
              <a:off x="410491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rc468"/>
            <p:cNvSpPr/>
            <p:nvPr/>
          </p:nvSpPr>
          <p:spPr>
            <a:xfrm>
              <a:off x="411082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rc469"/>
            <p:cNvSpPr/>
            <p:nvPr/>
          </p:nvSpPr>
          <p:spPr>
            <a:xfrm>
              <a:off x="41167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rc470"/>
            <p:cNvSpPr/>
            <p:nvPr/>
          </p:nvSpPr>
          <p:spPr>
            <a:xfrm>
              <a:off x="412264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rc471"/>
            <p:cNvSpPr/>
            <p:nvPr/>
          </p:nvSpPr>
          <p:spPr>
            <a:xfrm>
              <a:off x="4128549" y="3060789"/>
              <a:ext cx="5908" cy="63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rc472"/>
            <p:cNvSpPr/>
            <p:nvPr/>
          </p:nvSpPr>
          <p:spPr>
            <a:xfrm>
              <a:off x="413445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rc473"/>
            <p:cNvSpPr/>
            <p:nvPr/>
          </p:nvSpPr>
          <p:spPr>
            <a:xfrm>
              <a:off x="414036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rc474"/>
            <p:cNvSpPr/>
            <p:nvPr/>
          </p:nvSpPr>
          <p:spPr>
            <a:xfrm>
              <a:off x="414627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rc475"/>
            <p:cNvSpPr/>
            <p:nvPr/>
          </p:nvSpPr>
          <p:spPr>
            <a:xfrm>
              <a:off x="415218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rc476"/>
            <p:cNvSpPr/>
            <p:nvPr/>
          </p:nvSpPr>
          <p:spPr>
            <a:xfrm>
              <a:off x="415809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rc477"/>
            <p:cNvSpPr/>
            <p:nvPr/>
          </p:nvSpPr>
          <p:spPr>
            <a:xfrm>
              <a:off x="416399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rc478"/>
            <p:cNvSpPr/>
            <p:nvPr/>
          </p:nvSpPr>
          <p:spPr>
            <a:xfrm>
              <a:off x="416990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rc479"/>
            <p:cNvSpPr/>
            <p:nvPr/>
          </p:nvSpPr>
          <p:spPr>
            <a:xfrm>
              <a:off x="417581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rc480"/>
            <p:cNvSpPr/>
            <p:nvPr/>
          </p:nvSpPr>
          <p:spPr>
            <a:xfrm>
              <a:off x="418172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rc481"/>
            <p:cNvSpPr/>
            <p:nvPr/>
          </p:nvSpPr>
          <p:spPr>
            <a:xfrm>
              <a:off x="41876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rc482"/>
            <p:cNvSpPr/>
            <p:nvPr/>
          </p:nvSpPr>
          <p:spPr>
            <a:xfrm>
              <a:off x="41935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rc483"/>
            <p:cNvSpPr/>
            <p:nvPr/>
          </p:nvSpPr>
          <p:spPr>
            <a:xfrm>
              <a:off x="419944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rc484"/>
            <p:cNvSpPr/>
            <p:nvPr/>
          </p:nvSpPr>
          <p:spPr>
            <a:xfrm>
              <a:off x="420535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rc485"/>
            <p:cNvSpPr/>
            <p:nvPr/>
          </p:nvSpPr>
          <p:spPr>
            <a:xfrm>
              <a:off x="42112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rc486"/>
            <p:cNvSpPr/>
            <p:nvPr/>
          </p:nvSpPr>
          <p:spPr>
            <a:xfrm>
              <a:off x="42171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rc487"/>
            <p:cNvSpPr/>
            <p:nvPr/>
          </p:nvSpPr>
          <p:spPr>
            <a:xfrm>
              <a:off x="42230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rc488"/>
            <p:cNvSpPr/>
            <p:nvPr/>
          </p:nvSpPr>
          <p:spPr>
            <a:xfrm>
              <a:off x="404288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rc489"/>
            <p:cNvSpPr/>
            <p:nvPr/>
          </p:nvSpPr>
          <p:spPr>
            <a:xfrm>
              <a:off x="430744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0" name="pl490"/>
            <p:cNvSpPr/>
            <p:nvPr/>
          </p:nvSpPr>
          <p:spPr>
            <a:xfrm>
              <a:off x="4307440" y="274828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l491"/>
            <p:cNvSpPr/>
            <p:nvPr/>
          </p:nvSpPr>
          <p:spPr>
            <a:xfrm>
              <a:off x="4307440" y="211052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l492"/>
            <p:cNvSpPr/>
            <p:nvPr/>
          </p:nvSpPr>
          <p:spPr>
            <a:xfrm>
              <a:off x="4307440" y="147276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l493"/>
            <p:cNvSpPr/>
            <p:nvPr/>
          </p:nvSpPr>
          <p:spPr>
            <a:xfrm>
              <a:off x="43514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l494"/>
            <p:cNvSpPr/>
            <p:nvPr/>
          </p:nvSpPr>
          <p:spPr>
            <a:xfrm>
              <a:off x="44158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l495"/>
            <p:cNvSpPr/>
            <p:nvPr/>
          </p:nvSpPr>
          <p:spPr>
            <a:xfrm>
              <a:off x="44802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l496"/>
            <p:cNvSpPr/>
            <p:nvPr/>
          </p:nvSpPr>
          <p:spPr>
            <a:xfrm>
              <a:off x="430744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l497"/>
            <p:cNvSpPr/>
            <p:nvPr/>
          </p:nvSpPr>
          <p:spPr>
            <a:xfrm>
              <a:off x="4307440" y="24294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l498"/>
            <p:cNvSpPr/>
            <p:nvPr/>
          </p:nvSpPr>
          <p:spPr>
            <a:xfrm>
              <a:off x="4307440" y="17916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l499"/>
            <p:cNvSpPr/>
            <p:nvPr/>
          </p:nvSpPr>
          <p:spPr>
            <a:xfrm>
              <a:off x="43192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l500"/>
            <p:cNvSpPr/>
            <p:nvPr/>
          </p:nvSpPr>
          <p:spPr>
            <a:xfrm>
              <a:off x="43836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l501"/>
            <p:cNvSpPr/>
            <p:nvPr/>
          </p:nvSpPr>
          <p:spPr>
            <a:xfrm>
              <a:off x="44480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rc502"/>
            <p:cNvSpPr/>
            <p:nvPr/>
          </p:nvSpPr>
          <p:spPr>
            <a:xfrm>
              <a:off x="430744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rc503"/>
            <p:cNvSpPr/>
            <p:nvPr/>
          </p:nvSpPr>
          <p:spPr>
            <a:xfrm>
              <a:off x="13972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tx504"/>
            <p:cNvSpPr/>
            <p:nvPr/>
          </p:nvSpPr>
          <p:spPr>
            <a:xfrm>
              <a:off x="1463687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05" name="rc505"/>
            <p:cNvSpPr/>
            <p:nvPr/>
          </p:nvSpPr>
          <p:spPr>
            <a:xfrm>
              <a:off x="16618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tx506"/>
            <p:cNvSpPr/>
            <p:nvPr/>
          </p:nvSpPr>
          <p:spPr>
            <a:xfrm>
              <a:off x="1728247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07" name="rc507"/>
            <p:cNvSpPr/>
            <p:nvPr/>
          </p:nvSpPr>
          <p:spPr>
            <a:xfrm>
              <a:off x="192640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tx508"/>
            <p:cNvSpPr/>
            <p:nvPr/>
          </p:nvSpPr>
          <p:spPr>
            <a:xfrm>
              <a:off x="1992807" y="1049673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09" name="rc509"/>
            <p:cNvSpPr/>
            <p:nvPr/>
          </p:nvSpPr>
          <p:spPr>
            <a:xfrm>
              <a:off x="219096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tx510"/>
            <p:cNvSpPr/>
            <p:nvPr/>
          </p:nvSpPr>
          <p:spPr>
            <a:xfrm>
              <a:off x="2257367" y="1051147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11" name="rc511"/>
            <p:cNvSpPr/>
            <p:nvPr/>
          </p:nvSpPr>
          <p:spPr>
            <a:xfrm>
              <a:off x="245552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tx512"/>
            <p:cNvSpPr/>
            <p:nvPr/>
          </p:nvSpPr>
          <p:spPr>
            <a:xfrm>
              <a:off x="252192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13" name="rc513"/>
            <p:cNvSpPr/>
            <p:nvPr/>
          </p:nvSpPr>
          <p:spPr>
            <a:xfrm>
              <a:off x="27200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tx514"/>
            <p:cNvSpPr/>
            <p:nvPr/>
          </p:nvSpPr>
          <p:spPr>
            <a:xfrm>
              <a:off x="2786487" y="1052457"/>
              <a:ext cx="62155" cy="789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515" name="rc515"/>
            <p:cNvSpPr/>
            <p:nvPr/>
          </p:nvSpPr>
          <p:spPr>
            <a:xfrm>
              <a:off x="29846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tx516"/>
            <p:cNvSpPr/>
            <p:nvPr/>
          </p:nvSpPr>
          <p:spPr>
            <a:xfrm>
              <a:off x="305104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17" name="rc517"/>
            <p:cNvSpPr/>
            <p:nvPr/>
          </p:nvSpPr>
          <p:spPr>
            <a:xfrm>
              <a:off x="324920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tx518"/>
            <p:cNvSpPr/>
            <p:nvPr/>
          </p:nvSpPr>
          <p:spPr>
            <a:xfrm>
              <a:off x="331560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19" name="rc519"/>
            <p:cNvSpPr/>
            <p:nvPr/>
          </p:nvSpPr>
          <p:spPr>
            <a:xfrm>
              <a:off x="351376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tx520"/>
            <p:cNvSpPr/>
            <p:nvPr/>
          </p:nvSpPr>
          <p:spPr>
            <a:xfrm>
              <a:off x="3549089" y="104972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21" name="rc521"/>
            <p:cNvSpPr/>
            <p:nvPr/>
          </p:nvSpPr>
          <p:spPr>
            <a:xfrm>
              <a:off x="377832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tx522"/>
            <p:cNvSpPr/>
            <p:nvPr/>
          </p:nvSpPr>
          <p:spPr>
            <a:xfrm>
              <a:off x="3813649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523" name="rc523"/>
            <p:cNvSpPr/>
            <p:nvPr/>
          </p:nvSpPr>
          <p:spPr>
            <a:xfrm>
              <a:off x="40428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tx524"/>
            <p:cNvSpPr/>
            <p:nvPr/>
          </p:nvSpPr>
          <p:spPr>
            <a:xfrm>
              <a:off x="4078209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25" name="rc525"/>
            <p:cNvSpPr/>
            <p:nvPr/>
          </p:nvSpPr>
          <p:spPr>
            <a:xfrm>
              <a:off x="43074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tx526"/>
            <p:cNvSpPr/>
            <p:nvPr/>
          </p:nvSpPr>
          <p:spPr>
            <a:xfrm>
              <a:off x="4327299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527" name="pl527"/>
            <p:cNvSpPr/>
            <p:nvPr/>
          </p:nvSpPr>
          <p:spPr>
            <a:xfrm>
              <a:off x="14090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l528"/>
            <p:cNvSpPr/>
            <p:nvPr/>
          </p:nvSpPr>
          <p:spPr>
            <a:xfrm>
              <a:off x="147350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l529"/>
            <p:cNvSpPr/>
            <p:nvPr/>
          </p:nvSpPr>
          <p:spPr>
            <a:xfrm>
              <a:off x="153792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tx530"/>
            <p:cNvSpPr/>
            <p:nvPr/>
          </p:nvSpPr>
          <p:spPr>
            <a:xfrm rot="-2700000">
              <a:off x="140570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1" name="tx531"/>
            <p:cNvSpPr/>
            <p:nvPr/>
          </p:nvSpPr>
          <p:spPr>
            <a:xfrm rot="-2700000">
              <a:off x="140796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32" name="tx532"/>
            <p:cNvSpPr/>
            <p:nvPr/>
          </p:nvSpPr>
          <p:spPr>
            <a:xfrm rot="-2700000">
              <a:off x="147237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33" name="pl533"/>
            <p:cNvSpPr/>
            <p:nvPr/>
          </p:nvSpPr>
          <p:spPr>
            <a:xfrm>
              <a:off x="16736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l534"/>
            <p:cNvSpPr/>
            <p:nvPr/>
          </p:nvSpPr>
          <p:spPr>
            <a:xfrm>
              <a:off x="173806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l535"/>
            <p:cNvSpPr/>
            <p:nvPr/>
          </p:nvSpPr>
          <p:spPr>
            <a:xfrm>
              <a:off x="18024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tx536"/>
            <p:cNvSpPr/>
            <p:nvPr/>
          </p:nvSpPr>
          <p:spPr>
            <a:xfrm rot="-2700000">
              <a:off x="167026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7" name="tx537"/>
            <p:cNvSpPr/>
            <p:nvPr/>
          </p:nvSpPr>
          <p:spPr>
            <a:xfrm rot="-2700000">
              <a:off x="167252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38" name="tx538"/>
            <p:cNvSpPr/>
            <p:nvPr/>
          </p:nvSpPr>
          <p:spPr>
            <a:xfrm rot="-2700000">
              <a:off x="17369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39" name="pl539"/>
            <p:cNvSpPr/>
            <p:nvPr/>
          </p:nvSpPr>
          <p:spPr>
            <a:xfrm>
              <a:off x="19382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l540"/>
            <p:cNvSpPr/>
            <p:nvPr/>
          </p:nvSpPr>
          <p:spPr>
            <a:xfrm>
              <a:off x="200262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l541"/>
            <p:cNvSpPr/>
            <p:nvPr/>
          </p:nvSpPr>
          <p:spPr>
            <a:xfrm>
              <a:off x="20670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tx542"/>
            <p:cNvSpPr/>
            <p:nvPr/>
          </p:nvSpPr>
          <p:spPr>
            <a:xfrm rot="-2700000">
              <a:off x="193482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3" name="tx543"/>
            <p:cNvSpPr/>
            <p:nvPr/>
          </p:nvSpPr>
          <p:spPr>
            <a:xfrm rot="-2700000">
              <a:off x="193708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44" name="tx544"/>
            <p:cNvSpPr/>
            <p:nvPr/>
          </p:nvSpPr>
          <p:spPr>
            <a:xfrm rot="-2700000">
              <a:off x="20014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45" name="pl545"/>
            <p:cNvSpPr/>
            <p:nvPr/>
          </p:nvSpPr>
          <p:spPr>
            <a:xfrm>
              <a:off x="22027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l546"/>
            <p:cNvSpPr/>
            <p:nvPr/>
          </p:nvSpPr>
          <p:spPr>
            <a:xfrm>
              <a:off x="226718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l547"/>
            <p:cNvSpPr/>
            <p:nvPr/>
          </p:nvSpPr>
          <p:spPr>
            <a:xfrm>
              <a:off x="23316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tx548"/>
            <p:cNvSpPr/>
            <p:nvPr/>
          </p:nvSpPr>
          <p:spPr>
            <a:xfrm rot="-2700000">
              <a:off x="219938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9" name="tx549"/>
            <p:cNvSpPr/>
            <p:nvPr/>
          </p:nvSpPr>
          <p:spPr>
            <a:xfrm rot="-2700000">
              <a:off x="220164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50" name="tx550"/>
            <p:cNvSpPr/>
            <p:nvPr/>
          </p:nvSpPr>
          <p:spPr>
            <a:xfrm rot="-2700000">
              <a:off x="226605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51" name="pl551"/>
            <p:cNvSpPr/>
            <p:nvPr/>
          </p:nvSpPr>
          <p:spPr>
            <a:xfrm>
              <a:off x="24673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l552"/>
            <p:cNvSpPr/>
            <p:nvPr/>
          </p:nvSpPr>
          <p:spPr>
            <a:xfrm>
              <a:off x="253174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l553"/>
            <p:cNvSpPr/>
            <p:nvPr/>
          </p:nvSpPr>
          <p:spPr>
            <a:xfrm>
              <a:off x="259616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tx554"/>
            <p:cNvSpPr/>
            <p:nvPr/>
          </p:nvSpPr>
          <p:spPr>
            <a:xfrm rot="-2700000">
              <a:off x="246394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55" name="tx555"/>
            <p:cNvSpPr/>
            <p:nvPr/>
          </p:nvSpPr>
          <p:spPr>
            <a:xfrm rot="-2700000">
              <a:off x="246620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56" name="tx556"/>
            <p:cNvSpPr/>
            <p:nvPr/>
          </p:nvSpPr>
          <p:spPr>
            <a:xfrm rot="-2700000">
              <a:off x="253061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57" name="pl557"/>
            <p:cNvSpPr/>
            <p:nvPr/>
          </p:nvSpPr>
          <p:spPr>
            <a:xfrm>
              <a:off x="27318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l558"/>
            <p:cNvSpPr/>
            <p:nvPr/>
          </p:nvSpPr>
          <p:spPr>
            <a:xfrm>
              <a:off x="279630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l559"/>
            <p:cNvSpPr/>
            <p:nvPr/>
          </p:nvSpPr>
          <p:spPr>
            <a:xfrm>
              <a:off x="286072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tx560"/>
            <p:cNvSpPr/>
            <p:nvPr/>
          </p:nvSpPr>
          <p:spPr>
            <a:xfrm rot="-2700000">
              <a:off x="272850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61" name="tx561"/>
            <p:cNvSpPr/>
            <p:nvPr/>
          </p:nvSpPr>
          <p:spPr>
            <a:xfrm rot="-2700000">
              <a:off x="273076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62" name="tx562"/>
            <p:cNvSpPr/>
            <p:nvPr/>
          </p:nvSpPr>
          <p:spPr>
            <a:xfrm rot="-2700000">
              <a:off x="279517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63" name="pl563"/>
            <p:cNvSpPr/>
            <p:nvPr/>
          </p:nvSpPr>
          <p:spPr>
            <a:xfrm>
              <a:off x="29964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l564"/>
            <p:cNvSpPr/>
            <p:nvPr/>
          </p:nvSpPr>
          <p:spPr>
            <a:xfrm>
              <a:off x="306086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l565"/>
            <p:cNvSpPr/>
            <p:nvPr/>
          </p:nvSpPr>
          <p:spPr>
            <a:xfrm>
              <a:off x="31252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tx566"/>
            <p:cNvSpPr/>
            <p:nvPr/>
          </p:nvSpPr>
          <p:spPr>
            <a:xfrm rot="-2700000">
              <a:off x="299306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67" name="tx567"/>
            <p:cNvSpPr/>
            <p:nvPr/>
          </p:nvSpPr>
          <p:spPr>
            <a:xfrm rot="-2700000">
              <a:off x="299532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68" name="tx568"/>
            <p:cNvSpPr/>
            <p:nvPr/>
          </p:nvSpPr>
          <p:spPr>
            <a:xfrm rot="-2700000">
              <a:off x="30597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69" name="pl569"/>
            <p:cNvSpPr/>
            <p:nvPr/>
          </p:nvSpPr>
          <p:spPr>
            <a:xfrm>
              <a:off x="32610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l570"/>
            <p:cNvSpPr/>
            <p:nvPr/>
          </p:nvSpPr>
          <p:spPr>
            <a:xfrm>
              <a:off x="332542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l571"/>
            <p:cNvSpPr/>
            <p:nvPr/>
          </p:nvSpPr>
          <p:spPr>
            <a:xfrm>
              <a:off x="33898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tx572"/>
            <p:cNvSpPr/>
            <p:nvPr/>
          </p:nvSpPr>
          <p:spPr>
            <a:xfrm rot="-2700000">
              <a:off x="325762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73" name="tx573"/>
            <p:cNvSpPr/>
            <p:nvPr/>
          </p:nvSpPr>
          <p:spPr>
            <a:xfrm rot="-2700000">
              <a:off x="325988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74" name="tx574"/>
            <p:cNvSpPr/>
            <p:nvPr/>
          </p:nvSpPr>
          <p:spPr>
            <a:xfrm rot="-2700000">
              <a:off x="33242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75" name="pl575"/>
            <p:cNvSpPr/>
            <p:nvPr/>
          </p:nvSpPr>
          <p:spPr>
            <a:xfrm>
              <a:off x="35255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l576"/>
            <p:cNvSpPr/>
            <p:nvPr/>
          </p:nvSpPr>
          <p:spPr>
            <a:xfrm>
              <a:off x="358998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l577"/>
            <p:cNvSpPr/>
            <p:nvPr/>
          </p:nvSpPr>
          <p:spPr>
            <a:xfrm>
              <a:off x="36544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tx578"/>
            <p:cNvSpPr/>
            <p:nvPr/>
          </p:nvSpPr>
          <p:spPr>
            <a:xfrm rot="-2700000">
              <a:off x="352218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79" name="tx579"/>
            <p:cNvSpPr/>
            <p:nvPr/>
          </p:nvSpPr>
          <p:spPr>
            <a:xfrm rot="-2700000">
              <a:off x="352444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80" name="tx580"/>
            <p:cNvSpPr/>
            <p:nvPr/>
          </p:nvSpPr>
          <p:spPr>
            <a:xfrm rot="-2700000">
              <a:off x="358885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81" name="pl581"/>
            <p:cNvSpPr/>
            <p:nvPr/>
          </p:nvSpPr>
          <p:spPr>
            <a:xfrm>
              <a:off x="37901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l582"/>
            <p:cNvSpPr/>
            <p:nvPr/>
          </p:nvSpPr>
          <p:spPr>
            <a:xfrm>
              <a:off x="385454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l583"/>
            <p:cNvSpPr/>
            <p:nvPr/>
          </p:nvSpPr>
          <p:spPr>
            <a:xfrm>
              <a:off x="391896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tx584"/>
            <p:cNvSpPr/>
            <p:nvPr/>
          </p:nvSpPr>
          <p:spPr>
            <a:xfrm rot="-2700000">
              <a:off x="378674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85" name="tx585"/>
            <p:cNvSpPr/>
            <p:nvPr/>
          </p:nvSpPr>
          <p:spPr>
            <a:xfrm rot="-2700000">
              <a:off x="378900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86" name="tx586"/>
            <p:cNvSpPr/>
            <p:nvPr/>
          </p:nvSpPr>
          <p:spPr>
            <a:xfrm rot="-2700000">
              <a:off x="385341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87" name="pl587"/>
            <p:cNvSpPr/>
            <p:nvPr/>
          </p:nvSpPr>
          <p:spPr>
            <a:xfrm>
              <a:off x="40546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l588"/>
            <p:cNvSpPr/>
            <p:nvPr/>
          </p:nvSpPr>
          <p:spPr>
            <a:xfrm>
              <a:off x="411910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l589"/>
            <p:cNvSpPr/>
            <p:nvPr/>
          </p:nvSpPr>
          <p:spPr>
            <a:xfrm>
              <a:off x="418352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tx590"/>
            <p:cNvSpPr/>
            <p:nvPr/>
          </p:nvSpPr>
          <p:spPr>
            <a:xfrm rot="-2700000">
              <a:off x="405130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1" name="tx591"/>
            <p:cNvSpPr/>
            <p:nvPr/>
          </p:nvSpPr>
          <p:spPr>
            <a:xfrm rot="-2700000">
              <a:off x="405356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92" name="tx592"/>
            <p:cNvSpPr/>
            <p:nvPr/>
          </p:nvSpPr>
          <p:spPr>
            <a:xfrm rot="-2700000">
              <a:off x="411797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93" name="pl593"/>
            <p:cNvSpPr/>
            <p:nvPr/>
          </p:nvSpPr>
          <p:spPr>
            <a:xfrm>
              <a:off x="43192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l594"/>
            <p:cNvSpPr/>
            <p:nvPr/>
          </p:nvSpPr>
          <p:spPr>
            <a:xfrm>
              <a:off x="438366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44480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tx596"/>
            <p:cNvSpPr/>
            <p:nvPr/>
          </p:nvSpPr>
          <p:spPr>
            <a:xfrm rot="-2700000">
              <a:off x="431586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7" name="tx597"/>
            <p:cNvSpPr/>
            <p:nvPr/>
          </p:nvSpPr>
          <p:spPr>
            <a:xfrm rot="-2700000">
              <a:off x="431812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98" name="tx598"/>
            <p:cNvSpPr/>
            <p:nvPr/>
          </p:nvSpPr>
          <p:spPr>
            <a:xfrm rot="-2700000">
              <a:off x="438253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1148183" y="2387716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1148183" y="1749957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02" name="pl602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l603"/>
            <p:cNvSpPr/>
            <p:nvPr/>
          </p:nvSpPr>
          <p:spPr>
            <a:xfrm>
              <a:off x="1362485" y="242940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l604"/>
            <p:cNvSpPr/>
            <p:nvPr/>
          </p:nvSpPr>
          <p:spPr>
            <a:xfrm>
              <a:off x="1362485" y="179164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tx605"/>
            <p:cNvSpPr/>
            <p:nvPr/>
          </p:nvSpPr>
          <p:spPr>
            <a:xfrm>
              <a:off x="2693706" y="3455200"/>
              <a:ext cx="512278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NINFAS</a:t>
              </a:r>
            </a:p>
          </p:txBody>
        </p:sp>
        <p:sp>
          <p:nvSpPr>
            <p:cNvPr id="606" name="tx606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Presentación en pantalla (4:3)</PresentationFormat>
  <Paragraphs>53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2021-03-26T03:50:17Z</dcterms:modified>
  <cp:category/>
</cp:coreProperties>
</file>