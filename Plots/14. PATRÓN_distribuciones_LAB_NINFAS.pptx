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914400" y="914400"/>
            <a:ext cx="8842176" cy="4962872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599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98865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820035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325772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1831508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397280" y="1337245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62050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94713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227375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397280" y="3067167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397280" y="2572903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2078640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397280" y="1584376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45719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78382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21104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1442218" y="1758357"/>
              <a:ext cx="29959" cy="13088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1472178" y="2742930"/>
              <a:ext cx="29959" cy="32423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502137" y="2962383"/>
              <a:ext cx="29959" cy="1047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1532096" y="3003901"/>
              <a:ext cx="29959" cy="6326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562055" y="3049374"/>
              <a:ext cx="29959" cy="1779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592014" y="3049374"/>
              <a:ext cx="29959" cy="1779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621973" y="3055305"/>
              <a:ext cx="29959" cy="1186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651932" y="3065190"/>
              <a:ext cx="29959" cy="1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681891" y="3061236"/>
              <a:ext cx="29959" cy="593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711851" y="3061236"/>
              <a:ext cx="29959" cy="593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741810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771769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801728" y="3065190"/>
              <a:ext cx="29959" cy="1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831687" y="3065190"/>
              <a:ext cx="29959" cy="1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861646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891605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921564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951523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981483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2011442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2041401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2071360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2101319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2131278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2161237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2191196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2221156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2251115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2281074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2311033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1397280" y="1198851"/>
              <a:ext cx="98865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2455520" y="1198851"/>
              <a:ext cx="98865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2455520" y="2820035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2455520" y="2325772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2455520" y="1831508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2455520" y="1337245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267874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300537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333199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2455520" y="3067167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455520" y="2572903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455520" y="2078640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2455520" y="1584376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251543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284206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31686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6"/>
            <p:cNvSpPr/>
            <p:nvPr/>
          </p:nvSpPr>
          <p:spPr>
            <a:xfrm>
              <a:off x="2500458" y="1287818"/>
              <a:ext cx="29959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7"/>
            <p:cNvSpPr/>
            <p:nvPr/>
          </p:nvSpPr>
          <p:spPr>
            <a:xfrm>
              <a:off x="2530417" y="2620353"/>
              <a:ext cx="29959" cy="4468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2560377" y="2916911"/>
              <a:ext cx="29959" cy="150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2590336" y="2999947"/>
              <a:ext cx="29959" cy="672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2620295" y="3031580"/>
              <a:ext cx="29959" cy="355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2650254" y="3027626"/>
              <a:ext cx="29959" cy="3954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2680213" y="3057282"/>
              <a:ext cx="29959" cy="98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2710172" y="3065190"/>
              <a:ext cx="29959" cy="1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2740131" y="3063213"/>
              <a:ext cx="29959" cy="39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2770090" y="3065190"/>
              <a:ext cx="29959" cy="1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2800050" y="3063213"/>
              <a:ext cx="29959" cy="39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2830009" y="3063213"/>
              <a:ext cx="29959" cy="39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2859968" y="3065190"/>
              <a:ext cx="29959" cy="1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2889927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2919886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2949845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2979804" y="3065190"/>
              <a:ext cx="29959" cy="1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3009763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3039722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3069682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3099641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3129600" y="3065190"/>
              <a:ext cx="29959" cy="1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3159559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3189518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3219477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3249436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3279395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3309355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3339314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3369273" y="3065190"/>
              <a:ext cx="29959" cy="1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2455520" y="1198851"/>
              <a:ext cx="98865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3513760" y="1198851"/>
              <a:ext cx="98865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8" name="pl98"/>
            <p:cNvSpPr/>
            <p:nvPr/>
          </p:nvSpPr>
          <p:spPr>
            <a:xfrm>
              <a:off x="3513760" y="2820035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9"/>
            <p:cNvSpPr/>
            <p:nvPr/>
          </p:nvSpPr>
          <p:spPr>
            <a:xfrm>
              <a:off x="3513760" y="2325772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3513760" y="1831508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3513760" y="1337245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373698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406361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43902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3513760" y="3067167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3513760" y="2572903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3513760" y="2078640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3513760" y="1584376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357367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39003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42269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12"/>
            <p:cNvSpPr/>
            <p:nvPr/>
          </p:nvSpPr>
          <p:spPr>
            <a:xfrm>
              <a:off x="3513760" y="1198851"/>
              <a:ext cx="98865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13"/>
            <p:cNvSpPr/>
            <p:nvPr/>
          </p:nvSpPr>
          <p:spPr>
            <a:xfrm>
              <a:off x="1397280" y="983989"/>
              <a:ext cx="98865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tx114"/>
            <p:cNvSpPr/>
            <p:nvPr/>
          </p:nvSpPr>
          <p:spPr>
            <a:xfrm>
              <a:off x="1776707" y="1048691"/>
              <a:ext cx="22979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CPB</a:t>
              </a:r>
            </a:p>
          </p:txBody>
        </p:sp>
        <p:sp>
          <p:nvSpPr>
            <p:cNvPr id="115" name="rc115"/>
            <p:cNvSpPr/>
            <p:nvPr/>
          </p:nvSpPr>
          <p:spPr>
            <a:xfrm>
              <a:off x="2455520" y="983989"/>
              <a:ext cx="98865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tx116"/>
            <p:cNvSpPr/>
            <p:nvPr/>
          </p:nvSpPr>
          <p:spPr>
            <a:xfrm>
              <a:off x="2847362" y="1048691"/>
              <a:ext cx="204966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SxE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3513760" y="983989"/>
              <a:ext cx="98865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tx118"/>
            <p:cNvSpPr/>
            <p:nvPr/>
          </p:nvSpPr>
          <p:spPr>
            <a:xfrm>
              <a:off x="3930459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119" name="pl119"/>
            <p:cNvSpPr/>
            <p:nvPr/>
          </p:nvSpPr>
          <p:spPr>
            <a:xfrm>
              <a:off x="145719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178382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211044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tx122"/>
            <p:cNvSpPr/>
            <p:nvPr/>
          </p:nvSpPr>
          <p:spPr>
            <a:xfrm rot="-2700000">
              <a:off x="145380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3" name="tx123"/>
            <p:cNvSpPr/>
            <p:nvPr/>
          </p:nvSpPr>
          <p:spPr>
            <a:xfrm rot="-2700000">
              <a:off x="171827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4" name="tx124"/>
            <p:cNvSpPr/>
            <p:nvPr/>
          </p:nvSpPr>
          <p:spPr>
            <a:xfrm rot="-2700000">
              <a:off x="204489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25" name="pl125"/>
            <p:cNvSpPr/>
            <p:nvPr/>
          </p:nvSpPr>
          <p:spPr>
            <a:xfrm>
              <a:off x="251543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284206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127"/>
            <p:cNvSpPr/>
            <p:nvPr/>
          </p:nvSpPr>
          <p:spPr>
            <a:xfrm>
              <a:off x="31686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tx128"/>
            <p:cNvSpPr/>
            <p:nvPr/>
          </p:nvSpPr>
          <p:spPr>
            <a:xfrm rot="-2700000">
              <a:off x="251204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9" name="tx129"/>
            <p:cNvSpPr/>
            <p:nvPr/>
          </p:nvSpPr>
          <p:spPr>
            <a:xfrm rot="-2700000">
              <a:off x="277651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30" name="tx130"/>
            <p:cNvSpPr/>
            <p:nvPr/>
          </p:nvSpPr>
          <p:spPr>
            <a:xfrm rot="-2700000">
              <a:off x="310313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31" name="pl131"/>
            <p:cNvSpPr/>
            <p:nvPr/>
          </p:nvSpPr>
          <p:spPr>
            <a:xfrm>
              <a:off x="357367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l132"/>
            <p:cNvSpPr/>
            <p:nvPr/>
          </p:nvSpPr>
          <p:spPr>
            <a:xfrm>
              <a:off x="390030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l133"/>
            <p:cNvSpPr/>
            <p:nvPr/>
          </p:nvSpPr>
          <p:spPr>
            <a:xfrm>
              <a:off x="422692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tx134"/>
            <p:cNvSpPr/>
            <p:nvPr/>
          </p:nvSpPr>
          <p:spPr>
            <a:xfrm rot="-2700000">
              <a:off x="357028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5" name="tx135"/>
            <p:cNvSpPr/>
            <p:nvPr/>
          </p:nvSpPr>
          <p:spPr>
            <a:xfrm rot="-2700000">
              <a:off x="383475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36" name="tx136"/>
            <p:cNvSpPr/>
            <p:nvPr/>
          </p:nvSpPr>
          <p:spPr>
            <a:xfrm rot="-2700000">
              <a:off x="416137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1148183" y="2531212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1148183" y="2036948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1148183" y="154268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750</a:t>
              </a:r>
            </a:p>
          </p:txBody>
        </p:sp>
        <p:sp>
          <p:nvSpPr>
            <p:cNvPr id="141" name="pl141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1362485" y="257290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1362485" y="207864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1362485" y="158437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145"/>
            <p:cNvSpPr/>
            <p:nvPr/>
          </p:nvSpPr>
          <p:spPr>
            <a:xfrm>
              <a:off x="2693706" y="3455200"/>
              <a:ext cx="512278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NINFAS</a:t>
              </a:r>
            </a:p>
          </p:txBody>
        </p:sp>
        <p:sp>
          <p:nvSpPr>
            <p:cNvPr id="146" name="tx146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Presentación en pantalla (4:3)</PresentationFormat>
  <Paragraphs>18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2021-03-26T03:51:09Z</dcterms:modified>
  <cp:category/>
</cp:coreProperties>
</file>