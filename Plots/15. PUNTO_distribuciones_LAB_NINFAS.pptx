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 xmlns:a="http://schemas.openxmlformats.org/drawingml/2006/main" xmlns:r="http://schemas.openxmlformats.org/officeDocument/2006/relationships" xmlns:p="http://schemas.openxmlformats.org/presentationml/2006/main"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a="http://schemas.openxmlformats.org/drawingml/2006/main" xmlns:r="http://schemas.openxmlformats.org/officeDocument/2006/relationships" xmlns:p="http://schemas.openxmlformats.org/presentationml/2006/main"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3657600" cy="27432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97280" y="284695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97280" y="240651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97280" y="1966085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97280" y="1525652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24932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11709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98486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97280" y="3067167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97280" y="2626734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97280" y="218630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397280" y="174586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97280" y="1305436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31544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18321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05098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422978" y="1287818"/>
              <a:ext cx="17131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440110" y="2578287"/>
              <a:ext cx="17131" cy="488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57242" y="2926228"/>
              <a:ext cx="17131" cy="14093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474374" y="2952654"/>
              <a:ext cx="17131" cy="11451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491506" y="3036337"/>
              <a:ext cx="17131" cy="30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508638" y="3023124"/>
              <a:ext cx="17131" cy="440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525770" y="3058358"/>
              <a:ext cx="17131" cy="88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542902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560033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7716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9429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61142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62856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64569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66282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67995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69708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71422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3135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74848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76561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78274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79988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81701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83414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85127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86840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88554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9026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91980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397280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032224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032224" y="284695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032224" y="240651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032224" y="1966085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032224" y="1525652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159876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346653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533430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032224" y="3067167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032224" y="2626734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032224" y="218630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032224" y="174586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032224" y="1305436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066488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253265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440042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057922" y="1428757"/>
              <a:ext cx="17131" cy="16384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075054" y="2639947"/>
              <a:ext cx="17131" cy="4272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092186" y="2935037"/>
              <a:ext cx="17131" cy="1321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109318" y="3009911"/>
              <a:ext cx="17131" cy="57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126450" y="3014315"/>
              <a:ext cx="17131" cy="528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143582" y="3036337"/>
              <a:ext cx="17131" cy="3083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160713" y="3045145"/>
              <a:ext cx="17131" cy="220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17784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19497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212109" y="3058358"/>
              <a:ext cx="17131" cy="88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229241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2463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26350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280637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29776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31490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233203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234916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236629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38342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240056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41769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43482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45195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46908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48622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50335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52048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53761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55474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032224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667168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67168" y="284695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67168" y="240651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667168" y="1966085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67168" y="1525652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794820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981597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168374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667168" y="3067167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667168" y="2626734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667168" y="218630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667168" y="174586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667168" y="1305436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701432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888209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074986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692866" y="1380309"/>
              <a:ext cx="17131" cy="16868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709998" y="2688395"/>
              <a:ext cx="17131" cy="3787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2727130" y="2877781"/>
              <a:ext cx="17131" cy="1893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744262" y="3009911"/>
              <a:ext cx="17131" cy="57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761394" y="3049550"/>
              <a:ext cx="17131" cy="1761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778525" y="3040741"/>
              <a:ext cx="17131" cy="2642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795657" y="3058358"/>
              <a:ext cx="17131" cy="88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81278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829921" y="3058358"/>
              <a:ext cx="17131" cy="88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847053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86418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881317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898449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91558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93271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94984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96697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98410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00124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0183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03550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05263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06976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308690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310403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312116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313829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315542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317256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3189693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667168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3302112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302112" y="284695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302112" y="240651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302112" y="1966085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302112" y="1525652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429764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616541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803318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302112" y="3067167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02112" y="2626734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302112" y="218630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302112" y="174586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3302112" y="1305436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336376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523153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709930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3327810" y="1292223"/>
              <a:ext cx="17131" cy="17749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3344942" y="2644351"/>
              <a:ext cx="17131" cy="42281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3362074" y="2961463"/>
              <a:ext cx="17131" cy="10570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3379205" y="3005506"/>
              <a:ext cx="17131" cy="616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3396337" y="3049550"/>
              <a:ext cx="17131" cy="1761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3413469" y="3040741"/>
              <a:ext cx="17131" cy="2642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3430601" y="3058358"/>
              <a:ext cx="17131" cy="88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3447733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3464865" y="3058358"/>
              <a:ext cx="17131" cy="88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3481997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3499129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3516261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3533393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355052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356765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358478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3601921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361905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363618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365331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367044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687581" y="3062763"/>
              <a:ext cx="17131" cy="44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370471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372184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73897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756109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773241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790373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807505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824637" y="3067167"/>
              <a:ext cx="171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302112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937056" y="1198851"/>
              <a:ext cx="565354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3937056" y="284695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3937056" y="240651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937056" y="1966085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937056" y="1525652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4064708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4251485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4438262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937056" y="3067167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937056" y="2626734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937056" y="2186301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937056" y="1745868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937056" y="1305436"/>
              <a:ext cx="565354" cy="0"/>
            </a:xfrm>
            <a:custGeom>
              <a:avLst/>
              <a:pathLst>
                <a:path w="565354" h="0">
                  <a:moveTo>
                    <a:pt x="0" y="0"/>
                  </a:moveTo>
                  <a:lnTo>
                    <a:pt x="565354" y="0"/>
                  </a:lnTo>
                  <a:lnTo>
                    <a:pt x="56535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971319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4158097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4344874" y="1198851"/>
              <a:ext cx="0" cy="1957283"/>
            </a:xfrm>
            <a:custGeom>
              <a:avLst/>
              <a:pathLst>
                <a:path w="0"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937056" y="1198851"/>
              <a:ext cx="565354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1397280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tx211"/>
            <p:cNvSpPr/>
            <p:nvPr/>
          </p:nvSpPr>
          <p:spPr>
            <a:xfrm>
              <a:off x="1568143" y="1050110"/>
              <a:ext cx="223629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Este</a:t>
              </a:r>
            </a:p>
          </p:txBody>
        </p:sp>
        <p:sp>
          <p:nvSpPr>
            <p:cNvPr id="212" name="rc212"/>
            <p:cNvSpPr/>
            <p:nvPr/>
          </p:nvSpPr>
          <p:spPr>
            <a:xfrm>
              <a:off x="2032224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tx213"/>
            <p:cNvSpPr/>
            <p:nvPr/>
          </p:nvSpPr>
          <p:spPr>
            <a:xfrm>
              <a:off x="2178257" y="1050110"/>
              <a:ext cx="273288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Norte</a:t>
              </a:r>
            </a:p>
          </p:txBody>
        </p:sp>
        <p:sp>
          <p:nvSpPr>
            <p:cNvPr id="214" name="rc214"/>
            <p:cNvSpPr/>
            <p:nvPr/>
          </p:nvSpPr>
          <p:spPr>
            <a:xfrm>
              <a:off x="2667168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2800759" y="1048637"/>
              <a:ext cx="298172" cy="82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Oeste</a:t>
              </a:r>
            </a:p>
          </p:txBody>
        </p:sp>
        <p:sp>
          <p:nvSpPr>
            <p:cNvPr id="216" name="rc216"/>
            <p:cNvSpPr/>
            <p:nvPr/>
          </p:nvSpPr>
          <p:spPr>
            <a:xfrm>
              <a:off x="3302112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3497831" y="1048691"/>
              <a:ext cx="17391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Sur</a:t>
              </a:r>
            </a:p>
          </p:txBody>
        </p:sp>
        <p:sp>
          <p:nvSpPr>
            <p:cNvPr id="218" name="rc218"/>
            <p:cNvSpPr/>
            <p:nvPr/>
          </p:nvSpPr>
          <p:spPr>
            <a:xfrm>
              <a:off x="3937056" y="983989"/>
              <a:ext cx="565354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tx219"/>
            <p:cNvSpPr/>
            <p:nvPr/>
          </p:nvSpPr>
          <p:spPr>
            <a:xfrm>
              <a:off x="4142107" y="1051420"/>
              <a:ext cx="15525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220" name="pl220"/>
            <p:cNvSpPr/>
            <p:nvPr/>
          </p:nvSpPr>
          <p:spPr>
            <a:xfrm>
              <a:off x="1431544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1618321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805098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 rot="-2700000">
              <a:off x="1428152" y="32056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4" name="tx224"/>
            <p:cNvSpPr/>
            <p:nvPr/>
          </p:nvSpPr>
          <p:spPr>
            <a:xfrm rot="-2700000">
              <a:off x="1552774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25" name="tx225"/>
            <p:cNvSpPr/>
            <p:nvPr/>
          </p:nvSpPr>
          <p:spPr>
            <a:xfrm rot="-2700000">
              <a:off x="1739551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26" name="pl226"/>
            <p:cNvSpPr/>
            <p:nvPr/>
          </p:nvSpPr>
          <p:spPr>
            <a:xfrm>
              <a:off x="2066488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2253265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2440042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tx229"/>
            <p:cNvSpPr/>
            <p:nvPr/>
          </p:nvSpPr>
          <p:spPr>
            <a:xfrm rot="-2700000">
              <a:off x="2063096" y="32056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2700000">
              <a:off x="2187718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31" name="tx231"/>
            <p:cNvSpPr/>
            <p:nvPr/>
          </p:nvSpPr>
          <p:spPr>
            <a:xfrm rot="-2700000">
              <a:off x="2374495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32" name="pl232"/>
            <p:cNvSpPr/>
            <p:nvPr/>
          </p:nvSpPr>
          <p:spPr>
            <a:xfrm>
              <a:off x="2701432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2888209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074986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tx235"/>
            <p:cNvSpPr/>
            <p:nvPr/>
          </p:nvSpPr>
          <p:spPr>
            <a:xfrm rot="-2700000">
              <a:off x="2698040" y="32056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6" name="tx236"/>
            <p:cNvSpPr/>
            <p:nvPr/>
          </p:nvSpPr>
          <p:spPr>
            <a:xfrm rot="-2700000">
              <a:off x="2822662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37" name="tx237"/>
            <p:cNvSpPr/>
            <p:nvPr/>
          </p:nvSpPr>
          <p:spPr>
            <a:xfrm rot="-2700000">
              <a:off x="3009439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38" name="pl238"/>
            <p:cNvSpPr/>
            <p:nvPr/>
          </p:nvSpPr>
          <p:spPr>
            <a:xfrm>
              <a:off x="3336376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523153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709930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 rot="-2700000">
              <a:off x="3332984" y="32056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2700000">
              <a:off x="3457605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3" name="tx243"/>
            <p:cNvSpPr/>
            <p:nvPr/>
          </p:nvSpPr>
          <p:spPr>
            <a:xfrm rot="-2700000">
              <a:off x="3644383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44" name="pl244"/>
            <p:cNvSpPr/>
            <p:nvPr/>
          </p:nvSpPr>
          <p:spPr>
            <a:xfrm>
              <a:off x="3971319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4158097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4344874" y="31561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tx247"/>
            <p:cNvSpPr/>
            <p:nvPr/>
          </p:nvSpPr>
          <p:spPr>
            <a:xfrm rot="-2700000">
              <a:off x="3967928" y="32056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8" name="tx248"/>
            <p:cNvSpPr/>
            <p:nvPr/>
          </p:nvSpPr>
          <p:spPr>
            <a:xfrm rot="-2700000">
              <a:off x="4092549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9" name="tx249"/>
            <p:cNvSpPr/>
            <p:nvPr/>
          </p:nvSpPr>
          <p:spPr>
            <a:xfrm rot="-2700000">
              <a:off x="4279326" y="320560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1148183" y="2585042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1148183" y="214461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1148183" y="1704122"/>
              <a:ext cx="186466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1148183" y="1263744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55" name="pl255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362485" y="26267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362485" y="21863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362485" y="17458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1362485" y="13054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tx260"/>
            <p:cNvSpPr/>
            <p:nvPr/>
          </p:nvSpPr>
          <p:spPr>
            <a:xfrm>
              <a:off x="2693706" y="3455200"/>
              <a:ext cx="512278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NINFAS</a:t>
              </a:r>
            </a:p>
          </p:txBody>
        </p:sp>
        <p:sp>
          <p:nvSpPr>
            <p:cNvPr id="261" name="tx261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2021-03-25T22:46:55Z</dcterms:modified>
  <cp:category/>
</cp:coreProperties>
</file>