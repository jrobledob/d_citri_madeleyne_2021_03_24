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914400" y="914400"/>
            <a:ext cx="8410128" cy="4818856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397280" y="1198851"/>
              <a:ext cx="194970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397280" y="28540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97280" y="2260054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97280" y="1666042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43246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47918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52591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57264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397280" y="315107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397280" y="2557060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397280" y="19630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397280" y="136903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40909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45582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50255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154928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1406142" y="2497659"/>
              <a:ext cx="5908" cy="65341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141205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141795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1423867" y="3139193"/>
              <a:ext cx="5908" cy="118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142977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1435683" y="3139193"/>
              <a:ext cx="5908" cy="118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44159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144750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1453408" y="3145133"/>
              <a:ext cx="5908" cy="594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45931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46522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47113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47704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48294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48885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49476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50067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50658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51249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51839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52430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53021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53612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54203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154793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155384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155975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156566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157157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157748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1397280" y="1198851"/>
              <a:ext cx="194970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52"/>
            <p:cNvSpPr/>
            <p:nvPr/>
          </p:nvSpPr>
          <p:spPr>
            <a:xfrm>
              <a:off x="1661840" y="1198851"/>
              <a:ext cx="194970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1661840" y="28540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1661840" y="2260054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1661840" y="1666042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169702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174374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179047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83720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1661840" y="315107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1661840" y="2557060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1661840" y="19630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1661840" y="136903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167365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172038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176711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181384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rc68"/>
            <p:cNvSpPr/>
            <p:nvPr/>
          </p:nvSpPr>
          <p:spPr>
            <a:xfrm>
              <a:off x="1670702" y="2254114"/>
              <a:ext cx="5908" cy="89695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rc69"/>
            <p:cNvSpPr/>
            <p:nvPr/>
          </p:nvSpPr>
          <p:spPr>
            <a:xfrm>
              <a:off x="167661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70"/>
            <p:cNvSpPr/>
            <p:nvPr/>
          </p:nvSpPr>
          <p:spPr>
            <a:xfrm>
              <a:off x="168251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71"/>
            <p:cNvSpPr/>
            <p:nvPr/>
          </p:nvSpPr>
          <p:spPr>
            <a:xfrm>
              <a:off x="1688427" y="3121372"/>
              <a:ext cx="5908" cy="297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169433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3"/>
            <p:cNvSpPr/>
            <p:nvPr/>
          </p:nvSpPr>
          <p:spPr>
            <a:xfrm>
              <a:off x="1700243" y="3139193"/>
              <a:ext cx="5908" cy="118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170615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171206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171796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172387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172978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173569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174160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174750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175341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175932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176523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177114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177705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178295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178886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179477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180068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180659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181249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181840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182431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183022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6"/>
            <p:cNvSpPr/>
            <p:nvPr/>
          </p:nvSpPr>
          <p:spPr>
            <a:xfrm>
              <a:off x="183613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7"/>
            <p:cNvSpPr/>
            <p:nvPr/>
          </p:nvSpPr>
          <p:spPr>
            <a:xfrm>
              <a:off x="184204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rc98"/>
            <p:cNvSpPr/>
            <p:nvPr/>
          </p:nvSpPr>
          <p:spPr>
            <a:xfrm>
              <a:off x="1661840" y="1198851"/>
              <a:ext cx="194970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99"/>
            <p:cNvSpPr/>
            <p:nvPr/>
          </p:nvSpPr>
          <p:spPr>
            <a:xfrm>
              <a:off x="1926400" y="1198851"/>
              <a:ext cx="194970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" name="pl100"/>
            <p:cNvSpPr/>
            <p:nvPr/>
          </p:nvSpPr>
          <p:spPr>
            <a:xfrm>
              <a:off x="1926400" y="28540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1926400" y="2260054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1926400" y="1666042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196158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200830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205503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210176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1926400" y="315107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1926400" y="2557060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1926400" y="19630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1926400" y="136903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193821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198494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203167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207840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115"/>
            <p:cNvSpPr/>
            <p:nvPr/>
          </p:nvSpPr>
          <p:spPr>
            <a:xfrm>
              <a:off x="1935262" y="2568941"/>
              <a:ext cx="5908" cy="58213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116"/>
            <p:cNvSpPr/>
            <p:nvPr/>
          </p:nvSpPr>
          <p:spPr>
            <a:xfrm>
              <a:off x="194117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117"/>
            <p:cNvSpPr/>
            <p:nvPr/>
          </p:nvSpPr>
          <p:spPr>
            <a:xfrm>
              <a:off x="194707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118"/>
            <p:cNvSpPr/>
            <p:nvPr/>
          </p:nvSpPr>
          <p:spPr>
            <a:xfrm>
              <a:off x="1952987" y="3139193"/>
              <a:ext cx="5908" cy="118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119"/>
            <p:cNvSpPr/>
            <p:nvPr/>
          </p:nvSpPr>
          <p:spPr>
            <a:xfrm>
              <a:off x="195889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120"/>
            <p:cNvSpPr/>
            <p:nvPr/>
          </p:nvSpPr>
          <p:spPr>
            <a:xfrm>
              <a:off x="1964803" y="3145133"/>
              <a:ext cx="5908" cy="594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121"/>
            <p:cNvSpPr/>
            <p:nvPr/>
          </p:nvSpPr>
          <p:spPr>
            <a:xfrm>
              <a:off x="197071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122"/>
            <p:cNvSpPr/>
            <p:nvPr/>
          </p:nvSpPr>
          <p:spPr>
            <a:xfrm>
              <a:off x="197662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123"/>
            <p:cNvSpPr/>
            <p:nvPr/>
          </p:nvSpPr>
          <p:spPr>
            <a:xfrm>
              <a:off x="198252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124"/>
            <p:cNvSpPr/>
            <p:nvPr/>
          </p:nvSpPr>
          <p:spPr>
            <a:xfrm>
              <a:off x="198843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125"/>
            <p:cNvSpPr/>
            <p:nvPr/>
          </p:nvSpPr>
          <p:spPr>
            <a:xfrm>
              <a:off x="199434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126"/>
            <p:cNvSpPr/>
            <p:nvPr/>
          </p:nvSpPr>
          <p:spPr>
            <a:xfrm>
              <a:off x="200025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200616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128"/>
            <p:cNvSpPr/>
            <p:nvPr/>
          </p:nvSpPr>
          <p:spPr>
            <a:xfrm>
              <a:off x="201206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129"/>
            <p:cNvSpPr/>
            <p:nvPr/>
          </p:nvSpPr>
          <p:spPr>
            <a:xfrm>
              <a:off x="201797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130"/>
            <p:cNvSpPr/>
            <p:nvPr/>
          </p:nvSpPr>
          <p:spPr>
            <a:xfrm>
              <a:off x="202388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131"/>
            <p:cNvSpPr/>
            <p:nvPr/>
          </p:nvSpPr>
          <p:spPr>
            <a:xfrm>
              <a:off x="202979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132"/>
            <p:cNvSpPr/>
            <p:nvPr/>
          </p:nvSpPr>
          <p:spPr>
            <a:xfrm>
              <a:off x="203570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133"/>
            <p:cNvSpPr/>
            <p:nvPr/>
          </p:nvSpPr>
          <p:spPr>
            <a:xfrm>
              <a:off x="204161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204751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205342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136"/>
            <p:cNvSpPr/>
            <p:nvPr/>
          </p:nvSpPr>
          <p:spPr>
            <a:xfrm>
              <a:off x="205933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137"/>
            <p:cNvSpPr/>
            <p:nvPr/>
          </p:nvSpPr>
          <p:spPr>
            <a:xfrm>
              <a:off x="206524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138"/>
            <p:cNvSpPr/>
            <p:nvPr/>
          </p:nvSpPr>
          <p:spPr>
            <a:xfrm>
              <a:off x="207115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139"/>
            <p:cNvSpPr/>
            <p:nvPr/>
          </p:nvSpPr>
          <p:spPr>
            <a:xfrm>
              <a:off x="207705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rc140"/>
            <p:cNvSpPr/>
            <p:nvPr/>
          </p:nvSpPr>
          <p:spPr>
            <a:xfrm>
              <a:off x="208296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rc141"/>
            <p:cNvSpPr/>
            <p:nvPr/>
          </p:nvSpPr>
          <p:spPr>
            <a:xfrm>
              <a:off x="208887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rc142"/>
            <p:cNvSpPr/>
            <p:nvPr/>
          </p:nvSpPr>
          <p:spPr>
            <a:xfrm>
              <a:off x="209478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rc143"/>
            <p:cNvSpPr/>
            <p:nvPr/>
          </p:nvSpPr>
          <p:spPr>
            <a:xfrm>
              <a:off x="210069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rc144"/>
            <p:cNvSpPr/>
            <p:nvPr/>
          </p:nvSpPr>
          <p:spPr>
            <a:xfrm>
              <a:off x="210660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rc145"/>
            <p:cNvSpPr/>
            <p:nvPr/>
          </p:nvSpPr>
          <p:spPr>
            <a:xfrm>
              <a:off x="1926400" y="1198851"/>
              <a:ext cx="194970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rc146"/>
            <p:cNvSpPr/>
            <p:nvPr/>
          </p:nvSpPr>
          <p:spPr>
            <a:xfrm>
              <a:off x="2190960" y="1198851"/>
              <a:ext cx="194970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7" name="pl147"/>
            <p:cNvSpPr/>
            <p:nvPr/>
          </p:nvSpPr>
          <p:spPr>
            <a:xfrm>
              <a:off x="2190960" y="28540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148"/>
            <p:cNvSpPr/>
            <p:nvPr/>
          </p:nvSpPr>
          <p:spPr>
            <a:xfrm>
              <a:off x="2190960" y="2260054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l149"/>
            <p:cNvSpPr/>
            <p:nvPr/>
          </p:nvSpPr>
          <p:spPr>
            <a:xfrm>
              <a:off x="2190960" y="1666042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l150"/>
            <p:cNvSpPr/>
            <p:nvPr/>
          </p:nvSpPr>
          <p:spPr>
            <a:xfrm>
              <a:off x="222614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151"/>
            <p:cNvSpPr/>
            <p:nvPr/>
          </p:nvSpPr>
          <p:spPr>
            <a:xfrm>
              <a:off x="227286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152"/>
            <p:cNvSpPr/>
            <p:nvPr/>
          </p:nvSpPr>
          <p:spPr>
            <a:xfrm>
              <a:off x="231959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l153"/>
            <p:cNvSpPr/>
            <p:nvPr/>
          </p:nvSpPr>
          <p:spPr>
            <a:xfrm>
              <a:off x="236632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154"/>
            <p:cNvSpPr/>
            <p:nvPr/>
          </p:nvSpPr>
          <p:spPr>
            <a:xfrm>
              <a:off x="2190960" y="315107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155"/>
            <p:cNvSpPr/>
            <p:nvPr/>
          </p:nvSpPr>
          <p:spPr>
            <a:xfrm>
              <a:off x="2190960" y="2557060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2190960" y="19630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2190960" y="136903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220277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224950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160"/>
            <p:cNvSpPr/>
            <p:nvPr/>
          </p:nvSpPr>
          <p:spPr>
            <a:xfrm>
              <a:off x="229623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161"/>
            <p:cNvSpPr/>
            <p:nvPr/>
          </p:nvSpPr>
          <p:spPr>
            <a:xfrm>
              <a:off x="234296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rc162"/>
            <p:cNvSpPr/>
            <p:nvPr/>
          </p:nvSpPr>
          <p:spPr>
            <a:xfrm>
              <a:off x="2199822" y="1885826"/>
              <a:ext cx="5908" cy="12652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rc163"/>
            <p:cNvSpPr/>
            <p:nvPr/>
          </p:nvSpPr>
          <p:spPr>
            <a:xfrm>
              <a:off x="220573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rc164"/>
            <p:cNvSpPr/>
            <p:nvPr/>
          </p:nvSpPr>
          <p:spPr>
            <a:xfrm>
              <a:off x="221163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rc165"/>
            <p:cNvSpPr/>
            <p:nvPr/>
          </p:nvSpPr>
          <p:spPr>
            <a:xfrm>
              <a:off x="2217547" y="3079791"/>
              <a:ext cx="5908" cy="7128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rc166"/>
            <p:cNvSpPr/>
            <p:nvPr/>
          </p:nvSpPr>
          <p:spPr>
            <a:xfrm>
              <a:off x="222345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rc167"/>
            <p:cNvSpPr/>
            <p:nvPr/>
          </p:nvSpPr>
          <p:spPr>
            <a:xfrm>
              <a:off x="2229363" y="3127312"/>
              <a:ext cx="5908" cy="237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rc168"/>
            <p:cNvSpPr/>
            <p:nvPr/>
          </p:nvSpPr>
          <p:spPr>
            <a:xfrm>
              <a:off x="223527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rc169"/>
            <p:cNvSpPr/>
            <p:nvPr/>
          </p:nvSpPr>
          <p:spPr>
            <a:xfrm>
              <a:off x="224118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rc170"/>
            <p:cNvSpPr/>
            <p:nvPr/>
          </p:nvSpPr>
          <p:spPr>
            <a:xfrm>
              <a:off x="224708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rc171"/>
            <p:cNvSpPr/>
            <p:nvPr/>
          </p:nvSpPr>
          <p:spPr>
            <a:xfrm>
              <a:off x="225299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rc172"/>
            <p:cNvSpPr/>
            <p:nvPr/>
          </p:nvSpPr>
          <p:spPr>
            <a:xfrm>
              <a:off x="225890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rc173"/>
            <p:cNvSpPr/>
            <p:nvPr/>
          </p:nvSpPr>
          <p:spPr>
            <a:xfrm>
              <a:off x="226481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rc174"/>
            <p:cNvSpPr/>
            <p:nvPr/>
          </p:nvSpPr>
          <p:spPr>
            <a:xfrm>
              <a:off x="227072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rc175"/>
            <p:cNvSpPr/>
            <p:nvPr/>
          </p:nvSpPr>
          <p:spPr>
            <a:xfrm>
              <a:off x="227662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rc176"/>
            <p:cNvSpPr/>
            <p:nvPr/>
          </p:nvSpPr>
          <p:spPr>
            <a:xfrm>
              <a:off x="228253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rc177"/>
            <p:cNvSpPr/>
            <p:nvPr/>
          </p:nvSpPr>
          <p:spPr>
            <a:xfrm>
              <a:off x="228844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rc178"/>
            <p:cNvSpPr/>
            <p:nvPr/>
          </p:nvSpPr>
          <p:spPr>
            <a:xfrm>
              <a:off x="229435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rc179"/>
            <p:cNvSpPr/>
            <p:nvPr/>
          </p:nvSpPr>
          <p:spPr>
            <a:xfrm>
              <a:off x="230026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rc180"/>
            <p:cNvSpPr/>
            <p:nvPr/>
          </p:nvSpPr>
          <p:spPr>
            <a:xfrm>
              <a:off x="230617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rc181"/>
            <p:cNvSpPr/>
            <p:nvPr/>
          </p:nvSpPr>
          <p:spPr>
            <a:xfrm>
              <a:off x="231207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rc182"/>
            <p:cNvSpPr/>
            <p:nvPr/>
          </p:nvSpPr>
          <p:spPr>
            <a:xfrm>
              <a:off x="231798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rc183"/>
            <p:cNvSpPr/>
            <p:nvPr/>
          </p:nvSpPr>
          <p:spPr>
            <a:xfrm>
              <a:off x="232389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rc184"/>
            <p:cNvSpPr/>
            <p:nvPr/>
          </p:nvSpPr>
          <p:spPr>
            <a:xfrm>
              <a:off x="232980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rc185"/>
            <p:cNvSpPr/>
            <p:nvPr/>
          </p:nvSpPr>
          <p:spPr>
            <a:xfrm>
              <a:off x="233571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rc186"/>
            <p:cNvSpPr/>
            <p:nvPr/>
          </p:nvSpPr>
          <p:spPr>
            <a:xfrm>
              <a:off x="234161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rc187"/>
            <p:cNvSpPr/>
            <p:nvPr/>
          </p:nvSpPr>
          <p:spPr>
            <a:xfrm>
              <a:off x="234752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rc188"/>
            <p:cNvSpPr/>
            <p:nvPr/>
          </p:nvSpPr>
          <p:spPr>
            <a:xfrm>
              <a:off x="2353436" y="3145133"/>
              <a:ext cx="5908" cy="594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rc189"/>
            <p:cNvSpPr/>
            <p:nvPr/>
          </p:nvSpPr>
          <p:spPr>
            <a:xfrm>
              <a:off x="235934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rc190"/>
            <p:cNvSpPr/>
            <p:nvPr/>
          </p:nvSpPr>
          <p:spPr>
            <a:xfrm>
              <a:off x="236525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rc191"/>
            <p:cNvSpPr/>
            <p:nvPr/>
          </p:nvSpPr>
          <p:spPr>
            <a:xfrm>
              <a:off x="237116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rc192"/>
            <p:cNvSpPr/>
            <p:nvPr/>
          </p:nvSpPr>
          <p:spPr>
            <a:xfrm>
              <a:off x="2190960" y="1198851"/>
              <a:ext cx="194970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rc193"/>
            <p:cNvSpPr/>
            <p:nvPr/>
          </p:nvSpPr>
          <p:spPr>
            <a:xfrm>
              <a:off x="2455520" y="1198851"/>
              <a:ext cx="194970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4" name="pl194"/>
            <p:cNvSpPr/>
            <p:nvPr/>
          </p:nvSpPr>
          <p:spPr>
            <a:xfrm>
              <a:off x="2455520" y="28540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pl195"/>
            <p:cNvSpPr/>
            <p:nvPr/>
          </p:nvSpPr>
          <p:spPr>
            <a:xfrm>
              <a:off x="2455520" y="2260054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pl196"/>
            <p:cNvSpPr/>
            <p:nvPr/>
          </p:nvSpPr>
          <p:spPr>
            <a:xfrm>
              <a:off x="2455520" y="1666042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l197"/>
            <p:cNvSpPr/>
            <p:nvPr/>
          </p:nvSpPr>
          <p:spPr>
            <a:xfrm>
              <a:off x="249070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pl198"/>
            <p:cNvSpPr/>
            <p:nvPr/>
          </p:nvSpPr>
          <p:spPr>
            <a:xfrm>
              <a:off x="253742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pl199"/>
            <p:cNvSpPr/>
            <p:nvPr/>
          </p:nvSpPr>
          <p:spPr>
            <a:xfrm>
              <a:off x="258415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l200"/>
            <p:cNvSpPr/>
            <p:nvPr/>
          </p:nvSpPr>
          <p:spPr>
            <a:xfrm>
              <a:off x="263088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l201"/>
            <p:cNvSpPr/>
            <p:nvPr/>
          </p:nvSpPr>
          <p:spPr>
            <a:xfrm>
              <a:off x="2455520" y="315107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l202"/>
            <p:cNvSpPr/>
            <p:nvPr/>
          </p:nvSpPr>
          <p:spPr>
            <a:xfrm>
              <a:off x="2455520" y="2557060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l203"/>
            <p:cNvSpPr/>
            <p:nvPr/>
          </p:nvSpPr>
          <p:spPr>
            <a:xfrm>
              <a:off x="2455520" y="19630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l204"/>
            <p:cNvSpPr/>
            <p:nvPr/>
          </p:nvSpPr>
          <p:spPr>
            <a:xfrm>
              <a:off x="2455520" y="136903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l205"/>
            <p:cNvSpPr/>
            <p:nvPr/>
          </p:nvSpPr>
          <p:spPr>
            <a:xfrm>
              <a:off x="246733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l206"/>
            <p:cNvSpPr/>
            <p:nvPr/>
          </p:nvSpPr>
          <p:spPr>
            <a:xfrm>
              <a:off x="251406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l207"/>
            <p:cNvSpPr/>
            <p:nvPr/>
          </p:nvSpPr>
          <p:spPr>
            <a:xfrm>
              <a:off x="256079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l208"/>
            <p:cNvSpPr/>
            <p:nvPr/>
          </p:nvSpPr>
          <p:spPr>
            <a:xfrm>
              <a:off x="260752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rc209"/>
            <p:cNvSpPr/>
            <p:nvPr/>
          </p:nvSpPr>
          <p:spPr>
            <a:xfrm>
              <a:off x="2464382" y="1291814"/>
              <a:ext cx="5908" cy="185925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rc210"/>
            <p:cNvSpPr/>
            <p:nvPr/>
          </p:nvSpPr>
          <p:spPr>
            <a:xfrm>
              <a:off x="247029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rc211"/>
            <p:cNvSpPr/>
            <p:nvPr/>
          </p:nvSpPr>
          <p:spPr>
            <a:xfrm>
              <a:off x="247619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rc212"/>
            <p:cNvSpPr/>
            <p:nvPr/>
          </p:nvSpPr>
          <p:spPr>
            <a:xfrm>
              <a:off x="2482107" y="3085731"/>
              <a:ext cx="5908" cy="6534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rc213"/>
            <p:cNvSpPr/>
            <p:nvPr/>
          </p:nvSpPr>
          <p:spPr>
            <a:xfrm>
              <a:off x="248801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rc214"/>
            <p:cNvSpPr/>
            <p:nvPr/>
          </p:nvSpPr>
          <p:spPr>
            <a:xfrm>
              <a:off x="2493923" y="3145133"/>
              <a:ext cx="5908" cy="594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rc215"/>
            <p:cNvSpPr/>
            <p:nvPr/>
          </p:nvSpPr>
          <p:spPr>
            <a:xfrm>
              <a:off x="249983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rc216"/>
            <p:cNvSpPr/>
            <p:nvPr/>
          </p:nvSpPr>
          <p:spPr>
            <a:xfrm>
              <a:off x="250573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rc217"/>
            <p:cNvSpPr/>
            <p:nvPr/>
          </p:nvSpPr>
          <p:spPr>
            <a:xfrm>
              <a:off x="2511648" y="3145133"/>
              <a:ext cx="5908" cy="594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rc218"/>
            <p:cNvSpPr/>
            <p:nvPr/>
          </p:nvSpPr>
          <p:spPr>
            <a:xfrm>
              <a:off x="251755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rc219"/>
            <p:cNvSpPr/>
            <p:nvPr/>
          </p:nvSpPr>
          <p:spPr>
            <a:xfrm>
              <a:off x="252346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rc220"/>
            <p:cNvSpPr/>
            <p:nvPr/>
          </p:nvSpPr>
          <p:spPr>
            <a:xfrm>
              <a:off x="2529372" y="3139193"/>
              <a:ext cx="5908" cy="118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rc221"/>
            <p:cNvSpPr/>
            <p:nvPr/>
          </p:nvSpPr>
          <p:spPr>
            <a:xfrm>
              <a:off x="253528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rc222"/>
            <p:cNvSpPr/>
            <p:nvPr/>
          </p:nvSpPr>
          <p:spPr>
            <a:xfrm>
              <a:off x="254118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rc223"/>
            <p:cNvSpPr/>
            <p:nvPr/>
          </p:nvSpPr>
          <p:spPr>
            <a:xfrm>
              <a:off x="254709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rc224"/>
            <p:cNvSpPr/>
            <p:nvPr/>
          </p:nvSpPr>
          <p:spPr>
            <a:xfrm>
              <a:off x="255300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rc225"/>
            <p:cNvSpPr/>
            <p:nvPr/>
          </p:nvSpPr>
          <p:spPr>
            <a:xfrm>
              <a:off x="255891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rc226"/>
            <p:cNvSpPr/>
            <p:nvPr/>
          </p:nvSpPr>
          <p:spPr>
            <a:xfrm>
              <a:off x="256482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rc227"/>
            <p:cNvSpPr/>
            <p:nvPr/>
          </p:nvSpPr>
          <p:spPr>
            <a:xfrm>
              <a:off x="257073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rc228"/>
            <p:cNvSpPr/>
            <p:nvPr/>
          </p:nvSpPr>
          <p:spPr>
            <a:xfrm>
              <a:off x="257663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rc229"/>
            <p:cNvSpPr/>
            <p:nvPr/>
          </p:nvSpPr>
          <p:spPr>
            <a:xfrm>
              <a:off x="258254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rc230"/>
            <p:cNvSpPr/>
            <p:nvPr/>
          </p:nvSpPr>
          <p:spPr>
            <a:xfrm>
              <a:off x="258845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rc231"/>
            <p:cNvSpPr/>
            <p:nvPr/>
          </p:nvSpPr>
          <p:spPr>
            <a:xfrm>
              <a:off x="259436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rc232"/>
            <p:cNvSpPr/>
            <p:nvPr/>
          </p:nvSpPr>
          <p:spPr>
            <a:xfrm>
              <a:off x="260027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rc233"/>
            <p:cNvSpPr/>
            <p:nvPr/>
          </p:nvSpPr>
          <p:spPr>
            <a:xfrm>
              <a:off x="260617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rc234"/>
            <p:cNvSpPr/>
            <p:nvPr/>
          </p:nvSpPr>
          <p:spPr>
            <a:xfrm>
              <a:off x="261208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rc235"/>
            <p:cNvSpPr/>
            <p:nvPr/>
          </p:nvSpPr>
          <p:spPr>
            <a:xfrm>
              <a:off x="261799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rc236"/>
            <p:cNvSpPr/>
            <p:nvPr/>
          </p:nvSpPr>
          <p:spPr>
            <a:xfrm>
              <a:off x="262390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rc237"/>
            <p:cNvSpPr/>
            <p:nvPr/>
          </p:nvSpPr>
          <p:spPr>
            <a:xfrm>
              <a:off x="262981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rc238"/>
            <p:cNvSpPr/>
            <p:nvPr/>
          </p:nvSpPr>
          <p:spPr>
            <a:xfrm>
              <a:off x="263572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rc239"/>
            <p:cNvSpPr/>
            <p:nvPr/>
          </p:nvSpPr>
          <p:spPr>
            <a:xfrm>
              <a:off x="2455520" y="1198851"/>
              <a:ext cx="194970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rc240"/>
            <p:cNvSpPr/>
            <p:nvPr/>
          </p:nvSpPr>
          <p:spPr>
            <a:xfrm>
              <a:off x="2720080" y="1198851"/>
              <a:ext cx="194970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41" name="pl241"/>
            <p:cNvSpPr/>
            <p:nvPr/>
          </p:nvSpPr>
          <p:spPr>
            <a:xfrm>
              <a:off x="2720080" y="28540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pl242"/>
            <p:cNvSpPr/>
            <p:nvPr/>
          </p:nvSpPr>
          <p:spPr>
            <a:xfrm>
              <a:off x="2720080" y="2260054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pl243"/>
            <p:cNvSpPr/>
            <p:nvPr/>
          </p:nvSpPr>
          <p:spPr>
            <a:xfrm>
              <a:off x="2720080" y="1666042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pl244"/>
            <p:cNvSpPr/>
            <p:nvPr/>
          </p:nvSpPr>
          <p:spPr>
            <a:xfrm>
              <a:off x="275526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pl245"/>
            <p:cNvSpPr/>
            <p:nvPr/>
          </p:nvSpPr>
          <p:spPr>
            <a:xfrm>
              <a:off x="280198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pl246"/>
            <p:cNvSpPr/>
            <p:nvPr/>
          </p:nvSpPr>
          <p:spPr>
            <a:xfrm>
              <a:off x="284871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pl247"/>
            <p:cNvSpPr/>
            <p:nvPr/>
          </p:nvSpPr>
          <p:spPr>
            <a:xfrm>
              <a:off x="289544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pl248"/>
            <p:cNvSpPr/>
            <p:nvPr/>
          </p:nvSpPr>
          <p:spPr>
            <a:xfrm>
              <a:off x="2720080" y="315107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l249"/>
            <p:cNvSpPr/>
            <p:nvPr/>
          </p:nvSpPr>
          <p:spPr>
            <a:xfrm>
              <a:off x="2720080" y="2557060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l250"/>
            <p:cNvSpPr/>
            <p:nvPr/>
          </p:nvSpPr>
          <p:spPr>
            <a:xfrm>
              <a:off x="2720080" y="19630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l251"/>
            <p:cNvSpPr/>
            <p:nvPr/>
          </p:nvSpPr>
          <p:spPr>
            <a:xfrm>
              <a:off x="2720080" y="136903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l252"/>
            <p:cNvSpPr/>
            <p:nvPr/>
          </p:nvSpPr>
          <p:spPr>
            <a:xfrm>
              <a:off x="273189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l253"/>
            <p:cNvSpPr/>
            <p:nvPr/>
          </p:nvSpPr>
          <p:spPr>
            <a:xfrm>
              <a:off x="277862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l254"/>
            <p:cNvSpPr/>
            <p:nvPr/>
          </p:nvSpPr>
          <p:spPr>
            <a:xfrm>
              <a:off x="282535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l255"/>
            <p:cNvSpPr/>
            <p:nvPr/>
          </p:nvSpPr>
          <p:spPr>
            <a:xfrm>
              <a:off x="287208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rc256"/>
            <p:cNvSpPr/>
            <p:nvPr/>
          </p:nvSpPr>
          <p:spPr>
            <a:xfrm>
              <a:off x="2728942" y="1345275"/>
              <a:ext cx="5908" cy="180579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rc257"/>
            <p:cNvSpPr/>
            <p:nvPr/>
          </p:nvSpPr>
          <p:spPr>
            <a:xfrm>
              <a:off x="273485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rc258"/>
            <p:cNvSpPr/>
            <p:nvPr/>
          </p:nvSpPr>
          <p:spPr>
            <a:xfrm>
              <a:off x="274075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rc259"/>
            <p:cNvSpPr/>
            <p:nvPr/>
          </p:nvSpPr>
          <p:spPr>
            <a:xfrm>
              <a:off x="2746667" y="2919408"/>
              <a:ext cx="5908" cy="23166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rc260"/>
            <p:cNvSpPr/>
            <p:nvPr/>
          </p:nvSpPr>
          <p:spPr>
            <a:xfrm>
              <a:off x="275257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rc261"/>
            <p:cNvSpPr/>
            <p:nvPr/>
          </p:nvSpPr>
          <p:spPr>
            <a:xfrm>
              <a:off x="2758483" y="3121372"/>
              <a:ext cx="5908" cy="297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rc262"/>
            <p:cNvSpPr/>
            <p:nvPr/>
          </p:nvSpPr>
          <p:spPr>
            <a:xfrm>
              <a:off x="276439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rc263"/>
            <p:cNvSpPr/>
            <p:nvPr/>
          </p:nvSpPr>
          <p:spPr>
            <a:xfrm>
              <a:off x="277029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rc264"/>
            <p:cNvSpPr/>
            <p:nvPr/>
          </p:nvSpPr>
          <p:spPr>
            <a:xfrm>
              <a:off x="2776208" y="3127312"/>
              <a:ext cx="5908" cy="237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rc265"/>
            <p:cNvSpPr/>
            <p:nvPr/>
          </p:nvSpPr>
          <p:spPr>
            <a:xfrm>
              <a:off x="278211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rc266"/>
            <p:cNvSpPr/>
            <p:nvPr/>
          </p:nvSpPr>
          <p:spPr>
            <a:xfrm>
              <a:off x="278802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rc267"/>
            <p:cNvSpPr/>
            <p:nvPr/>
          </p:nvSpPr>
          <p:spPr>
            <a:xfrm>
              <a:off x="279393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rc268"/>
            <p:cNvSpPr/>
            <p:nvPr/>
          </p:nvSpPr>
          <p:spPr>
            <a:xfrm>
              <a:off x="279984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rc269"/>
            <p:cNvSpPr/>
            <p:nvPr/>
          </p:nvSpPr>
          <p:spPr>
            <a:xfrm>
              <a:off x="280574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rc270"/>
            <p:cNvSpPr/>
            <p:nvPr/>
          </p:nvSpPr>
          <p:spPr>
            <a:xfrm>
              <a:off x="281165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rc271"/>
            <p:cNvSpPr/>
            <p:nvPr/>
          </p:nvSpPr>
          <p:spPr>
            <a:xfrm>
              <a:off x="281756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rc272"/>
            <p:cNvSpPr/>
            <p:nvPr/>
          </p:nvSpPr>
          <p:spPr>
            <a:xfrm>
              <a:off x="282347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rc273"/>
            <p:cNvSpPr/>
            <p:nvPr/>
          </p:nvSpPr>
          <p:spPr>
            <a:xfrm>
              <a:off x="282938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rc274"/>
            <p:cNvSpPr/>
            <p:nvPr/>
          </p:nvSpPr>
          <p:spPr>
            <a:xfrm>
              <a:off x="283529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rc275"/>
            <p:cNvSpPr/>
            <p:nvPr/>
          </p:nvSpPr>
          <p:spPr>
            <a:xfrm>
              <a:off x="284119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rc276"/>
            <p:cNvSpPr/>
            <p:nvPr/>
          </p:nvSpPr>
          <p:spPr>
            <a:xfrm>
              <a:off x="284710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rc277"/>
            <p:cNvSpPr/>
            <p:nvPr/>
          </p:nvSpPr>
          <p:spPr>
            <a:xfrm>
              <a:off x="285301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rc278"/>
            <p:cNvSpPr/>
            <p:nvPr/>
          </p:nvSpPr>
          <p:spPr>
            <a:xfrm>
              <a:off x="285892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rc279"/>
            <p:cNvSpPr/>
            <p:nvPr/>
          </p:nvSpPr>
          <p:spPr>
            <a:xfrm>
              <a:off x="286483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rc280"/>
            <p:cNvSpPr/>
            <p:nvPr/>
          </p:nvSpPr>
          <p:spPr>
            <a:xfrm>
              <a:off x="287073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rc281"/>
            <p:cNvSpPr/>
            <p:nvPr/>
          </p:nvSpPr>
          <p:spPr>
            <a:xfrm>
              <a:off x="287664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rc282"/>
            <p:cNvSpPr/>
            <p:nvPr/>
          </p:nvSpPr>
          <p:spPr>
            <a:xfrm>
              <a:off x="288255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rc283"/>
            <p:cNvSpPr/>
            <p:nvPr/>
          </p:nvSpPr>
          <p:spPr>
            <a:xfrm>
              <a:off x="288846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rc284"/>
            <p:cNvSpPr/>
            <p:nvPr/>
          </p:nvSpPr>
          <p:spPr>
            <a:xfrm>
              <a:off x="289437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rc285"/>
            <p:cNvSpPr/>
            <p:nvPr/>
          </p:nvSpPr>
          <p:spPr>
            <a:xfrm>
              <a:off x="290028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rc286"/>
            <p:cNvSpPr/>
            <p:nvPr/>
          </p:nvSpPr>
          <p:spPr>
            <a:xfrm>
              <a:off x="2720080" y="1198851"/>
              <a:ext cx="194970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rc287"/>
            <p:cNvSpPr/>
            <p:nvPr/>
          </p:nvSpPr>
          <p:spPr>
            <a:xfrm>
              <a:off x="2984640" y="1198851"/>
              <a:ext cx="194970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8" name="pl288"/>
            <p:cNvSpPr/>
            <p:nvPr/>
          </p:nvSpPr>
          <p:spPr>
            <a:xfrm>
              <a:off x="2984640" y="28540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pl289"/>
            <p:cNvSpPr/>
            <p:nvPr/>
          </p:nvSpPr>
          <p:spPr>
            <a:xfrm>
              <a:off x="2984640" y="2260054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pl290"/>
            <p:cNvSpPr/>
            <p:nvPr/>
          </p:nvSpPr>
          <p:spPr>
            <a:xfrm>
              <a:off x="2984640" y="1666042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pl291"/>
            <p:cNvSpPr/>
            <p:nvPr/>
          </p:nvSpPr>
          <p:spPr>
            <a:xfrm>
              <a:off x="301982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pl292"/>
            <p:cNvSpPr/>
            <p:nvPr/>
          </p:nvSpPr>
          <p:spPr>
            <a:xfrm>
              <a:off x="306654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pl293"/>
            <p:cNvSpPr/>
            <p:nvPr/>
          </p:nvSpPr>
          <p:spPr>
            <a:xfrm>
              <a:off x="311327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pl294"/>
            <p:cNvSpPr/>
            <p:nvPr/>
          </p:nvSpPr>
          <p:spPr>
            <a:xfrm>
              <a:off x="316000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pl295"/>
            <p:cNvSpPr/>
            <p:nvPr/>
          </p:nvSpPr>
          <p:spPr>
            <a:xfrm>
              <a:off x="2984640" y="315107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pl296"/>
            <p:cNvSpPr/>
            <p:nvPr/>
          </p:nvSpPr>
          <p:spPr>
            <a:xfrm>
              <a:off x="2984640" y="2557060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pl297"/>
            <p:cNvSpPr/>
            <p:nvPr/>
          </p:nvSpPr>
          <p:spPr>
            <a:xfrm>
              <a:off x="2984640" y="19630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pl298"/>
            <p:cNvSpPr/>
            <p:nvPr/>
          </p:nvSpPr>
          <p:spPr>
            <a:xfrm>
              <a:off x="2984640" y="136903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pl299"/>
            <p:cNvSpPr/>
            <p:nvPr/>
          </p:nvSpPr>
          <p:spPr>
            <a:xfrm>
              <a:off x="299645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pl300"/>
            <p:cNvSpPr/>
            <p:nvPr/>
          </p:nvSpPr>
          <p:spPr>
            <a:xfrm>
              <a:off x="304318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pl301"/>
            <p:cNvSpPr/>
            <p:nvPr/>
          </p:nvSpPr>
          <p:spPr>
            <a:xfrm>
              <a:off x="308991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pl302"/>
            <p:cNvSpPr/>
            <p:nvPr/>
          </p:nvSpPr>
          <p:spPr>
            <a:xfrm>
              <a:off x="313664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rc303"/>
            <p:cNvSpPr/>
            <p:nvPr/>
          </p:nvSpPr>
          <p:spPr>
            <a:xfrm>
              <a:off x="2993502" y="1850186"/>
              <a:ext cx="5908" cy="130088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rc304"/>
            <p:cNvSpPr/>
            <p:nvPr/>
          </p:nvSpPr>
          <p:spPr>
            <a:xfrm>
              <a:off x="299941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rc305"/>
            <p:cNvSpPr/>
            <p:nvPr/>
          </p:nvSpPr>
          <p:spPr>
            <a:xfrm>
              <a:off x="300531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rc306"/>
            <p:cNvSpPr/>
            <p:nvPr/>
          </p:nvSpPr>
          <p:spPr>
            <a:xfrm>
              <a:off x="3011227" y="3121372"/>
              <a:ext cx="5908" cy="297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rc307"/>
            <p:cNvSpPr/>
            <p:nvPr/>
          </p:nvSpPr>
          <p:spPr>
            <a:xfrm>
              <a:off x="301713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rc308"/>
            <p:cNvSpPr/>
            <p:nvPr/>
          </p:nvSpPr>
          <p:spPr>
            <a:xfrm>
              <a:off x="3023043" y="3139193"/>
              <a:ext cx="5908" cy="118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rc309"/>
            <p:cNvSpPr/>
            <p:nvPr/>
          </p:nvSpPr>
          <p:spPr>
            <a:xfrm>
              <a:off x="302895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rc310"/>
            <p:cNvSpPr/>
            <p:nvPr/>
          </p:nvSpPr>
          <p:spPr>
            <a:xfrm>
              <a:off x="303485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rc311"/>
            <p:cNvSpPr/>
            <p:nvPr/>
          </p:nvSpPr>
          <p:spPr>
            <a:xfrm>
              <a:off x="3040768" y="3145133"/>
              <a:ext cx="5908" cy="594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rc312"/>
            <p:cNvSpPr/>
            <p:nvPr/>
          </p:nvSpPr>
          <p:spPr>
            <a:xfrm>
              <a:off x="304667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rc313"/>
            <p:cNvSpPr/>
            <p:nvPr/>
          </p:nvSpPr>
          <p:spPr>
            <a:xfrm>
              <a:off x="305258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rc314"/>
            <p:cNvSpPr/>
            <p:nvPr/>
          </p:nvSpPr>
          <p:spPr>
            <a:xfrm>
              <a:off x="305849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rc315"/>
            <p:cNvSpPr/>
            <p:nvPr/>
          </p:nvSpPr>
          <p:spPr>
            <a:xfrm>
              <a:off x="306440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rc316"/>
            <p:cNvSpPr/>
            <p:nvPr/>
          </p:nvSpPr>
          <p:spPr>
            <a:xfrm>
              <a:off x="307030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rc317"/>
            <p:cNvSpPr/>
            <p:nvPr/>
          </p:nvSpPr>
          <p:spPr>
            <a:xfrm>
              <a:off x="307621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rc318"/>
            <p:cNvSpPr/>
            <p:nvPr/>
          </p:nvSpPr>
          <p:spPr>
            <a:xfrm>
              <a:off x="308212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rc319"/>
            <p:cNvSpPr/>
            <p:nvPr/>
          </p:nvSpPr>
          <p:spPr>
            <a:xfrm>
              <a:off x="308803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rc320"/>
            <p:cNvSpPr/>
            <p:nvPr/>
          </p:nvSpPr>
          <p:spPr>
            <a:xfrm>
              <a:off x="309394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rc321"/>
            <p:cNvSpPr/>
            <p:nvPr/>
          </p:nvSpPr>
          <p:spPr>
            <a:xfrm>
              <a:off x="309985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rc322"/>
            <p:cNvSpPr/>
            <p:nvPr/>
          </p:nvSpPr>
          <p:spPr>
            <a:xfrm>
              <a:off x="310575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rc323"/>
            <p:cNvSpPr/>
            <p:nvPr/>
          </p:nvSpPr>
          <p:spPr>
            <a:xfrm>
              <a:off x="311166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rc324"/>
            <p:cNvSpPr/>
            <p:nvPr/>
          </p:nvSpPr>
          <p:spPr>
            <a:xfrm>
              <a:off x="311757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rc325"/>
            <p:cNvSpPr/>
            <p:nvPr/>
          </p:nvSpPr>
          <p:spPr>
            <a:xfrm>
              <a:off x="312348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rc326"/>
            <p:cNvSpPr/>
            <p:nvPr/>
          </p:nvSpPr>
          <p:spPr>
            <a:xfrm>
              <a:off x="312939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rc327"/>
            <p:cNvSpPr/>
            <p:nvPr/>
          </p:nvSpPr>
          <p:spPr>
            <a:xfrm>
              <a:off x="313529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rc328"/>
            <p:cNvSpPr/>
            <p:nvPr/>
          </p:nvSpPr>
          <p:spPr>
            <a:xfrm>
              <a:off x="314120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rc329"/>
            <p:cNvSpPr/>
            <p:nvPr/>
          </p:nvSpPr>
          <p:spPr>
            <a:xfrm>
              <a:off x="314711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rc330"/>
            <p:cNvSpPr/>
            <p:nvPr/>
          </p:nvSpPr>
          <p:spPr>
            <a:xfrm>
              <a:off x="315302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rc331"/>
            <p:cNvSpPr/>
            <p:nvPr/>
          </p:nvSpPr>
          <p:spPr>
            <a:xfrm>
              <a:off x="315893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rc332"/>
            <p:cNvSpPr/>
            <p:nvPr/>
          </p:nvSpPr>
          <p:spPr>
            <a:xfrm>
              <a:off x="316484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rc333"/>
            <p:cNvSpPr/>
            <p:nvPr/>
          </p:nvSpPr>
          <p:spPr>
            <a:xfrm>
              <a:off x="2984640" y="1198851"/>
              <a:ext cx="194970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rc334"/>
            <p:cNvSpPr/>
            <p:nvPr/>
          </p:nvSpPr>
          <p:spPr>
            <a:xfrm>
              <a:off x="3249200" y="1198851"/>
              <a:ext cx="194970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5" name="pl335"/>
            <p:cNvSpPr/>
            <p:nvPr/>
          </p:nvSpPr>
          <p:spPr>
            <a:xfrm>
              <a:off x="3249200" y="28540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pl336"/>
            <p:cNvSpPr/>
            <p:nvPr/>
          </p:nvSpPr>
          <p:spPr>
            <a:xfrm>
              <a:off x="3249200" y="2260054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pl337"/>
            <p:cNvSpPr/>
            <p:nvPr/>
          </p:nvSpPr>
          <p:spPr>
            <a:xfrm>
              <a:off x="3249200" y="1666042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pl338"/>
            <p:cNvSpPr/>
            <p:nvPr/>
          </p:nvSpPr>
          <p:spPr>
            <a:xfrm>
              <a:off x="328438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pl339"/>
            <p:cNvSpPr/>
            <p:nvPr/>
          </p:nvSpPr>
          <p:spPr>
            <a:xfrm>
              <a:off x="333110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pl340"/>
            <p:cNvSpPr/>
            <p:nvPr/>
          </p:nvSpPr>
          <p:spPr>
            <a:xfrm>
              <a:off x="337783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pl341"/>
            <p:cNvSpPr/>
            <p:nvPr/>
          </p:nvSpPr>
          <p:spPr>
            <a:xfrm>
              <a:off x="342456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pl342"/>
            <p:cNvSpPr/>
            <p:nvPr/>
          </p:nvSpPr>
          <p:spPr>
            <a:xfrm>
              <a:off x="3249200" y="315107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pl343"/>
            <p:cNvSpPr/>
            <p:nvPr/>
          </p:nvSpPr>
          <p:spPr>
            <a:xfrm>
              <a:off x="3249200" y="2557060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pl344"/>
            <p:cNvSpPr/>
            <p:nvPr/>
          </p:nvSpPr>
          <p:spPr>
            <a:xfrm>
              <a:off x="3249200" y="19630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pl345"/>
            <p:cNvSpPr/>
            <p:nvPr/>
          </p:nvSpPr>
          <p:spPr>
            <a:xfrm>
              <a:off x="3249200" y="136903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pl346"/>
            <p:cNvSpPr/>
            <p:nvPr/>
          </p:nvSpPr>
          <p:spPr>
            <a:xfrm>
              <a:off x="326101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pl347"/>
            <p:cNvSpPr/>
            <p:nvPr/>
          </p:nvSpPr>
          <p:spPr>
            <a:xfrm>
              <a:off x="330774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pl348"/>
            <p:cNvSpPr/>
            <p:nvPr/>
          </p:nvSpPr>
          <p:spPr>
            <a:xfrm>
              <a:off x="335447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pl349"/>
            <p:cNvSpPr/>
            <p:nvPr/>
          </p:nvSpPr>
          <p:spPr>
            <a:xfrm>
              <a:off x="340120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rc350"/>
            <p:cNvSpPr/>
            <p:nvPr/>
          </p:nvSpPr>
          <p:spPr>
            <a:xfrm>
              <a:off x="3258062" y="1547239"/>
              <a:ext cx="5908" cy="16038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rc351"/>
            <p:cNvSpPr/>
            <p:nvPr/>
          </p:nvSpPr>
          <p:spPr>
            <a:xfrm>
              <a:off x="326397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rc352"/>
            <p:cNvSpPr/>
            <p:nvPr/>
          </p:nvSpPr>
          <p:spPr>
            <a:xfrm>
              <a:off x="326987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rc353"/>
            <p:cNvSpPr/>
            <p:nvPr/>
          </p:nvSpPr>
          <p:spPr>
            <a:xfrm>
              <a:off x="3275787" y="3121372"/>
              <a:ext cx="5908" cy="297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rc354"/>
            <p:cNvSpPr/>
            <p:nvPr/>
          </p:nvSpPr>
          <p:spPr>
            <a:xfrm>
              <a:off x="328169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rc355"/>
            <p:cNvSpPr/>
            <p:nvPr/>
          </p:nvSpPr>
          <p:spPr>
            <a:xfrm>
              <a:off x="3287603" y="3139193"/>
              <a:ext cx="5908" cy="118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rc356"/>
            <p:cNvSpPr/>
            <p:nvPr/>
          </p:nvSpPr>
          <p:spPr>
            <a:xfrm>
              <a:off x="329351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rc357"/>
            <p:cNvSpPr/>
            <p:nvPr/>
          </p:nvSpPr>
          <p:spPr>
            <a:xfrm>
              <a:off x="329941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rc358"/>
            <p:cNvSpPr/>
            <p:nvPr/>
          </p:nvSpPr>
          <p:spPr>
            <a:xfrm>
              <a:off x="330532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rc359"/>
            <p:cNvSpPr/>
            <p:nvPr/>
          </p:nvSpPr>
          <p:spPr>
            <a:xfrm>
              <a:off x="331123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rc360"/>
            <p:cNvSpPr/>
            <p:nvPr/>
          </p:nvSpPr>
          <p:spPr>
            <a:xfrm>
              <a:off x="331714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rc361"/>
            <p:cNvSpPr/>
            <p:nvPr/>
          </p:nvSpPr>
          <p:spPr>
            <a:xfrm>
              <a:off x="332305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rc362"/>
            <p:cNvSpPr/>
            <p:nvPr/>
          </p:nvSpPr>
          <p:spPr>
            <a:xfrm>
              <a:off x="332896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rc363"/>
            <p:cNvSpPr/>
            <p:nvPr/>
          </p:nvSpPr>
          <p:spPr>
            <a:xfrm>
              <a:off x="333486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rc364"/>
            <p:cNvSpPr/>
            <p:nvPr/>
          </p:nvSpPr>
          <p:spPr>
            <a:xfrm>
              <a:off x="334077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rc365"/>
            <p:cNvSpPr/>
            <p:nvPr/>
          </p:nvSpPr>
          <p:spPr>
            <a:xfrm>
              <a:off x="334668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rc366"/>
            <p:cNvSpPr/>
            <p:nvPr/>
          </p:nvSpPr>
          <p:spPr>
            <a:xfrm>
              <a:off x="335259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rc367"/>
            <p:cNvSpPr/>
            <p:nvPr/>
          </p:nvSpPr>
          <p:spPr>
            <a:xfrm>
              <a:off x="335850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rc368"/>
            <p:cNvSpPr/>
            <p:nvPr/>
          </p:nvSpPr>
          <p:spPr>
            <a:xfrm>
              <a:off x="336441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rc369"/>
            <p:cNvSpPr/>
            <p:nvPr/>
          </p:nvSpPr>
          <p:spPr>
            <a:xfrm>
              <a:off x="337031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rc370"/>
            <p:cNvSpPr/>
            <p:nvPr/>
          </p:nvSpPr>
          <p:spPr>
            <a:xfrm>
              <a:off x="337622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rc371"/>
            <p:cNvSpPr/>
            <p:nvPr/>
          </p:nvSpPr>
          <p:spPr>
            <a:xfrm>
              <a:off x="338213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rc372"/>
            <p:cNvSpPr/>
            <p:nvPr/>
          </p:nvSpPr>
          <p:spPr>
            <a:xfrm>
              <a:off x="338804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rc373"/>
            <p:cNvSpPr/>
            <p:nvPr/>
          </p:nvSpPr>
          <p:spPr>
            <a:xfrm>
              <a:off x="339395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rc374"/>
            <p:cNvSpPr/>
            <p:nvPr/>
          </p:nvSpPr>
          <p:spPr>
            <a:xfrm>
              <a:off x="339985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rc375"/>
            <p:cNvSpPr/>
            <p:nvPr/>
          </p:nvSpPr>
          <p:spPr>
            <a:xfrm>
              <a:off x="340576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rc376"/>
            <p:cNvSpPr/>
            <p:nvPr/>
          </p:nvSpPr>
          <p:spPr>
            <a:xfrm>
              <a:off x="341167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rc377"/>
            <p:cNvSpPr/>
            <p:nvPr/>
          </p:nvSpPr>
          <p:spPr>
            <a:xfrm>
              <a:off x="341758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rc378"/>
            <p:cNvSpPr/>
            <p:nvPr/>
          </p:nvSpPr>
          <p:spPr>
            <a:xfrm>
              <a:off x="342349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rc379"/>
            <p:cNvSpPr/>
            <p:nvPr/>
          </p:nvSpPr>
          <p:spPr>
            <a:xfrm>
              <a:off x="342940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rc380"/>
            <p:cNvSpPr/>
            <p:nvPr/>
          </p:nvSpPr>
          <p:spPr>
            <a:xfrm>
              <a:off x="3249200" y="1198851"/>
              <a:ext cx="194970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rc381"/>
            <p:cNvSpPr/>
            <p:nvPr/>
          </p:nvSpPr>
          <p:spPr>
            <a:xfrm>
              <a:off x="3513760" y="1198851"/>
              <a:ext cx="194970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82" name="pl382"/>
            <p:cNvSpPr/>
            <p:nvPr/>
          </p:nvSpPr>
          <p:spPr>
            <a:xfrm>
              <a:off x="3513760" y="28540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pl383"/>
            <p:cNvSpPr/>
            <p:nvPr/>
          </p:nvSpPr>
          <p:spPr>
            <a:xfrm>
              <a:off x="3513760" y="2260054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pl384"/>
            <p:cNvSpPr/>
            <p:nvPr/>
          </p:nvSpPr>
          <p:spPr>
            <a:xfrm>
              <a:off x="3513760" y="1666042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pl385"/>
            <p:cNvSpPr/>
            <p:nvPr/>
          </p:nvSpPr>
          <p:spPr>
            <a:xfrm>
              <a:off x="354894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pl386"/>
            <p:cNvSpPr/>
            <p:nvPr/>
          </p:nvSpPr>
          <p:spPr>
            <a:xfrm>
              <a:off x="359566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pl387"/>
            <p:cNvSpPr/>
            <p:nvPr/>
          </p:nvSpPr>
          <p:spPr>
            <a:xfrm>
              <a:off x="364239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pl388"/>
            <p:cNvSpPr/>
            <p:nvPr/>
          </p:nvSpPr>
          <p:spPr>
            <a:xfrm>
              <a:off x="368912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pl389"/>
            <p:cNvSpPr/>
            <p:nvPr/>
          </p:nvSpPr>
          <p:spPr>
            <a:xfrm>
              <a:off x="3513760" y="315107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pl390"/>
            <p:cNvSpPr/>
            <p:nvPr/>
          </p:nvSpPr>
          <p:spPr>
            <a:xfrm>
              <a:off x="3513760" y="2557060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pl391"/>
            <p:cNvSpPr/>
            <p:nvPr/>
          </p:nvSpPr>
          <p:spPr>
            <a:xfrm>
              <a:off x="3513760" y="19630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pl392"/>
            <p:cNvSpPr/>
            <p:nvPr/>
          </p:nvSpPr>
          <p:spPr>
            <a:xfrm>
              <a:off x="3513760" y="136903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pl393"/>
            <p:cNvSpPr/>
            <p:nvPr/>
          </p:nvSpPr>
          <p:spPr>
            <a:xfrm>
              <a:off x="352557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pl394"/>
            <p:cNvSpPr/>
            <p:nvPr/>
          </p:nvSpPr>
          <p:spPr>
            <a:xfrm>
              <a:off x="357230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pl395"/>
            <p:cNvSpPr/>
            <p:nvPr/>
          </p:nvSpPr>
          <p:spPr>
            <a:xfrm>
              <a:off x="361903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pl396"/>
            <p:cNvSpPr/>
            <p:nvPr/>
          </p:nvSpPr>
          <p:spPr>
            <a:xfrm>
              <a:off x="366576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rc397"/>
            <p:cNvSpPr/>
            <p:nvPr/>
          </p:nvSpPr>
          <p:spPr>
            <a:xfrm>
              <a:off x="3522622" y="2491719"/>
              <a:ext cx="5908" cy="65935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rc398"/>
            <p:cNvSpPr/>
            <p:nvPr/>
          </p:nvSpPr>
          <p:spPr>
            <a:xfrm>
              <a:off x="352853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rc399"/>
            <p:cNvSpPr/>
            <p:nvPr/>
          </p:nvSpPr>
          <p:spPr>
            <a:xfrm>
              <a:off x="353443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rc400"/>
            <p:cNvSpPr/>
            <p:nvPr/>
          </p:nvSpPr>
          <p:spPr>
            <a:xfrm>
              <a:off x="3540347" y="3133252"/>
              <a:ext cx="5908" cy="1782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rc401"/>
            <p:cNvSpPr/>
            <p:nvPr/>
          </p:nvSpPr>
          <p:spPr>
            <a:xfrm>
              <a:off x="354625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rc402"/>
            <p:cNvSpPr/>
            <p:nvPr/>
          </p:nvSpPr>
          <p:spPr>
            <a:xfrm>
              <a:off x="3552163" y="3145133"/>
              <a:ext cx="5908" cy="594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rc403"/>
            <p:cNvSpPr/>
            <p:nvPr/>
          </p:nvSpPr>
          <p:spPr>
            <a:xfrm>
              <a:off x="355807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rc404"/>
            <p:cNvSpPr/>
            <p:nvPr/>
          </p:nvSpPr>
          <p:spPr>
            <a:xfrm>
              <a:off x="356397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rc405"/>
            <p:cNvSpPr/>
            <p:nvPr/>
          </p:nvSpPr>
          <p:spPr>
            <a:xfrm>
              <a:off x="356988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rc406"/>
            <p:cNvSpPr/>
            <p:nvPr/>
          </p:nvSpPr>
          <p:spPr>
            <a:xfrm>
              <a:off x="357579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rc407"/>
            <p:cNvSpPr/>
            <p:nvPr/>
          </p:nvSpPr>
          <p:spPr>
            <a:xfrm>
              <a:off x="358170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rc408"/>
            <p:cNvSpPr/>
            <p:nvPr/>
          </p:nvSpPr>
          <p:spPr>
            <a:xfrm>
              <a:off x="3587612" y="3145133"/>
              <a:ext cx="5908" cy="594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rc409"/>
            <p:cNvSpPr/>
            <p:nvPr/>
          </p:nvSpPr>
          <p:spPr>
            <a:xfrm>
              <a:off x="359352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rc410"/>
            <p:cNvSpPr/>
            <p:nvPr/>
          </p:nvSpPr>
          <p:spPr>
            <a:xfrm>
              <a:off x="359942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rc411"/>
            <p:cNvSpPr/>
            <p:nvPr/>
          </p:nvSpPr>
          <p:spPr>
            <a:xfrm>
              <a:off x="360533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rc412"/>
            <p:cNvSpPr/>
            <p:nvPr/>
          </p:nvSpPr>
          <p:spPr>
            <a:xfrm>
              <a:off x="361124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rc413"/>
            <p:cNvSpPr/>
            <p:nvPr/>
          </p:nvSpPr>
          <p:spPr>
            <a:xfrm>
              <a:off x="361715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rc414"/>
            <p:cNvSpPr/>
            <p:nvPr/>
          </p:nvSpPr>
          <p:spPr>
            <a:xfrm>
              <a:off x="362306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rc415"/>
            <p:cNvSpPr/>
            <p:nvPr/>
          </p:nvSpPr>
          <p:spPr>
            <a:xfrm>
              <a:off x="362897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rc416"/>
            <p:cNvSpPr/>
            <p:nvPr/>
          </p:nvSpPr>
          <p:spPr>
            <a:xfrm>
              <a:off x="363487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rc417"/>
            <p:cNvSpPr/>
            <p:nvPr/>
          </p:nvSpPr>
          <p:spPr>
            <a:xfrm>
              <a:off x="364078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rc418"/>
            <p:cNvSpPr/>
            <p:nvPr/>
          </p:nvSpPr>
          <p:spPr>
            <a:xfrm>
              <a:off x="364669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rc419"/>
            <p:cNvSpPr/>
            <p:nvPr/>
          </p:nvSpPr>
          <p:spPr>
            <a:xfrm>
              <a:off x="365260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rc420"/>
            <p:cNvSpPr/>
            <p:nvPr/>
          </p:nvSpPr>
          <p:spPr>
            <a:xfrm>
              <a:off x="365851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rc421"/>
            <p:cNvSpPr/>
            <p:nvPr/>
          </p:nvSpPr>
          <p:spPr>
            <a:xfrm>
              <a:off x="366441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rc422"/>
            <p:cNvSpPr/>
            <p:nvPr/>
          </p:nvSpPr>
          <p:spPr>
            <a:xfrm>
              <a:off x="367032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rc423"/>
            <p:cNvSpPr/>
            <p:nvPr/>
          </p:nvSpPr>
          <p:spPr>
            <a:xfrm>
              <a:off x="367623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rc424"/>
            <p:cNvSpPr/>
            <p:nvPr/>
          </p:nvSpPr>
          <p:spPr>
            <a:xfrm>
              <a:off x="368214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rc425"/>
            <p:cNvSpPr/>
            <p:nvPr/>
          </p:nvSpPr>
          <p:spPr>
            <a:xfrm>
              <a:off x="368805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rc426"/>
            <p:cNvSpPr/>
            <p:nvPr/>
          </p:nvSpPr>
          <p:spPr>
            <a:xfrm>
              <a:off x="3693960" y="3145133"/>
              <a:ext cx="5908" cy="594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rc427"/>
            <p:cNvSpPr/>
            <p:nvPr/>
          </p:nvSpPr>
          <p:spPr>
            <a:xfrm>
              <a:off x="3513760" y="1198851"/>
              <a:ext cx="194970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rc428"/>
            <p:cNvSpPr/>
            <p:nvPr/>
          </p:nvSpPr>
          <p:spPr>
            <a:xfrm>
              <a:off x="3778320" y="1198851"/>
              <a:ext cx="194970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9" name="pl429"/>
            <p:cNvSpPr/>
            <p:nvPr/>
          </p:nvSpPr>
          <p:spPr>
            <a:xfrm>
              <a:off x="3778320" y="28540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pl430"/>
            <p:cNvSpPr/>
            <p:nvPr/>
          </p:nvSpPr>
          <p:spPr>
            <a:xfrm>
              <a:off x="3778320" y="2260054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pl431"/>
            <p:cNvSpPr/>
            <p:nvPr/>
          </p:nvSpPr>
          <p:spPr>
            <a:xfrm>
              <a:off x="3778320" y="1666042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pl432"/>
            <p:cNvSpPr/>
            <p:nvPr/>
          </p:nvSpPr>
          <p:spPr>
            <a:xfrm>
              <a:off x="381350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pl433"/>
            <p:cNvSpPr/>
            <p:nvPr/>
          </p:nvSpPr>
          <p:spPr>
            <a:xfrm>
              <a:off x="386022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pl434"/>
            <p:cNvSpPr/>
            <p:nvPr/>
          </p:nvSpPr>
          <p:spPr>
            <a:xfrm>
              <a:off x="390695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pl435"/>
            <p:cNvSpPr/>
            <p:nvPr/>
          </p:nvSpPr>
          <p:spPr>
            <a:xfrm>
              <a:off x="395368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pl436"/>
            <p:cNvSpPr/>
            <p:nvPr/>
          </p:nvSpPr>
          <p:spPr>
            <a:xfrm>
              <a:off x="3778320" y="315107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pl437"/>
            <p:cNvSpPr/>
            <p:nvPr/>
          </p:nvSpPr>
          <p:spPr>
            <a:xfrm>
              <a:off x="3778320" y="2557060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pl438"/>
            <p:cNvSpPr/>
            <p:nvPr/>
          </p:nvSpPr>
          <p:spPr>
            <a:xfrm>
              <a:off x="3778320" y="19630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pl439"/>
            <p:cNvSpPr/>
            <p:nvPr/>
          </p:nvSpPr>
          <p:spPr>
            <a:xfrm>
              <a:off x="3778320" y="136903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pl440"/>
            <p:cNvSpPr/>
            <p:nvPr/>
          </p:nvSpPr>
          <p:spPr>
            <a:xfrm>
              <a:off x="379013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pl441"/>
            <p:cNvSpPr/>
            <p:nvPr/>
          </p:nvSpPr>
          <p:spPr>
            <a:xfrm>
              <a:off x="383686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pl442"/>
            <p:cNvSpPr/>
            <p:nvPr/>
          </p:nvSpPr>
          <p:spPr>
            <a:xfrm>
              <a:off x="388359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pl443"/>
            <p:cNvSpPr/>
            <p:nvPr/>
          </p:nvSpPr>
          <p:spPr>
            <a:xfrm>
              <a:off x="393032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rc444"/>
            <p:cNvSpPr/>
            <p:nvPr/>
          </p:nvSpPr>
          <p:spPr>
            <a:xfrm>
              <a:off x="3787182" y="2515479"/>
              <a:ext cx="5908" cy="63559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rc445"/>
            <p:cNvSpPr/>
            <p:nvPr/>
          </p:nvSpPr>
          <p:spPr>
            <a:xfrm>
              <a:off x="379309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rc446"/>
            <p:cNvSpPr/>
            <p:nvPr/>
          </p:nvSpPr>
          <p:spPr>
            <a:xfrm>
              <a:off x="379899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rc447"/>
            <p:cNvSpPr/>
            <p:nvPr/>
          </p:nvSpPr>
          <p:spPr>
            <a:xfrm>
              <a:off x="3804907" y="3133252"/>
              <a:ext cx="5908" cy="1782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rc448"/>
            <p:cNvSpPr/>
            <p:nvPr/>
          </p:nvSpPr>
          <p:spPr>
            <a:xfrm>
              <a:off x="381081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rc449"/>
            <p:cNvSpPr/>
            <p:nvPr/>
          </p:nvSpPr>
          <p:spPr>
            <a:xfrm>
              <a:off x="381672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rc450"/>
            <p:cNvSpPr/>
            <p:nvPr/>
          </p:nvSpPr>
          <p:spPr>
            <a:xfrm>
              <a:off x="382263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rc451"/>
            <p:cNvSpPr/>
            <p:nvPr/>
          </p:nvSpPr>
          <p:spPr>
            <a:xfrm>
              <a:off x="382853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rc452"/>
            <p:cNvSpPr/>
            <p:nvPr/>
          </p:nvSpPr>
          <p:spPr>
            <a:xfrm>
              <a:off x="383444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rc453"/>
            <p:cNvSpPr/>
            <p:nvPr/>
          </p:nvSpPr>
          <p:spPr>
            <a:xfrm>
              <a:off x="384035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rc454"/>
            <p:cNvSpPr/>
            <p:nvPr/>
          </p:nvSpPr>
          <p:spPr>
            <a:xfrm>
              <a:off x="384626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rc455"/>
            <p:cNvSpPr/>
            <p:nvPr/>
          </p:nvSpPr>
          <p:spPr>
            <a:xfrm>
              <a:off x="385217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rc456"/>
            <p:cNvSpPr/>
            <p:nvPr/>
          </p:nvSpPr>
          <p:spPr>
            <a:xfrm>
              <a:off x="385808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rc457"/>
            <p:cNvSpPr/>
            <p:nvPr/>
          </p:nvSpPr>
          <p:spPr>
            <a:xfrm>
              <a:off x="3863989" y="3145133"/>
              <a:ext cx="5908" cy="594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rc458"/>
            <p:cNvSpPr/>
            <p:nvPr/>
          </p:nvSpPr>
          <p:spPr>
            <a:xfrm>
              <a:off x="386989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rc459"/>
            <p:cNvSpPr/>
            <p:nvPr/>
          </p:nvSpPr>
          <p:spPr>
            <a:xfrm>
              <a:off x="387580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rc460"/>
            <p:cNvSpPr/>
            <p:nvPr/>
          </p:nvSpPr>
          <p:spPr>
            <a:xfrm>
              <a:off x="388171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rc461"/>
            <p:cNvSpPr/>
            <p:nvPr/>
          </p:nvSpPr>
          <p:spPr>
            <a:xfrm>
              <a:off x="388762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rc462"/>
            <p:cNvSpPr/>
            <p:nvPr/>
          </p:nvSpPr>
          <p:spPr>
            <a:xfrm>
              <a:off x="389353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rc463"/>
            <p:cNvSpPr/>
            <p:nvPr/>
          </p:nvSpPr>
          <p:spPr>
            <a:xfrm>
              <a:off x="389943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rc464"/>
            <p:cNvSpPr/>
            <p:nvPr/>
          </p:nvSpPr>
          <p:spPr>
            <a:xfrm>
              <a:off x="390534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rc465"/>
            <p:cNvSpPr/>
            <p:nvPr/>
          </p:nvSpPr>
          <p:spPr>
            <a:xfrm>
              <a:off x="391125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rc466"/>
            <p:cNvSpPr/>
            <p:nvPr/>
          </p:nvSpPr>
          <p:spPr>
            <a:xfrm>
              <a:off x="391716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rc467"/>
            <p:cNvSpPr/>
            <p:nvPr/>
          </p:nvSpPr>
          <p:spPr>
            <a:xfrm>
              <a:off x="392307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rc468"/>
            <p:cNvSpPr/>
            <p:nvPr/>
          </p:nvSpPr>
          <p:spPr>
            <a:xfrm>
              <a:off x="392897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rc469"/>
            <p:cNvSpPr/>
            <p:nvPr/>
          </p:nvSpPr>
          <p:spPr>
            <a:xfrm>
              <a:off x="393488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rc470"/>
            <p:cNvSpPr/>
            <p:nvPr/>
          </p:nvSpPr>
          <p:spPr>
            <a:xfrm>
              <a:off x="394079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rc471"/>
            <p:cNvSpPr/>
            <p:nvPr/>
          </p:nvSpPr>
          <p:spPr>
            <a:xfrm>
              <a:off x="394670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rc472"/>
            <p:cNvSpPr/>
            <p:nvPr/>
          </p:nvSpPr>
          <p:spPr>
            <a:xfrm>
              <a:off x="395261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rc473"/>
            <p:cNvSpPr/>
            <p:nvPr/>
          </p:nvSpPr>
          <p:spPr>
            <a:xfrm>
              <a:off x="395852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rc474"/>
            <p:cNvSpPr/>
            <p:nvPr/>
          </p:nvSpPr>
          <p:spPr>
            <a:xfrm>
              <a:off x="3778320" y="1198851"/>
              <a:ext cx="194970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rc475"/>
            <p:cNvSpPr/>
            <p:nvPr/>
          </p:nvSpPr>
          <p:spPr>
            <a:xfrm>
              <a:off x="4042880" y="1198851"/>
              <a:ext cx="194970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76" name="pl476"/>
            <p:cNvSpPr/>
            <p:nvPr/>
          </p:nvSpPr>
          <p:spPr>
            <a:xfrm>
              <a:off x="4042880" y="28540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pl477"/>
            <p:cNvSpPr/>
            <p:nvPr/>
          </p:nvSpPr>
          <p:spPr>
            <a:xfrm>
              <a:off x="4042880" y="2260054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pl478"/>
            <p:cNvSpPr/>
            <p:nvPr/>
          </p:nvSpPr>
          <p:spPr>
            <a:xfrm>
              <a:off x="4042880" y="1666042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pl479"/>
            <p:cNvSpPr/>
            <p:nvPr/>
          </p:nvSpPr>
          <p:spPr>
            <a:xfrm>
              <a:off x="407806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pl480"/>
            <p:cNvSpPr/>
            <p:nvPr/>
          </p:nvSpPr>
          <p:spPr>
            <a:xfrm>
              <a:off x="412478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pl481"/>
            <p:cNvSpPr/>
            <p:nvPr/>
          </p:nvSpPr>
          <p:spPr>
            <a:xfrm>
              <a:off x="417151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pl482"/>
            <p:cNvSpPr/>
            <p:nvPr/>
          </p:nvSpPr>
          <p:spPr>
            <a:xfrm>
              <a:off x="421824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pl483"/>
            <p:cNvSpPr/>
            <p:nvPr/>
          </p:nvSpPr>
          <p:spPr>
            <a:xfrm>
              <a:off x="4042880" y="315107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pl484"/>
            <p:cNvSpPr/>
            <p:nvPr/>
          </p:nvSpPr>
          <p:spPr>
            <a:xfrm>
              <a:off x="4042880" y="2557060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pl485"/>
            <p:cNvSpPr/>
            <p:nvPr/>
          </p:nvSpPr>
          <p:spPr>
            <a:xfrm>
              <a:off x="4042880" y="19630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pl486"/>
            <p:cNvSpPr/>
            <p:nvPr/>
          </p:nvSpPr>
          <p:spPr>
            <a:xfrm>
              <a:off x="4042880" y="136903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pl487"/>
            <p:cNvSpPr/>
            <p:nvPr/>
          </p:nvSpPr>
          <p:spPr>
            <a:xfrm>
              <a:off x="405469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pl488"/>
            <p:cNvSpPr/>
            <p:nvPr/>
          </p:nvSpPr>
          <p:spPr>
            <a:xfrm>
              <a:off x="410142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pl489"/>
            <p:cNvSpPr/>
            <p:nvPr/>
          </p:nvSpPr>
          <p:spPr>
            <a:xfrm>
              <a:off x="414815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pl490"/>
            <p:cNvSpPr/>
            <p:nvPr/>
          </p:nvSpPr>
          <p:spPr>
            <a:xfrm>
              <a:off x="419488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rc491"/>
            <p:cNvSpPr/>
            <p:nvPr/>
          </p:nvSpPr>
          <p:spPr>
            <a:xfrm>
              <a:off x="4051742" y="1879886"/>
              <a:ext cx="5908" cy="127118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rc492"/>
            <p:cNvSpPr/>
            <p:nvPr/>
          </p:nvSpPr>
          <p:spPr>
            <a:xfrm>
              <a:off x="405765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rc493"/>
            <p:cNvSpPr/>
            <p:nvPr/>
          </p:nvSpPr>
          <p:spPr>
            <a:xfrm>
              <a:off x="406355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rc494"/>
            <p:cNvSpPr/>
            <p:nvPr/>
          </p:nvSpPr>
          <p:spPr>
            <a:xfrm>
              <a:off x="4069466" y="3139193"/>
              <a:ext cx="5908" cy="118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rc495"/>
            <p:cNvSpPr/>
            <p:nvPr/>
          </p:nvSpPr>
          <p:spPr>
            <a:xfrm>
              <a:off x="407537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rc496"/>
            <p:cNvSpPr/>
            <p:nvPr/>
          </p:nvSpPr>
          <p:spPr>
            <a:xfrm>
              <a:off x="4081283" y="3139193"/>
              <a:ext cx="5908" cy="118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rc497"/>
            <p:cNvSpPr/>
            <p:nvPr/>
          </p:nvSpPr>
          <p:spPr>
            <a:xfrm>
              <a:off x="408719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rc498"/>
            <p:cNvSpPr/>
            <p:nvPr/>
          </p:nvSpPr>
          <p:spPr>
            <a:xfrm>
              <a:off x="409309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rc499"/>
            <p:cNvSpPr/>
            <p:nvPr/>
          </p:nvSpPr>
          <p:spPr>
            <a:xfrm>
              <a:off x="409900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rc500"/>
            <p:cNvSpPr/>
            <p:nvPr/>
          </p:nvSpPr>
          <p:spPr>
            <a:xfrm>
              <a:off x="410491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rc501"/>
            <p:cNvSpPr/>
            <p:nvPr/>
          </p:nvSpPr>
          <p:spPr>
            <a:xfrm>
              <a:off x="411082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rc502"/>
            <p:cNvSpPr/>
            <p:nvPr/>
          </p:nvSpPr>
          <p:spPr>
            <a:xfrm>
              <a:off x="411673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rc503"/>
            <p:cNvSpPr/>
            <p:nvPr/>
          </p:nvSpPr>
          <p:spPr>
            <a:xfrm>
              <a:off x="412264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rc504"/>
            <p:cNvSpPr/>
            <p:nvPr/>
          </p:nvSpPr>
          <p:spPr>
            <a:xfrm>
              <a:off x="412854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rc505"/>
            <p:cNvSpPr/>
            <p:nvPr/>
          </p:nvSpPr>
          <p:spPr>
            <a:xfrm>
              <a:off x="413445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rc506"/>
            <p:cNvSpPr/>
            <p:nvPr/>
          </p:nvSpPr>
          <p:spPr>
            <a:xfrm>
              <a:off x="414036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rc507"/>
            <p:cNvSpPr/>
            <p:nvPr/>
          </p:nvSpPr>
          <p:spPr>
            <a:xfrm>
              <a:off x="4146273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rc508"/>
            <p:cNvSpPr/>
            <p:nvPr/>
          </p:nvSpPr>
          <p:spPr>
            <a:xfrm>
              <a:off x="415218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rc509"/>
            <p:cNvSpPr/>
            <p:nvPr/>
          </p:nvSpPr>
          <p:spPr>
            <a:xfrm>
              <a:off x="415809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rc510"/>
            <p:cNvSpPr/>
            <p:nvPr/>
          </p:nvSpPr>
          <p:spPr>
            <a:xfrm>
              <a:off x="4163998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rc511"/>
            <p:cNvSpPr/>
            <p:nvPr/>
          </p:nvSpPr>
          <p:spPr>
            <a:xfrm>
              <a:off x="4169906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rc512"/>
            <p:cNvSpPr/>
            <p:nvPr/>
          </p:nvSpPr>
          <p:spPr>
            <a:xfrm>
              <a:off x="417581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rc513"/>
            <p:cNvSpPr/>
            <p:nvPr/>
          </p:nvSpPr>
          <p:spPr>
            <a:xfrm>
              <a:off x="418172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rc514"/>
            <p:cNvSpPr/>
            <p:nvPr/>
          </p:nvSpPr>
          <p:spPr>
            <a:xfrm>
              <a:off x="4187631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rc515"/>
            <p:cNvSpPr/>
            <p:nvPr/>
          </p:nvSpPr>
          <p:spPr>
            <a:xfrm>
              <a:off x="4193539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rc516"/>
            <p:cNvSpPr/>
            <p:nvPr/>
          </p:nvSpPr>
          <p:spPr>
            <a:xfrm>
              <a:off x="4199447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rc517"/>
            <p:cNvSpPr/>
            <p:nvPr/>
          </p:nvSpPr>
          <p:spPr>
            <a:xfrm>
              <a:off x="4205355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rc518"/>
            <p:cNvSpPr/>
            <p:nvPr/>
          </p:nvSpPr>
          <p:spPr>
            <a:xfrm>
              <a:off x="4211264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rc519"/>
            <p:cNvSpPr/>
            <p:nvPr/>
          </p:nvSpPr>
          <p:spPr>
            <a:xfrm>
              <a:off x="4217172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rc520"/>
            <p:cNvSpPr/>
            <p:nvPr/>
          </p:nvSpPr>
          <p:spPr>
            <a:xfrm>
              <a:off x="4223080" y="3151073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rc521"/>
            <p:cNvSpPr/>
            <p:nvPr/>
          </p:nvSpPr>
          <p:spPr>
            <a:xfrm>
              <a:off x="4042880" y="1198851"/>
              <a:ext cx="194970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rc522"/>
            <p:cNvSpPr/>
            <p:nvPr/>
          </p:nvSpPr>
          <p:spPr>
            <a:xfrm>
              <a:off x="4307440" y="1198851"/>
              <a:ext cx="194970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3" name="pl523"/>
            <p:cNvSpPr/>
            <p:nvPr/>
          </p:nvSpPr>
          <p:spPr>
            <a:xfrm>
              <a:off x="4307440" y="28540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pl524"/>
            <p:cNvSpPr/>
            <p:nvPr/>
          </p:nvSpPr>
          <p:spPr>
            <a:xfrm>
              <a:off x="4307440" y="2260054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pl525"/>
            <p:cNvSpPr/>
            <p:nvPr/>
          </p:nvSpPr>
          <p:spPr>
            <a:xfrm>
              <a:off x="4307440" y="1666042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pl526"/>
            <p:cNvSpPr/>
            <p:nvPr/>
          </p:nvSpPr>
          <p:spPr>
            <a:xfrm>
              <a:off x="434262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pl527"/>
            <p:cNvSpPr/>
            <p:nvPr/>
          </p:nvSpPr>
          <p:spPr>
            <a:xfrm>
              <a:off x="438934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pl528"/>
            <p:cNvSpPr/>
            <p:nvPr/>
          </p:nvSpPr>
          <p:spPr>
            <a:xfrm>
              <a:off x="443607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pl529"/>
            <p:cNvSpPr/>
            <p:nvPr/>
          </p:nvSpPr>
          <p:spPr>
            <a:xfrm>
              <a:off x="448280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pl530"/>
            <p:cNvSpPr/>
            <p:nvPr/>
          </p:nvSpPr>
          <p:spPr>
            <a:xfrm>
              <a:off x="4307440" y="315107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pl531"/>
            <p:cNvSpPr/>
            <p:nvPr/>
          </p:nvSpPr>
          <p:spPr>
            <a:xfrm>
              <a:off x="4307440" y="2557060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pl532"/>
            <p:cNvSpPr/>
            <p:nvPr/>
          </p:nvSpPr>
          <p:spPr>
            <a:xfrm>
              <a:off x="4307440" y="196304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pl533"/>
            <p:cNvSpPr/>
            <p:nvPr/>
          </p:nvSpPr>
          <p:spPr>
            <a:xfrm>
              <a:off x="4307440" y="136903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pl534"/>
            <p:cNvSpPr/>
            <p:nvPr/>
          </p:nvSpPr>
          <p:spPr>
            <a:xfrm>
              <a:off x="431925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pl535"/>
            <p:cNvSpPr/>
            <p:nvPr/>
          </p:nvSpPr>
          <p:spPr>
            <a:xfrm>
              <a:off x="436598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pl536"/>
            <p:cNvSpPr/>
            <p:nvPr/>
          </p:nvSpPr>
          <p:spPr>
            <a:xfrm>
              <a:off x="441271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pl537"/>
            <p:cNvSpPr/>
            <p:nvPr/>
          </p:nvSpPr>
          <p:spPr>
            <a:xfrm>
              <a:off x="445944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rc538"/>
            <p:cNvSpPr/>
            <p:nvPr/>
          </p:nvSpPr>
          <p:spPr>
            <a:xfrm>
              <a:off x="4307440" y="1198851"/>
              <a:ext cx="194970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rc539"/>
            <p:cNvSpPr/>
            <p:nvPr/>
          </p:nvSpPr>
          <p:spPr>
            <a:xfrm>
              <a:off x="139728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tx540"/>
            <p:cNvSpPr/>
            <p:nvPr/>
          </p:nvSpPr>
          <p:spPr>
            <a:xfrm>
              <a:off x="1463687" y="1051092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41" name="rc541"/>
            <p:cNvSpPr/>
            <p:nvPr/>
          </p:nvSpPr>
          <p:spPr>
            <a:xfrm>
              <a:off x="166184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tx542"/>
            <p:cNvSpPr/>
            <p:nvPr/>
          </p:nvSpPr>
          <p:spPr>
            <a:xfrm>
              <a:off x="1728247" y="1051092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43" name="rc543"/>
            <p:cNvSpPr/>
            <p:nvPr/>
          </p:nvSpPr>
          <p:spPr>
            <a:xfrm>
              <a:off x="192640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tx544"/>
            <p:cNvSpPr/>
            <p:nvPr/>
          </p:nvSpPr>
          <p:spPr>
            <a:xfrm>
              <a:off x="1992807" y="1049673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45" name="rc545"/>
            <p:cNvSpPr/>
            <p:nvPr/>
          </p:nvSpPr>
          <p:spPr>
            <a:xfrm>
              <a:off x="219096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tx546"/>
            <p:cNvSpPr/>
            <p:nvPr/>
          </p:nvSpPr>
          <p:spPr>
            <a:xfrm>
              <a:off x="2257367" y="1051147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47" name="rc547"/>
            <p:cNvSpPr/>
            <p:nvPr/>
          </p:nvSpPr>
          <p:spPr>
            <a:xfrm>
              <a:off x="245552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tx548"/>
            <p:cNvSpPr/>
            <p:nvPr/>
          </p:nvSpPr>
          <p:spPr>
            <a:xfrm>
              <a:off x="2521927" y="104972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549" name="rc549"/>
            <p:cNvSpPr/>
            <p:nvPr/>
          </p:nvSpPr>
          <p:spPr>
            <a:xfrm>
              <a:off x="272008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tx550"/>
            <p:cNvSpPr/>
            <p:nvPr/>
          </p:nvSpPr>
          <p:spPr>
            <a:xfrm>
              <a:off x="2786487" y="1052457"/>
              <a:ext cx="62155" cy="7896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551" name="rc551"/>
            <p:cNvSpPr/>
            <p:nvPr/>
          </p:nvSpPr>
          <p:spPr>
            <a:xfrm>
              <a:off x="298464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tx552"/>
            <p:cNvSpPr/>
            <p:nvPr/>
          </p:nvSpPr>
          <p:spPr>
            <a:xfrm>
              <a:off x="3051047" y="104972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553" name="rc553"/>
            <p:cNvSpPr/>
            <p:nvPr/>
          </p:nvSpPr>
          <p:spPr>
            <a:xfrm>
              <a:off x="324920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tx554"/>
            <p:cNvSpPr/>
            <p:nvPr/>
          </p:nvSpPr>
          <p:spPr>
            <a:xfrm>
              <a:off x="3315607" y="104972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555" name="rc555"/>
            <p:cNvSpPr/>
            <p:nvPr/>
          </p:nvSpPr>
          <p:spPr>
            <a:xfrm>
              <a:off x="351376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tx556"/>
            <p:cNvSpPr/>
            <p:nvPr/>
          </p:nvSpPr>
          <p:spPr>
            <a:xfrm>
              <a:off x="3549089" y="1049728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57" name="rc557"/>
            <p:cNvSpPr/>
            <p:nvPr/>
          </p:nvSpPr>
          <p:spPr>
            <a:xfrm>
              <a:off x="377832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tx558"/>
            <p:cNvSpPr/>
            <p:nvPr/>
          </p:nvSpPr>
          <p:spPr>
            <a:xfrm>
              <a:off x="3813649" y="1051092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559" name="rc559"/>
            <p:cNvSpPr/>
            <p:nvPr/>
          </p:nvSpPr>
          <p:spPr>
            <a:xfrm>
              <a:off x="404288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tx560"/>
            <p:cNvSpPr/>
            <p:nvPr/>
          </p:nvSpPr>
          <p:spPr>
            <a:xfrm>
              <a:off x="4078209" y="1051092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561" name="rc561"/>
            <p:cNvSpPr/>
            <p:nvPr/>
          </p:nvSpPr>
          <p:spPr>
            <a:xfrm>
              <a:off x="430744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tx562"/>
            <p:cNvSpPr/>
            <p:nvPr/>
          </p:nvSpPr>
          <p:spPr>
            <a:xfrm>
              <a:off x="4327299" y="1051420"/>
              <a:ext cx="155252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563" name="pl563"/>
            <p:cNvSpPr/>
            <p:nvPr/>
          </p:nvSpPr>
          <p:spPr>
            <a:xfrm>
              <a:off x="140909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pl564"/>
            <p:cNvSpPr/>
            <p:nvPr/>
          </p:nvSpPr>
          <p:spPr>
            <a:xfrm>
              <a:off x="1455825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pl565"/>
            <p:cNvSpPr/>
            <p:nvPr/>
          </p:nvSpPr>
          <p:spPr>
            <a:xfrm>
              <a:off x="150255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pl566"/>
            <p:cNvSpPr/>
            <p:nvPr/>
          </p:nvSpPr>
          <p:spPr>
            <a:xfrm>
              <a:off x="1549282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tx567"/>
            <p:cNvSpPr/>
            <p:nvPr/>
          </p:nvSpPr>
          <p:spPr>
            <a:xfrm rot="-2700000">
              <a:off x="1405705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68" name="tx568"/>
            <p:cNvSpPr/>
            <p:nvPr/>
          </p:nvSpPr>
          <p:spPr>
            <a:xfrm rot="-2700000">
              <a:off x="1452414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69" name="tx569"/>
            <p:cNvSpPr/>
            <p:nvPr/>
          </p:nvSpPr>
          <p:spPr>
            <a:xfrm rot="-2700000">
              <a:off x="1499162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570" name="tx570"/>
            <p:cNvSpPr/>
            <p:nvPr/>
          </p:nvSpPr>
          <p:spPr>
            <a:xfrm rot="-2700000">
              <a:off x="154589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571" name="pl571"/>
            <p:cNvSpPr/>
            <p:nvPr/>
          </p:nvSpPr>
          <p:spPr>
            <a:xfrm>
              <a:off x="167365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pl572"/>
            <p:cNvSpPr/>
            <p:nvPr/>
          </p:nvSpPr>
          <p:spPr>
            <a:xfrm>
              <a:off x="1720385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pl573"/>
            <p:cNvSpPr/>
            <p:nvPr/>
          </p:nvSpPr>
          <p:spPr>
            <a:xfrm>
              <a:off x="176711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pl574"/>
            <p:cNvSpPr/>
            <p:nvPr/>
          </p:nvSpPr>
          <p:spPr>
            <a:xfrm>
              <a:off x="1813842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tx575"/>
            <p:cNvSpPr/>
            <p:nvPr/>
          </p:nvSpPr>
          <p:spPr>
            <a:xfrm rot="-2700000">
              <a:off x="1670265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76" name="tx576"/>
            <p:cNvSpPr/>
            <p:nvPr/>
          </p:nvSpPr>
          <p:spPr>
            <a:xfrm rot="-2700000">
              <a:off x="1716974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77" name="tx577"/>
            <p:cNvSpPr/>
            <p:nvPr/>
          </p:nvSpPr>
          <p:spPr>
            <a:xfrm rot="-2700000">
              <a:off x="1763722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578" name="tx578"/>
            <p:cNvSpPr/>
            <p:nvPr/>
          </p:nvSpPr>
          <p:spPr>
            <a:xfrm rot="-2700000">
              <a:off x="181045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579" name="pl579"/>
            <p:cNvSpPr/>
            <p:nvPr/>
          </p:nvSpPr>
          <p:spPr>
            <a:xfrm>
              <a:off x="193821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pl580"/>
            <p:cNvSpPr/>
            <p:nvPr/>
          </p:nvSpPr>
          <p:spPr>
            <a:xfrm>
              <a:off x="1984945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pl581"/>
            <p:cNvSpPr/>
            <p:nvPr/>
          </p:nvSpPr>
          <p:spPr>
            <a:xfrm>
              <a:off x="203167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pl582"/>
            <p:cNvSpPr/>
            <p:nvPr/>
          </p:nvSpPr>
          <p:spPr>
            <a:xfrm>
              <a:off x="2078402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tx583"/>
            <p:cNvSpPr/>
            <p:nvPr/>
          </p:nvSpPr>
          <p:spPr>
            <a:xfrm rot="-2700000">
              <a:off x="1934825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84" name="tx584"/>
            <p:cNvSpPr/>
            <p:nvPr/>
          </p:nvSpPr>
          <p:spPr>
            <a:xfrm rot="-2700000">
              <a:off x="1981534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85" name="tx585"/>
            <p:cNvSpPr/>
            <p:nvPr/>
          </p:nvSpPr>
          <p:spPr>
            <a:xfrm rot="-2700000">
              <a:off x="2028282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586" name="tx586"/>
            <p:cNvSpPr/>
            <p:nvPr/>
          </p:nvSpPr>
          <p:spPr>
            <a:xfrm rot="-2700000">
              <a:off x="207501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587" name="pl587"/>
            <p:cNvSpPr/>
            <p:nvPr/>
          </p:nvSpPr>
          <p:spPr>
            <a:xfrm>
              <a:off x="220277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pl588"/>
            <p:cNvSpPr/>
            <p:nvPr/>
          </p:nvSpPr>
          <p:spPr>
            <a:xfrm>
              <a:off x="2249505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pl589"/>
            <p:cNvSpPr/>
            <p:nvPr/>
          </p:nvSpPr>
          <p:spPr>
            <a:xfrm>
              <a:off x="229623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pl590"/>
            <p:cNvSpPr/>
            <p:nvPr/>
          </p:nvSpPr>
          <p:spPr>
            <a:xfrm>
              <a:off x="2342962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tx591"/>
            <p:cNvSpPr/>
            <p:nvPr/>
          </p:nvSpPr>
          <p:spPr>
            <a:xfrm rot="-2700000">
              <a:off x="2199385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92" name="tx592"/>
            <p:cNvSpPr/>
            <p:nvPr/>
          </p:nvSpPr>
          <p:spPr>
            <a:xfrm rot="-2700000">
              <a:off x="2246094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93" name="tx593"/>
            <p:cNvSpPr/>
            <p:nvPr/>
          </p:nvSpPr>
          <p:spPr>
            <a:xfrm rot="-2700000">
              <a:off x="2292842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594" name="tx594"/>
            <p:cNvSpPr/>
            <p:nvPr/>
          </p:nvSpPr>
          <p:spPr>
            <a:xfrm rot="-2700000">
              <a:off x="233957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595" name="pl595"/>
            <p:cNvSpPr/>
            <p:nvPr/>
          </p:nvSpPr>
          <p:spPr>
            <a:xfrm>
              <a:off x="246733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pl596"/>
            <p:cNvSpPr/>
            <p:nvPr/>
          </p:nvSpPr>
          <p:spPr>
            <a:xfrm>
              <a:off x="2514065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pl597"/>
            <p:cNvSpPr/>
            <p:nvPr/>
          </p:nvSpPr>
          <p:spPr>
            <a:xfrm>
              <a:off x="256079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pl598"/>
            <p:cNvSpPr/>
            <p:nvPr/>
          </p:nvSpPr>
          <p:spPr>
            <a:xfrm>
              <a:off x="2607522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tx599"/>
            <p:cNvSpPr/>
            <p:nvPr/>
          </p:nvSpPr>
          <p:spPr>
            <a:xfrm rot="-2700000">
              <a:off x="2463945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00" name="tx600"/>
            <p:cNvSpPr/>
            <p:nvPr/>
          </p:nvSpPr>
          <p:spPr>
            <a:xfrm rot="-2700000">
              <a:off x="2510654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01" name="tx601"/>
            <p:cNvSpPr/>
            <p:nvPr/>
          </p:nvSpPr>
          <p:spPr>
            <a:xfrm rot="-2700000">
              <a:off x="2557402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602" name="tx602"/>
            <p:cNvSpPr/>
            <p:nvPr/>
          </p:nvSpPr>
          <p:spPr>
            <a:xfrm rot="-2700000">
              <a:off x="260413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603" name="pl603"/>
            <p:cNvSpPr/>
            <p:nvPr/>
          </p:nvSpPr>
          <p:spPr>
            <a:xfrm>
              <a:off x="273189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pl604"/>
            <p:cNvSpPr/>
            <p:nvPr/>
          </p:nvSpPr>
          <p:spPr>
            <a:xfrm>
              <a:off x="2778625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pl605"/>
            <p:cNvSpPr/>
            <p:nvPr/>
          </p:nvSpPr>
          <p:spPr>
            <a:xfrm>
              <a:off x="282535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pl606"/>
            <p:cNvSpPr/>
            <p:nvPr/>
          </p:nvSpPr>
          <p:spPr>
            <a:xfrm>
              <a:off x="2872082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tx607"/>
            <p:cNvSpPr/>
            <p:nvPr/>
          </p:nvSpPr>
          <p:spPr>
            <a:xfrm rot="-2700000">
              <a:off x="2728505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08" name="tx608"/>
            <p:cNvSpPr/>
            <p:nvPr/>
          </p:nvSpPr>
          <p:spPr>
            <a:xfrm rot="-2700000">
              <a:off x="2775214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09" name="tx609"/>
            <p:cNvSpPr/>
            <p:nvPr/>
          </p:nvSpPr>
          <p:spPr>
            <a:xfrm rot="-2700000">
              <a:off x="2821962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610" name="tx610"/>
            <p:cNvSpPr/>
            <p:nvPr/>
          </p:nvSpPr>
          <p:spPr>
            <a:xfrm rot="-2700000">
              <a:off x="286869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611" name="pl611"/>
            <p:cNvSpPr/>
            <p:nvPr/>
          </p:nvSpPr>
          <p:spPr>
            <a:xfrm>
              <a:off x="299645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pl612"/>
            <p:cNvSpPr/>
            <p:nvPr/>
          </p:nvSpPr>
          <p:spPr>
            <a:xfrm>
              <a:off x="3043185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pl613"/>
            <p:cNvSpPr/>
            <p:nvPr/>
          </p:nvSpPr>
          <p:spPr>
            <a:xfrm>
              <a:off x="308991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pl614"/>
            <p:cNvSpPr/>
            <p:nvPr/>
          </p:nvSpPr>
          <p:spPr>
            <a:xfrm>
              <a:off x="3136642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tx615"/>
            <p:cNvSpPr/>
            <p:nvPr/>
          </p:nvSpPr>
          <p:spPr>
            <a:xfrm rot="-2700000">
              <a:off x="2993064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16" name="tx616"/>
            <p:cNvSpPr/>
            <p:nvPr/>
          </p:nvSpPr>
          <p:spPr>
            <a:xfrm rot="-2700000">
              <a:off x="3039774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17" name="tx617"/>
            <p:cNvSpPr/>
            <p:nvPr/>
          </p:nvSpPr>
          <p:spPr>
            <a:xfrm rot="-2700000">
              <a:off x="3086522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618" name="tx618"/>
            <p:cNvSpPr/>
            <p:nvPr/>
          </p:nvSpPr>
          <p:spPr>
            <a:xfrm rot="-2700000">
              <a:off x="313325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619" name="pl619"/>
            <p:cNvSpPr/>
            <p:nvPr/>
          </p:nvSpPr>
          <p:spPr>
            <a:xfrm>
              <a:off x="326101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pl620"/>
            <p:cNvSpPr/>
            <p:nvPr/>
          </p:nvSpPr>
          <p:spPr>
            <a:xfrm>
              <a:off x="3307745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pl621"/>
            <p:cNvSpPr/>
            <p:nvPr/>
          </p:nvSpPr>
          <p:spPr>
            <a:xfrm>
              <a:off x="335447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pl622"/>
            <p:cNvSpPr/>
            <p:nvPr/>
          </p:nvSpPr>
          <p:spPr>
            <a:xfrm>
              <a:off x="3401202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tx623"/>
            <p:cNvSpPr/>
            <p:nvPr/>
          </p:nvSpPr>
          <p:spPr>
            <a:xfrm rot="-2700000">
              <a:off x="3257624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24" name="tx624"/>
            <p:cNvSpPr/>
            <p:nvPr/>
          </p:nvSpPr>
          <p:spPr>
            <a:xfrm rot="-2700000">
              <a:off x="3304334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25" name="tx625"/>
            <p:cNvSpPr/>
            <p:nvPr/>
          </p:nvSpPr>
          <p:spPr>
            <a:xfrm rot="-2700000">
              <a:off x="3351082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626" name="tx626"/>
            <p:cNvSpPr/>
            <p:nvPr/>
          </p:nvSpPr>
          <p:spPr>
            <a:xfrm rot="-2700000">
              <a:off x="339781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627" name="pl627"/>
            <p:cNvSpPr/>
            <p:nvPr/>
          </p:nvSpPr>
          <p:spPr>
            <a:xfrm>
              <a:off x="352557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pl628"/>
            <p:cNvSpPr/>
            <p:nvPr/>
          </p:nvSpPr>
          <p:spPr>
            <a:xfrm>
              <a:off x="3572305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pl629"/>
            <p:cNvSpPr/>
            <p:nvPr/>
          </p:nvSpPr>
          <p:spPr>
            <a:xfrm>
              <a:off x="361903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pl630"/>
            <p:cNvSpPr/>
            <p:nvPr/>
          </p:nvSpPr>
          <p:spPr>
            <a:xfrm>
              <a:off x="3665762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tx631"/>
            <p:cNvSpPr/>
            <p:nvPr/>
          </p:nvSpPr>
          <p:spPr>
            <a:xfrm rot="-2700000">
              <a:off x="3522184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32" name="tx632"/>
            <p:cNvSpPr/>
            <p:nvPr/>
          </p:nvSpPr>
          <p:spPr>
            <a:xfrm rot="-2700000">
              <a:off x="3568894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33" name="tx633"/>
            <p:cNvSpPr/>
            <p:nvPr/>
          </p:nvSpPr>
          <p:spPr>
            <a:xfrm rot="-2700000">
              <a:off x="3615642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634" name="tx634"/>
            <p:cNvSpPr/>
            <p:nvPr/>
          </p:nvSpPr>
          <p:spPr>
            <a:xfrm rot="-2700000">
              <a:off x="366237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635" name="pl635"/>
            <p:cNvSpPr/>
            <p:nvPr/>
          </p:nvSpPr>
          <p:spPr>
            <a:xfrm>
              <a:off x="379013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pl636"/>
            <p:cNvSpPr/>
            <p:nvPr/>
          </p:nvSpPr>
          <p:spPr>
            <a:xfrm>
              <a:off x="3836865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pl637"/>
            <p:cNvSpPr/>
            <p:nvPr/>
          </p:nvSpPr>
          <p:spPr>
            <a:xfrm>
              <a:off x="388359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pl638"/>
            <p:cNvSpPr/>
            <p:nvPr/>
          </p:nvSpPr>
          <p:spPr>
            <a:xfrm>
              <a:off x="3930322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tx639"/>
            <p:cNvSpPr/>
            <p:nvPr/>
          </p:nvSpPr>
          <p:spPr>
            <a:xfrm rot="-2700000">
              <a:off x="3786744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40" name="tx640"/>
            <p:cNvSpPr/>
            <p:nvPr/>
          </p:nvSpPr>
          <p:spPr>
            <a:xfrm rot="-2700000">
              <a:off x="3833454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41" name="tx641"/>
            <p:cNvSpPr/>
            <p:nvPr/>
          </p:nvSpPr>
          <p:spPr>
            <a:xfrm rot="-2700000">
              <a:off x="3880202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642" name="tx642"/>
            <p:cNvSpPr/>
            <p:nvPr/>
          </p:nvSpPr>
          <p:spPr>
            <a:xfrm rot="-2700000">
              <a:off x="392693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643" name="pl643"/>
            <p:cNvSpPr/>
            <p:nvPr/>
          </p:nvSpPr>
          <p:spPr>
            <a:xfrm>
              <a:off x="405469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pl644"/>
            <p:cNvSpPr/>
            <p:nvPr/>
          </p:nvSpPr>
          <p:spPr>
            <a:xfrm>
              <a:off x="4101425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pl645"/>
            <p:cNvSpPr/>
            <p:nvPr/>
          </p:nvSpPr>
          <p:spPr>
            <a:xfrm>
              <a:off x="414815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pl646"/>
            <p:cNvSpPr/>
            <p:nvPr/>
          </p:nvSpPr>
          <p:spPr>
            <a:xfrm>
              <a:off x="4194882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tx647"/>
            <p:cNvSpPr/>
            <p:nvPr/>
          </p:nvSpPr>
          <p:spPr>
            <a:xfrm rot="-2700000">
              <a:off x="4051304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48" name="tx648"/>
            <p:cNvSpPr/>
            <p:nvPr/>
          </p:nvSpPr>
          <p:spPr>
            <a:xfrm rot="-2700000">
              <a:off x="4098014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49" name="tx649"/>
            <p:cNvSpPr/>
            <p:nvPr/>
          </p:nvSpPr>
          <p:spPr>
            <a:xfrm rot="-2700000">
              <a:off x="4144762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650" name="tx650"/>
            <p:cNvSpPr/>
            <p:nvPr/>
          </p:nvSpPr>
          <p:spPr>
            <a:xfrm rot="-2700000">
              <a:off x="419149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651" name="pl651"/>
            <p:cNvSpPr/>
            <p:nvPr/>
          </p:nvSpPr>
          <p:spPr>
            <a:xfrm>
              <a:off x="431925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pl652"/>
            <p:cNvSpPr/>
            <p:nvPr/>
          </p:nvSpPr>
          <p:spPr>
            <a:xfrm>
              <a:off x="4365985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pl653"/>
            <p:cNvSpPr/>
            <p:nvPr/>
          </p:nvSpPr>
          <p:spPr>
            <a:xfrm>
              <a:off x="441271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pl654"/>
            <p:cNvSpPr/>
            <p:nvPr/>
          </p:nvSpPr>
          <p:spPr>
            <a:xfrm>
              <a:off x="4459442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tx655"/>
            <p:cNvSpPr/>
            <p:nvPr/>
          </p:nvSpPr>
          <p:spPr>
            <a:xfrm rot="-2700000">
              <a:off x="4315864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56" name="tx656"/>
            <p:cNvSpPr/>
            <p:nvPr/>
          </p:nvSpPr>
          <p:spPr>
            <a:xfrm rot="-2700000">
              <a:off x="4362574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57" name="tx657"/>
            <p:cNvSpPr/>
            <p:nvPr/>
          </p:nvSpPr>
          <p:spPr>
            <a:xfrm rot="-2700000">
              <a:off x="4409321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658" name="tx658"/>
            <p:cNvSpPr/>
            <p:nvPr/>
          </p:nvSpPr>
          <p:spPr>
            <a:xfrm rot="-2700000">
              <a:off x="445605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659" name="tx659"/>
            <p:cNvSpPr/>
            <p:nvPr/>
          </p:nvSpPr>
          <p:spPr>
            <a:xfrm>
              <a:off x="1272494" y="3109381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60" name="tx660"/>
            <p:cNvSpPr/>
            <p:nvPr/>
          </p:nvSpPr>
          <p:spPr>
            <a:xfrm>
              <a:off x="1148183" y="2515369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61" name="tx661"/>
            <p:cNvSpPr/>
            <p:nvPr/>
          </p:nvSpPr>
          <p:spPr>
            <a:xfrm>
              <a:off x="1148183" y="1921356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662" name="tx662"/>
            <p:cNvSpPr/>
            <p:nvPr/>
          </p:nvSpPr>
          <p:spPr>
            <a:xfrm>
              <a:off x="1148183" y="1327289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663" name="pl663"/>
            <p:cNvSpPr/>
            <p:nvPr/>
          </p:nvSpPr>
          <p:spPr>
            <a:xfrm>
              <a:off x="1362485" y="315107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pl664"/>
            <p:cNvSpPr/>
            <p:nvPr/>
          </p:nvSpPr>
          <p:spPr>
            <a:xfrm>
              <a:off x="1362485" y="255706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pl665"/>
            <p:cNvSpPr/>
            <p:nvPr/>
          </p:nvSpPr>
          <p:spPr>
            <a:xfrm>
              <a:off x="1362485" y="196304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pl666"/>
            <p:cNvSpPr/>
            <p:nvPr/>
          </p:nvSpPr>
          <p:spPr>
            <a:xfrm>
              <a:off x="1362485" y="136903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tx667"/>
            <p:cNvSpPr/>
            <p:nvPr/>
          </p:nvSpPr>
          <p:spPr>
            <a:xfrm>
              <a:off x="2666523" y="3455132"/>
              <a:ext cx="566644" cy="1034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ADULTO</a:t>
              </a:r>
            </a:p>
          </p:txBody>
        </p:sp>
        <p:sp>
          <p:nvSpPr>
            <p:cNvPr id="668" name="tx668"/>
            <p:cNvSpPr/>
            <p:nvPr/>
          </p:nvSpPr>
          <p:spPr>
            <a:xfrm rot="-5400000">
              <a:off x="863422" y="2171750"/>
              <a:ext cx="341746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Presentación en pantalla (4:3)</PresentationFormat>
  <Paragraphs>66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Jacobo Robledo Buritica</cp:lastModifiedBy>
  <cp:revision>4</cp:revision>
  <dcterms:created xsi:type="dcterms:W3CDTF">2017-02-13T16:18:36Z</dcterms:created>
  <dcterms:modified xsi:type="dcterms:W3CDTF">2021-03-26T03:51:23Z</dcterms:modified>
  <cp:category/>
</cp:coreProperties>
</file>