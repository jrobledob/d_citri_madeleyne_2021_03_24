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51520" y="620688"/>
            <a:ext cx="8229600" cy="5106888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98865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891689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540732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2189776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97280" y="1838820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397280" y="1487863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5658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7830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200020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221741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3067167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2716211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397280" y="2365254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397280" y="2014298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397280" y="1663342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397280" y="1312385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45719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16744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18916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210880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23260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442218" y="2646019"/>
              <a:ext cx="29959" cy="4211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472178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502137" y="3056638"/>
              <a:ext cx="29959" cy="1052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532096" y="3046110"/>
              <a:ext cx="29959" cy="210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62055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92014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621973" y="3049619"/>
              <a:ext cx="29959" cy="175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651932" y="3032071"/>
              <a:ext cx="29959" cy="3509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681891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711851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741810" y="3028562"/>
              <a:ext cx="29959" cy="386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771769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801728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831687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861646" y="3021543"/>
              <a:ext cx="29959" cy="456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891605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921564" y="3063657"/>
              <a:ext cx="29959" cy="35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951523" y="3063657"/>
              <a:ext cx="29959" cy="35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981483" y="3063657"/>
              <a:ext cx="29959" cy="35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2011442" y="3021543"/>
              <a:ext cx="29959" cy="456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2041401" y="3063657"/>
              <a:ext cx="29959" cy="35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2071360" y="3056638"/>
              <a:ext cx="29959" cy="1052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2101319" y="3049619"/>
              <a:ext cx="29959" cy="175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2131278" y="3063657"/>
              <a:ext cx="29959" cy="35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2161237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2191196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2221156" y="3063657"/>
              <a:ext cx="29959" cy="35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2251115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4"/>
            <p:cNvSpPr/>
            <p:nvPr/>
          </p:nvSpPr>
          <p:spPr>
            <a:xfrm>
              <a:off x="2281074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5"/>
            <p:cNvSpPr/>
            <p:nvPr/>
          </p:nvSpPr>
          <p:spPr>
            <a:xfrm>
              <a:off x="2311033" y="2431936"/>
              <a:ext cx="29959" cy="63523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1397280" y="1198851"/>
              <a:ext cx="98865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7"/>
            <p:cNvSpPr/>
            <p:nvPr/>
          </p:nvSpPr>
          <p:spPr>
            <a:xfrm>
              <a:off x="2455520" y="1198851"/>
              <a:ext cx="98865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2455520" y="2891689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455520" y="2540732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455520" y="2189776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455520" y="1838820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455520" y="1487863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26240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284124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305844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327565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2455520" y="3067167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455520" y="2716211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455520" y="2365254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455520" y="2014298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2455520" y="1663342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2455520" y="1312385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251543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27326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29498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316704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338425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2500458" y="2291553"/>
              <a:ext cx="29959" cy="77561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2530417" y="3063657"/>
              <a:ext cx="29959" cy="35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2560377" y="3053129"/>
              <a:ext cx="29959" cy="1403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2590336" y="3049619"/>
              <a:ext cx="29959" cy="175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620295" y="3049619"/>
              <a:ext cx="29959" cy="175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2650254" y="3032071"/>
              <a:ext cx="29959" cy="3509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2680213" y="3028562"/>
              <a:ext cx="29959" cy="386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2710172" y="3007504"/>
              <a:ext cx="29959" cy="5966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2740131" y="3053129"/>
              <a:ext cx="29959" cy="1403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2770090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2800050" y="2954861"/>
              <a:ext cx="29959" cy="11230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2830009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2859968" y="3035581"/>
              <a:ext cx="29959" cy="315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2889927" y="3056638"/>
              <a:ext cx="29959" cy="1052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2919886" y="2937313"/>
              <a:ext cx="29959" cy="12985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2949845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2979804" y="3063657"/>
              <a:ext cx="29959" cy="35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3009763" y="3028562"/>
              <a:ext cx="29959" cy="386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3039722" y="3063657"/>
              <a:ext cx="29959" cy="35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3069682" y="3011014"/>
              <a:ext cx="29959" cy="5615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3099641" y="3056638"/>
              <a:ext cx="29959" cy="1052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3129600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3159559" y="3046110"/>
              <a:ext cx="29959" cy="210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3189518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102"/>
            <p:cNvSpPr/>
            <p:nvPr/>
          </p:nvSpPr>
          <p:spPr>
            <a:xfrm>
              <a:off x="3219477" y="3053129"/>
              <a:ext cx="29959" cy="1403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3"/>
            <p:cNvSpPr/>
            <p:nvPr/>
          </p:nvSpPr>
          <p:spPr>
            <a:xfrm>
              <a:off x="3249436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4"/>
            <p:cNvSpPr/>
            <p:nvPr/>
          </p:nvSpPr>
          <p:spPr>
            <a:xfrm>
              <a:off x="3279395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5"/>
            <p:cNvSpPr/>
            <p:nvPr/>
          </p:nvSpPr>
          <p:spPr>
            <a:xfrm>
              <a:off x="3309355" y="3060148"/>
              <a:ext cx="29959" cy="7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6"/>
            <p:cNvSpPr/>
            <p:nvPr/>
          </p:nvSpPr>
          <p:spPr>
            <a:xfrm>
              <a:off x="3339314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7"/>
            <p:cNvSpPr/>
            <p:nvPr/>
          </p:nvSpPr>
          <p:spPr>
            <a:xfrm>
              <a:off x="3369273" y="2203814"/>
              <a:ext cx="29959" cy="86335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8"/>
            <p:cNvSpPr/>
            <p:nvPr/>
          </p:nvSpPr>
          <p:spPr>
            <a:xfrm>
              <a:off x="2455520" y="1198851"/>
              <a:ext cx="98865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9"/>
            <p:cNvSpPr/>
            <p:nvPr/>
          </p:nvSpPr>
          <p:spPr>
            <a:xfrm>
              <a:off x="3513760" y="1198851"/>
              <a:ext cx="98865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3513760" y="2891689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3513760" y="2540732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3513760" y="2189776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3513760" y="1838820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3513760" y="1487863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368228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389948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411668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43338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3513760" y="3067167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3513760" y="2716211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3513760" y="2365254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3513760" y="2014298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3513760" y="1663342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3513760" y="1312385"/>
              <a:ext cx="988650" cy="0"/>
            </a:xfrm>
            <a:custGeom>
              <a:avLst/>
              <a:gdLst/>
              <a:ahLst/>
              <a:cxnLst/>
              <a:rect l="0" t="0" r="0" b="0"/>
              <a:pathLst>
                <a:path w="988650">
                  <a:moveTo>
                    <a:pt x="0" y="0"/>
                  </a:moveTo>
                  <a:lnTo>
                    <a:pt x="988650" y="0"/>
                  </a:lnTo>
                  <a:lnTo>
                    <a:pt x="9886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35736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379088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400808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42252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444249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3558698" y="1923049"/>
              <a:ext cx="29959" cy="114411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3588657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3618617" y="3049619"/>
              <a:ext cx="29959" cy="175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3648576" y="3049619"/>
              <a:ext cx="29959" cy="175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3678535" y="3042600"/>
              <a:ext cx="29959" cy="245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3708494" y="3021543"/>
              <a:ext cx="29959" cy="456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3738453" y="2996976"/>
              <a:ext cx="29959" cy="7019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3768412" y="2961880"/>
              <a:ext cx="29959" cy="1052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3798371" y="3063657"/>
              <a:ext cx="29959" cy="35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3828330" y="3049619"/>
              <a:ext cx="29959" cy="175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3858289" y="2933804"/>
              <a:ext cx="29959" cy="13336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3888249" y="3063657"/>
              <a:ext cx="29959" cy="35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3918208" y="3021543"/>
              <a:ext cx="29959" cy="456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3948167" y="3049619"/>
              <a:ext cx="29959" cy="175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3978126" y="2726739"/>
              <a:ext cx="29959" cy="34042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4008085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4038044" y="3053129"/>
              <a:ext cx="29959" cy="1403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rc147"/>
            <p:cNvSpPr/>
            <p:nvPr/>
          </p:nvSpPr>
          <p:spPr>
            <a:xfrm>
              <a:off x="4068003" y="3018033"/>
              <a:ext cx="29959" cy="491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rc148"/>
            <p:cNvSpPr/>
            <p:nvPr/>
          </p:nvSpPr>
          <p:spPr>
            <a:xfrm>
              <a:off x="4097962" y="3053129"/>
              <a:ext cx="29959" cy="1403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rc149"/>
            <p:cNvSpPr/>
            <p:nvPr/>
          </p:nvSpPr>
          <p:spPr>
            <a:xfrm>
              <a:off x="4127921" y="2961880"/>
              <a:ext cx="29959" cy="1052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rc150"/>
            <p:cNvSpPr/>
            <p:nvPr/>
          </p:nvSpPr>
          <p:spPr>
            <a:xfrm>
              <a:off x="4157881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rc151"/>
            <p:cNvSpPr/>
            <p:nvPr/>
          </p:nvSpPr>
          <p:spPr>
            <a:xfrm>
              <a:off x="4187840" y="3042600"/>
              <a:ext cx="29959" cy="245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rc152"/>
            <p:cNvSpPr/>
            <p:nvPr/>
          </p:nvSpPr>
          <p:spPr>
            <a:xfrm>
              <a:off x="4217799" y="3018033"/>
              <a:ext cx="29959" cy="491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rc153"/>
            <p:cNvSpPr/>
            <p:nvPr/>
          </p:nvSpPr>
          <p:spPr>
            <a:xfrm>
              <a:off x="4247758" y="3028562"/>
              <a:ext cx="29959" cy="386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rc154"/>
            <p:cNvSpPr/>
            <p:nvPr/>
          </p:nvSpPr>
          <p:spPr>
            <a:xfrm>
              <a:off x="4277717" y="3056638"/>
              <a:ext cx="29959" cy="1052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rc155"/>
            <p:cNvSpPr/>
            <p:nvPr/>
          </p:nvSpPr>
          <p:spPr>
            <a:xfrm>
              <a:off x="4307676" y="3053129"/>
              <a:ext cx="29959" cy="1403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rc156"/>
            <p:cNvSpPr/>
            <p:nvPr/>
          </p:nvSpPr>
          <p:spPr>
            <a:xfrm>
              <a:off x="4337635" y="3046110"/>
              <a:ext cx="29959" cy="210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rc157"/>
            <p:cNvSpPr/>
            <p:nvPr/>
          </p:nvSpPr>
          <p:spPr>
            <a:xfrm>
              <a:off x="4367594" y="3053129"/>
              <a:ext cx="29959" cy="1403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rc158"/>
            <p:cNvSpPr/>
            <p:nvPr/>
          </p:nvSpPr>
          <p:spPr>
            <a:xfrm>
              <a:off x="4397554" y="3067167"/>
              <a:ext cx="29959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rc159"/>
            <p:cNvSpPr/>
            <p:nvPr/>
          </p:nvSpPr>
          <p:spPr>
            <a:xfrm>
              <a:off x="4427513" y="1287818"/>
              <a:ext cx="29959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rc160"/>
            <p:cNvSpPr/>
            <p:nvPr/>
          </p:nvSpPr>
          <p:spPr>
            <a:xfrm>
              <a:off x="3513760" y="1198851"/>
              <a:ext cx="98865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rc161"/>
            <p:cNvSpPr/>
            <p:nvPr/>
          </p:nvSpPr>
          <p:spPr>
            <a:xfrm>
              <a:off x="1397280" y="983989"/>
              <a:ext cx="98865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tx162"/>
            <p:cNvSpPr/>
            <p:nvPr/>
          </p:nvSpPr>
          <p:spPr>
            <a:xfrm>
              <a:off x="1739409" y="1049673"/>
              <a:ext cx="304393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Limón</a:t>
              </a:r>
            </a:p>
          </p:txBody>
        </p:sp>
        <p:sp>
          <p:nvSpPr>
            <p:cNvPr id="163" name="rc163"/>
            <p:cNvSpPr/>
            <p:nvPr/>
          </p:nvSpPr>
          <p:spPr>
            <a:xfrm>
              <a:off x="2455520" y="983989"/>
              <a:ext cx="98865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tx164"/>
            <p:cNvSpPr/>
            <p:nvPr/>
          </p:nvSpPr>
          <p:spPr>
            <a:xfrm>
              <a:off x="2685807" y="1050110"/>
              <a:ext cx="528076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Mandarina</a:t>
              </a:r>
            </a:p>
          </p:txBody>
        </p:sp>
        <p:sp>
          <p:nvSpPr>
            <p:cNvPr id="165" name="rc165"/>
            <p:cNvSpPr/>
            <p:nvPr/>
          </p:nvSpPr>
          <p:spPr>
            <a:xfrm>
              <a:off x="3513760" y="983989"/>
              <a:ext cx="98865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tx166"/>
            <p:cNvSpPr/>
            <p:nvPr/>
          </p:nvSpPr>
          <p:spPr>
            <a:xfrm>
              <a:off x="3812396" y="1027900"/>
              <a:ext cx="391378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Naranja</a:t>
              </a:r>
            </a:p>
          </p:txBody>
        </p:sp>
        <p:sp>
          <p:nvSpPr>
            <p:cNvPr id="167" name="pl167"/>
            <p:cNvSpPr/>
            <p:nvPr/>
          </p:nvSpPr>
          <p:spPr>
            <a:xfrm>
              <a:off x="145719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167440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189160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170"/>
            <p:cNvSpPr/>
            <p:nvPr/>
          </p:nvSpPr>
          <p:spPr>
            <a:xfrm>
              <a:off x="210880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l171"/>
            <p:cNvSpPr/>
            <p:nvPr/>
          </p:nvSpPr>
          <p:spPr>
            <a:xfrm>
              <a:off x="232601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tx172"/>
            <p:cNvSpPr/>
            <p:nvPr/>
          </p:nvSpPr>
          <p:spPr>
            <a:xfrm rot="-2700000">
              <a:off x="145380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3" name="tx173"/>
            <p:cNvSpPr/>
            <p:nvPr/>
          </p:nvSpPr>
          <p:spPr>
            <a:xfrm rot="-2700000">
              <a:off x="1639932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74" name="tx174"/>
            <p:cNvSpPr/>
            <p:nvPr/>
          </p:nvSpPr>
          <p:spPr>
            <a:xfrm rot="-2700000">
              <a:off x="185713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75" name="tx175"/>
            <p:cNvSpPr/>
            <p:nvPr/>
          </p:nvSpPr>
          <p:spPr>
            <a:xfrm rot="-2700000">
              <a:off x="2074822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176" name="tx176"/>
            <p:cNvSpPr/>
            <p:nvPr/>
          </p:nvSpPr>
          <p:spPr>
            <a:xfrm rot="-2700000">
              <a:off x="226046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77" name="pl177"/>
            <p:cNvSpPr/>
            <p:nvPr/>
          </p:nvSpPr>
          <p:spPr>
            <a:xfrm>
              <a:off x="251543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l178"/>
            <p:cNvSpPr/>
            <p:nvPr/>
          </p:nvSpPr>
          <p:spPr>
            <a:xfrm>
              <a:off x="27326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l179"/>
            <p:cNvSpPr/>
            <p:nvPr/>
          </p:nvSpPr>
          <p:spPr>
            <a:xfrm>
              <a:off x="294984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l180"/>
            <p:cNvSpPr/>
            <p:nvPr/>
          </p:nvSpPr>
          <p:spPr>
            <a:xfrm>
              <a:off x="316704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l181"/>
            <p:cNvSpPr/>
            <p:nvPr/>
          </p:nvSpPr>
          <p:spPr>
            <a:xfrm>
              <a:off x="338425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tx182"/>
            <p:cNvSpPr/>
            <p:nvPr/>
          </p:nvSpPr>
          <p:spPr>
            <a:xfrm rot="-2700000">
              <a:off x="251204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3" name="tx183"/>
            <p:cNvSpPr/>
            <p:nvPr/>
          </p:nvSpPr>
          <p:spPr>
            <a:xfrm rot="-2700000">
              <a:off x="2698172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84" name="tx184"/>
            <p:cNvSpPr/>
            <p:nvPr/>
          </p:nvSpPr>
          <p:spPr>
            <a:xfrm rot="-2700000">
              <a:off x="291537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85" name="tx185"/>
            <p:cNvSpPr/>
            <p:nvPr/>
          </p:nvSpPr>
          <p:spPr>
            <a:xfrm rot="-2700000">
              <a:off x="3133062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186" name="tx186"/>
            <p:cNvSpPr/>
            <p:nvPr/>
          </p:nvSpPr>
          <p:spPr>
            <a:xfrm rot="-2700000">
              <a:off x="331870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87" name="pl187"/>
            <p:cNvSpPr/>
            <p:nvPr/>
          </p:nvSpPr>
          <p:spPr>
            <a:xfrm>
              <a:off x="357367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l188"/>
            <p:cNvSpPr/>
            <p:nvPr/>
          </p:nvSpPr>
          <p:spPr>
            <a:xfrm>
              <a:off x="379088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l189"/>
            <p:cNvSpPr/>
            <p:nvPr/>
          </p:nvSpPr>
          <p:spPr>
            <a:xfrm>
              <a:off x="400808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l190"/>
            <p:cNvSpPr/>
            <p:nvPr/>
          </p:nvSpPr>
          <p:spPr>
            <a:xfrm>
              <a:off x="422528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l191"/>
            <p:cNvSpPr/>
            <p:nvPr/>
          </p:nvSpPr>
          <p:spPr>
            <a:xfrm>
              <a:off x="444249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tx192"/>
            <p:cNvSpPr/>
            <p:nvPr/>
          </p:nvSpPr>
          <p:spPr>
            <a:xfrm rot="-2700000">
              <a:off x="357028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3" name="tx193"/>
            <p:cNvSpPr/>
            <p:nvPr/>
          </p:nvSpPr>
          <p:spPr>
            <a:xfrm rot="-2700000">
              <a:off x="3756412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94" name="tx194"/>
            <p:cNvSpPr/>
            <p:nvPr/>
          </p:nvSpPr>
          <p:spPr>
            <a:xfrm rot="-2700000">
              <a:off x="397361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95" name="tx195"/>
            <p:cNvSpPr/>
            <p:nvPr/>
          </p:nvSpPr>
          <p:spPr>
            <a:xfrm rot="-2700000">
              <a:off x="4191302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196" name="tx196"/>
            <p:cNvSpPr/>
            <p:nvPr/>
          </p:nvSpPr>
          <p:spPr>
            <a:xfrm rot="-2700000">
              <a:off x="437694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148183" y="2674519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148183" y="232356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148183" y="1972552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148183" y="1621650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1148183" y="1270694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203" name="pl203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l204"/>
            <p:cNvSpPr/>
            <p:nvPr/>
          </p:nvSpPr>
          <p:spPr>
            <a:xfrm>
              <a:off x="1362485" y="27162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l205"/>
            <p:cNvSpPr/>
            <p:nvPr/>
          </p:nvSpPr>
          <p:spPr>
            <a:xfrm>
              <a:off x="1362485" y="236525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l206"/>
            <p:cNvSpPr/>
            <p:nvPr/>
          </p:nvSpPr>
          <p:spPr>
            <a:xfrm>
              <a:off x="1362485" y="20142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l207"/>
            <p:cNvSpPr/>
            <p:nvPr/>
          </p:nvSpPr>
          <p:spPr>
            <a:xfrm>
              <a:off x="1362485" y="166334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l208"/>
            <p:cNvSpPr/>
            <p:nvPr/>
          </p:nvSpPr>
          <p:spPr>
            <a:xfrm>
              <a:off x="1362485" y="131238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tx209"/>
            <p:cNvSpPr/>
            <p:nvPr/>
          </p:nvSpPr>
          <p:spPr>
            <a:xfrm>
              <a:off x="2297628" y="3427506"/>
              <a:ext cx="1304435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Brotes afectados (%)</a:t>
              </a:r>
            </a:p>
          </p:txBody>
        </p:sp>
        <p:sp>
          <p:nvSpPr>
            <p:cNvPr id="210" name="tx210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Presentación en pantalla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2021-03-26T01:55:36Z</dcterms:modified>
  <cp:category/>
</cp:coreProperties>
</file>