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35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-3708920" y="2204864"/>
            <a:ext cx="16489832" cy="3384376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335124" y="1198851"/>
              <a:ext cx="132715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335124" y="2808541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335124" y="2291288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335124" y="1774036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335124" y="1256783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35774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38690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41606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44521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335124" y="3067167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335124" y="2549914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335124" y="2032662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335124" y="1515409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134316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137232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140148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143063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145979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1341157" y="2653365"/>
              <a:ext cx="4021" cy="4138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1345178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1349200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1353222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1357244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1361265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1365287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369309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373330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377352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381374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385395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1389417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1393439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397460" y="2984407"/>
              <a:ext cx="4021" cy="8276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401482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1405504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1409525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413547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1417569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1421590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1425612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rc45"/>
            <p:cNvSpPr/>
            <p:nvPr/>
          </p:nvSpPr>
          <p:spPr>
            <a:xfrm>
              <a:off x="1429634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rc46"/>
            <p:cNvSpPr/>
            <p:nvPr/>
          </p:nvSpPr>
          <p:spPr>
            <a:xfrm>
              <a:off x="1433656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rc47"/>
            <p:cNvSpPr/>
            <p:nvPr/>
          </p:nvSpPr>
          <p:spPr>
            <a:xfrm>
              <a:off x="1437677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rc48"/>
            <p:cNvSpPr/>
            <p:nvPr/>
          </p:nvSpPr>
          <p:spPr>
            <a:xfrm>
              <a:off x="1441699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rc49"/>
            <p:cNvSpPr/>
            <p:nvPr/>
          </p:nvSpPr>
          <p:spPr>
            <a:xfrm>
              <a:off x="1445721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rc50"/>
            <p:cNvSpPr/>
            <p:nvPr/>
          </p:nvSpPr>
          <p:spPr>
            <a:xfrm>
              <a:off x="1449742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rc51"/>
            <p:cNvSpPr/>
            <p:nvPr/>
          </p:nvSpPr>
          <p:spPr>
            <a:xfrm>
              <a:off x="1453764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rc52"/>
            <p:cNvSpPr/>
            <p:nvPr/>
          </p:nvSpPr>
          <p:spPr>
            <a:xfrm>
              <a:off x="1457786" y="2074042"/>
              <a:ext cx="4021" cy="99312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rc53"/>
            <p:cNvSpPr/>
            <p:nvPr/>
          </p:nvSpPr>
          <p:spPr>
            <a:xfrm>
              <a:off x="1335124" y="1198851"/>
              <a:ext cx="132715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rc54"/>
            <p:cNvSpPr/>
            <p:nvPr/>
          </p:nvSpPr>
          <p:spPr>
            <a:xfrm>
              <a:off x="1537429" y="1198851"/>
              <a:ext cx="132715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1537429" y="2808541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1537429" y="2291288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1537429" y="1774036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1537429" y="1256783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156005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158920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161836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164752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1537429" y="3067167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1537429" y="2549914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1537429" y="2032662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1537429" y="1515409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154547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157463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160378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163294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166210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rc72"/>
            <p:cNvSpPr/>
            <p:nvPr/>
          </p:nvSpPr>
          <p:spPr>
            <a:xfrm>
              <a:off x="1543461" y="2115422"/>
              <a:ext cx="4021" cy="95174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rc73"/>
            <p:cNvSpPr/>
            <p:nvPr/>
          </p:nvSpPr>
          <p:spPr>
            <a:xfrm>
              <a:off x="1547483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rc74"/>
            <p:cNvSpPr/>
            <p:nvPr/>
          </p:nvSpPr>
          <p:spPr>
            <a:xfrm>
              <a:off x="1551505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rc75"/>
            <p:cNvSpPr/>
            <p:nvPr/>
          </p:nvSpPr>
          <p:spPr>
            <a:xfrm>
              <a:off x="1555527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76"/>
            <p:cNvSpPr/>
            <p:nvPr/>
          </p:nvSpPr>
          <p:spPr>
            <a:xfrm>
              <a:off x="1559548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77"/>
            <p:cNvSpPr/>
            <p:nvPr/>
          </p:nvSpPr>
          <p:spPr>
            <a:xfrm>
              <a:off x="1563570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8"/>
            <p:cNvSpPr/>
            <p:nvPr/>
          </p:nvSpPr>
          <p:spPr>
            <a:xfrm>
              <a:off x="1567592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9"/>
            <p:cNvSpPr/>
            <p:nvPr/>
          </p:nvSpPr>
          <p:spPr>
            <a:xfrm>
              <a:off x="1571613" y="2984407"/>
              <a:ext cx="4021" cy="8276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rc80"/>
            <p:cNvSpPr/>
            <p:nvPr/>
          </p:nvSpPr>
          <p:spPr>
            <a:xfrm>
              <a:off x="1575635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rc81"/>
            <p:cNvSpPr/>
            <p:nvPr/>
          </p:nvSpPr>
          <p:spPr>
            <a:xfrm>
              <a:off x="1579657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82"/>
            <p:cNvSpPr/>
            <p:nvPr/>
          </p:nvSpPr>
          <p:spPr>
            <a:xfrm>
              <a:off x="1583678" y="2922336"/>
              <a:ext cx="4021" cy="14483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rc83"/>
            <p:cNvSpPr/>
            <p:nvPr/>
          </p:nvSpPr>
          <p:spPr>
            <a:xfrm>
              <a:off x="1587700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84"/>
            <p:cNvSpPr/>
            <p:nvPr/>
          </p:nvSpPr>
          <p:spPr>
            <a:xfrm>
              <a:off x="1591722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rc85"/>
            <p:cNvSpPr/>
            <p:nvPr/>
          </p:nvSpPr>
          <p:spPr>
            <a:xfrm>
              <a:off x="1595743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rc86"/>
            <p:cNvSpPr/>
            <p:nvPr/>
          </p:nvSpPr>
          <p:spPr>
            <a:xfrm>
              <a:off x="1599765" y="2984407"/>
              <a:ext cx="4021" cy="8276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rc87"/>
            <p:cNvSpPr/>
            <p:nvPr/>
          </p:nvSpPr>
          <p:spPr>
            <a:xfrm>
              <a:off x="1603787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rc88"/>
            <p:cNvSpPr/>
            <p:nvPr/>
          </p:nvSpPr>
          <p:spPr>
            <a:xfrm>
              <a:off x="1607808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rc89"/>
            <p:cNvSpPr/>
            <p:nvPr/>
          </p:nvSpPr>
          <p:spPr>
            <a:xfrm>
              <a:off x="1611830" y="2984407"/>
              <a:ext cx="4021" cy="8276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rc90"/>
            <p:cNvSpPr/>
            <p:nvPr/>
          </p:nvSpPr>
          <p:spPr>
            <a:xfrm>
              <a:off x="1615852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rc91"/>
            <p:cNvSpPr/>
            <p:nvPr/>
          </p:nvSpPr>
          <p:spPr>
            <a:xfrm>
              <a:off x="1619874" y="2984407"/>
              <a:ext cx="4021" cy="8276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rc92"/>
            <p:cNvSpPr/>
            <p:nvPr/>
          </p:nvSpPr>
          <p:spPr>
            <a:xfrm>
              <a:off x="1623895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rc93"/>
            <p:cNvSpPr/>
            <p:nvPr/>
          </p:nvSpPr>
          <p:spPr>
            <a:xfrm>
              <a:off x="1627917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rc94"/>
            <p:cNvSpPr/>
            <p:nvPr/>
          </p:nvSpPr>
          <p:spPr>
            <a:xfrm>
              <a:off x="1631939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rc95"/>
            <p:cNvSpPr/>
            <p:nvPr/>
          </p:nvSpPr>
          <p:spPr>
            <a:xfrm>
              <a:off x="1635960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rc96"/>
            <p:cNvSpPr/>
            <p:nvPr/>
          </p:nvSpPr>
          <p:spPr>
            <a:xfrm>
              <a:off x="1639982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rc97"/>
            <p:cNvSpPr/>
            <p:nvPr/>
          </p:nvSpPr>
          <p:spPr>
            <a:xfrm>
              <a:off x="1644004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rc98"/>
            <p:cNvSpPr/>
            <p:nvPr/>
          </p:nvSpPr>
          <p:spPr>
            <a:xfrm>
              <a:off x="1648025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rc99"/>
            <p:cNvSpPr/>
            <p:nvPr/>
          </p:nvSpPr>
          <p:spPr>
            <a:xfrm>
              <a:off x="1652047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rc100"/>
            <p:cNvSpPr/>
            <p:nvPr/>
          </p:nvSpPr>
          <p:spPr>
            <a:xfrm>
              <a:off x="1656069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rc101"/>
            <p:cNvSpPr/>
            <p:nvPr/>
          </p:nvSpPr>
          <p:spPr>
            <a:xfrm>
              <a:off x="1660090" y="2011972"/>
              <a:ext cx="4021" cy="105519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6861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rc102"/>
            <p:cNvSpPr/>
            <p:nvPr/>
          </p:nvSpPr>
          <p:spPr>
            <a:xfrm>
              <a:off x="1537429" y="1198851"/>
              <a:ext cx="132715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rc103"/>
            <p:cNvSpPr/>
            <p:nvPr/>
          </p:nvSpPr>
          <p:spPr>
            <a:xfrm>
              <a:off x="1739734" y="1198851"/>
              <a:ext cx="132715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1739734" y="2808541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1739734" y="2291288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1739734" y="1774036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1739734" y="1256783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176235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179151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182067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184982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1739734" y="3067167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1739734" y="2549914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l114"/>
            <p:cNvSpPr/>
            <p:nvPr/>
          </p:nvSpPr>
          <p:spPr>
            <a:xfrm>
              <a:off x="1739734" y="2032662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l115"/>
            <p:cNvSpPr/>
            <p:nvPr/>
          </p:nvSpPr>
          <p:spPr>
            <a:xfrm>
              <a:off x="1739734" y="1515409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l116"/>
            <p:cNvSpPr/>
            <p:nvPr/>
          </p:nvSpPr>
          <p:spPr>
            <a:xfrm>
              <a:off x="174777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l117"/>
            <p:cNvSpPr/>
            <p:nvPr/>
          </p:nvSpPr>
          <p:spPr>
            <a:xfrm>
              <a:off x="177693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l118"/>
            <p:cNvSpPr/>
            <p:nvPr/>
          </p:nvSpPr>
          <p:spPr>
            <a:xfrm>
              <a:off x="180609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l119"/>
            <p:cNvSpPr/>
            <p:nvPr/>
          </p:nvSpPr>
          <p:spPr>
            <a:xfrm>
              <a:off x="183524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l120"/>
            <p:cNvSpPr/>
            <p:nvPr/>
          </p:nvSpPr>
          <p:spPr>
            <a:xfrm>
              <a:off x="186440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rc121"/>
            <p:cNvSpPr/>
            <p:nvPr/>
          </p:nvSpPr>
          <p:spPr>
            <a:xfrm>
              <a:off x="1745766" y="2363704"/>
              <a:ext cx="4021" cy="70346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rc122"/>
            <p:cNvSpPr/>
            <p:nvPr/>
          </p:nvSpPr>
          <p:spPr>
            <a:xfrm>
              <a:off x="1749788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rc123"/>
            <p:cNvSpPr/>
            <p:nvPr/>
          </p:nvSpPr>
          <p:spPr>
            <a:xfrm>
              <a:off x="1753810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rc124"/>
            <p:cNvSpPr/>
            <p:nvPr/>
          </p:nvSpPr>
          <p:spPr>
            <a:xfrm>
              <a:off x="1757831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rc125"/>
            <p:cNvSpPr/>
            <p:nvPr/>
          </p:nvSpPr>
          <p:spPr>
            <a:xfrm>
              <a:off x="1761853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126"/>
            <p:cNvSpPr/>
            <p:nvPr/>
          </p:nvSpPr>
          <p:spPr>
            <a:xfrm>
              <a:off x="1765875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127"/>
            <p:cNvSpPr/>
            <p:nvPr/>
          </p:nvSpPr>
          <p:spPr>
            <a:xfrm>
              <a:off x="1769896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128"/>
            <p:cNvSpPr/>
            <p:nvPr/>
          </p:nvSpPr>
          <p:spPr>
            <a:xfrm>
              <a:off x="1773918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129"/>
            <p:cNvSpPr/>
            <p:nvPr/>
          </p:nvSpPr>
          <p:spPr>
            <a:xfrm>
              <a:off x="1777940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rc130"/>
            <p:cNvSpPr/>
            <p:nvPr/>
          </p:nvSpPr>
          <p:spPr>
            <a:xfrm>
              <a:off x="1781961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rc131"/>
            <p:cNvSpPr/>
            <p:nvPr/>
          </p:nvSpPr>
          <p:spPr>
            <a:xfrm>
              <a:off x="1785983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132"/>
            <p:cNvSpPr/>
            <p:nvPr/>
          </p:nvSpPr>
          <p:spPr>
            <a:xfrm>
              <a:off x="1790005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rc133"/>
            <p:cNvSpPr/>
            <p:nvPr/>
          </p:nvSpPr>
          <p:spPr>
            <a:xfrm>
              <a:off x="1794026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rc134"/>
            <p:cNvSpPr/>
            <p:nvPr/>
          </p:nvSpPr>
          <p:spPr>
            <a:xfrm>
              <a:off x="1798048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135"/>
            <p:cNvSpPr/>
            <p:nvPr/>
          </p:nvSpPr>
          <p:spPr>
            <a:xfrm>
              <a:off x="1802070" y="2777506"/>
              <a:ext cx="4021" cy="28966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rc136"/>
            <p:cNvSpPr/>
            <p:nvPr/>
          </p:nvSpPr>
          <p:spPr>
            <a:xfrm>
              <a:off x="1806091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rc137"/>
            <p:cNvSpPr/>
            <p:nvPr/>
          </p:nvSpPr>
          <p:spPr>
            <a:xfrm>
              <a:off x="1810113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rc138"/>
            <p:cNvSpPr/>
            <p:nvPr/>
          </p:nvSpPr>
          <p:spPr>
            <a:xfrm>
              <a:off x="1814135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139"/>
            <p:cNvSpPr/>
            <p:nvPr/>
          </p:nvSpPr>
          <p:spPr>
            <a:xfrm>
              <a:off x="1818157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rc140"/>
            <p:cNvSpPr/>
            <p:nvPr/>
          </p:nvSpPr>
          <p:spPr>
            <a:xfrm>
              <a:off x="1822178" y="2901646"/>
              <a:ext cx="4021" cy="16552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rc141"/>
            <p:cNvSpPr/>
            <p:nvPr/>
          </p:nvSpPr>
          <p:spPr>
            <a:xfrm>
              <a:off x="1826200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rc142"/>
            <p:cNvSpPr/>
            <p:nvPr/>
          </p:nvSpPr>
          <p:spPr>
            <a:xfrm>
              <a:off x="1830222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rc143"/>
            <p:cNvSpPr/>
            <p:nvPr/>
          </p:nvSpPr>
          <p:spPr>
            <a:xfrm>
              <a:off x="1834243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rc144"/>
            <p:cNvSpPr/>
            <p:nvPr/>
          </p:nvSpPr>
          <p:spPr>
            <a:xfrm>
              <a:off x="1838265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rc145"/>
            <p:cNvSpPr/>
            <p:nvPr/>
          </p:nvSpPr>
          <p:spPr>
            <a:xfrm>
              <a:off x="1842287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rc146"/>
            <p:cNvSpPr/>
            <p:nvPr/>
          </p:nvSpPr>
          <p:spPr>
            <a:xfrm>
              <a:off x="1846308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rc147"/>
            <p:cNvSpPr/>
            <p:nvPr/>
          </p:nvSpPr>
          <p:spPr>
            <a:xfrm>
              <a:off x="1850330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rc148"/>
            <p:cNvSpPr/>
            <p:nvPr/>
          </p:nvSpPr>
          <p:spPr>
            <a:xfrm>
              <a:off x="1854352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rc149"/>
            <p:cNvSpPr/>
            <p:nvPr/>
          </p:nvSpPr>
          <p:spPr>
            <a:xfrm>
              <a:off x="1858373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rc150"/>
            <p:cNvSpPr/>
            <p:nvPr/>
          </p:nvSpPr>
          <p:spPr>
            <a:xfrm>
              <a:off x="1862395" y="1701620"/>
              <a:ext cx="4021" cy="136554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D9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rc151"/>
            <p:cNvSpPr/>
            <p:nvPr/>
          </p:nvSpPr>
          <p:spPr>
            <a:xfrm>
              <a:off x="1739734" y="1198851"/>
              <a:ext cx="132715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rc152"/>
            <p:cNvSpPr/>
            <p:nvPr/>
          </p:nvSpPr>
          <p:spPr>
            <a:xfrm>
              <a:off x="1942038" y="1198851"/>
              <a:ext cx="132715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53" name="pl153"/>
            <p:cNvSpPr/>
            <p:nvPr/>
          </p:nvSpPr>
          <p:spPr>
            <a:xfrm>
              <a:off x="1942038" y="2808541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l154"/>
            <p:cNvSpPr/>
            <p:nvPr/>
          </p:nvSpPr>
          <p:spPr>
            <a:xfrm>
              <a:off x="1942038" y="2291288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155"/>
            <p:cNvSpPr/>
            <p:nvPr/>
          </p:nvSpPr>
          <p:spPr>
            <a:xfrm>
              <a:off x="1942038" y="1774036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156"/>
            <p:cNvSpPr/>
            <p:nvPr/>
          </p:nvSpPr>
          <p:spPr>
            <a:xfrm>
              <a:off x="1942038" y="1256783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157"/>
            <p:cNvSpPr/>
            <p:nvPr/>
          </p:nvSpPr>
          <p:spPr>
            <a:xfrm>
              <a:off x="196466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158"/>
            <p:cNvSpPr/>
            <p:nvPr/>
          </p:nvSpPr>
          <p:spPr>
            <a:xfrm>
              <a:off x="199381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159"/>
            <p:cNvSpPr/>
            <p:nvPr/>
          </p:nvSpPr>
          <p:spPr>
            <a:xfrm>
              <a:off x="202297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160"/>
            <p:cNvSpPr/>
            <p:nvPr/>
          </p:nvSpPr>
          <p:spPr>
            <a:xfrm>
              <a:off x="205213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161"/>
            <p:cNvSpPr/>
            <p:nvPr/>
          </p:nvSpPr>
          <p:spPr>
            <a:xfrm>
              <a:off x="1942038" y="3067167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l162"/>
            <p:cNvSpPr/>
            <p:nvPr/>
          </p:nvSpPr>
          <p:spPr>
            <a:xfrm>
              <a:off x="1942038" y="2549914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l163"/>
            <p:cNvSpPr/>
            <p:nvPr/>
          </p:nvSpPr>
          <p:spPr>
            <a:xfrm>
              <a:off x="1942038" y="2032662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l164"/>
            <p:cNvSpPr/>
            <p:nvPr/>
          </p:nvSpPr>
          <p:spPr>
            <a:xfrm>
              <a:off x="1942038" y="1515409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165"/>
            <p:cNvSpPr/>
            <p:nvPr/>
          </p:nvSpPr>
          <p:spPr>
            <a:xfrm>
              <a:off x="195008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l166"/>
            <p:cNvSpPr/>
            <p:nvPr/>
          </p:nvSpPr>
          <p:spPr>
            <a:xfrm>
              <a:off x="197923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l167"/>
            <p:cNvSpPr/>
            <p:nvPr/>
          </p:nvSpPr>
          <p:spPr>
            <a:xfrm>
              <a:off x="200839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l168"/>
            <p:cNvSpPr/>
            <p:nvPr/>
          </p:nvSpPr>
          <p:spPr>
            <a:xfrm>
              <a:off x="203755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l169"/>
            <p:cNvSpPr/>
            <p:nvPr/>
          </p:nvSpPr>
          <p:spPr>
            <a:xfrm>
              <a:off x="206671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rc170"/>
            <p:cNvSpPr/>
            <p:nvPr/>
          </p:nvSpPr>
          <p:spPr>
            <a:xfrm>
              <a:off x="1948071" y="2239563"/>
              <a:ext cx="4021" cy="82760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rc171"/>
            <p:cNvSpPr/>
            <p:nvPr/>
          </p:nvSpPr>
          <p:spPr>
            <a:xfrm>
              <a:off x="1952093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rc172"/>
            <p:cNvSpPr/>
            <p:nvPr/>
          </p:nvSpPr>
          <p:spPr>
            <a:xfrm>
              <a:off x="1956114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rc173"/>
            <p:cNvSpPr/>
            <p:nvPr/>
          </p:nvSpPr>
          <p:spPr>
            <a:xfrm>
              <a:off x="1960136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rc174"/>
            <p:cNvSpPr/>
            <p:nvPr/>
          </p:nvSpPr>
          <p:spPr>
            <a:xfrm>
              <a:off x="1964158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rc175"/>
            <p:cNvSpPr/>
            <p:nvPr/>
          </p:nvSpPr>
          <p:spPr>
            <a:xfrm>
              <a:off x="1968179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rc176"/>
            <p:cNvSpPr/>
            <p:nvPr/>
          </p:nvSpPr>
          <p:spPr>
            <a:xfrm>
              <a:off x="1972201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rc177"/>
            <p:cNvSpPr/>
            <p:nvPr/>
          </p:nvSpPr>
          <p:spPr>
            <a:xfrm>
              <a:off x="1976223" y="2922336"/>
              <a:ext cx="4021" cy="14483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rc178"/>
            <p:cNvSpPr/>
            <p:nvPr/>
          </p:nvSpPr>
          <p:spPr>
            <a:xfrm>
              <a:off x="1980244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rc179"/>
            <p:cNvSpPr/>
            <p:nvPr/>
          </p:nvSpPr>
          <p:spPr>
            <a:xfrm>
              <a:off x="1984266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rc180"/>
            <p:cNvSpPr/>
            <p:nvPr/>
          </p:nvSpPr>
          <p:spPr>
            <a:xfrm>
              <a:off x="1988288" y="2943026"/>
              <a:ext cx="4021" cy="12414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rc181"/>
            <p:cNvSpPr/>
            <p:nvPr/>
          </p:nvSpPr>
          <p:spPr>
            <a:xfrm>
              <a:off x="1992309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rc182"/>
            <p:cNvSpPr/>
            <p:nvPr/>
          </p:nvSpPr>
          <p:spPr>
            <a:xfrm>
              <a:off x="1996331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rc183"/>
            <p:cNvSpPr/>
            <p:nvPr/>
          </p:nvSpPr>
          <p:spPr>
            <a:xfrm>
              <a:off x="2000353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rc184"/>
            <p:cNvSpPr/>
            <p:nvPr/>
          </p:nvSpPr>
          <p:spPr>
            <a:xfrm>
              <a:off x="2004374" y="2818886"/>
              <a:ext cx="4021" cy="24828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rc185"/>
            <p:cNvSpPr/>
            <p:nvPr/>
          </p:nvSpPr>
          <p:spPr>
            <a:xfrm>
              <a:off x="2008396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rc186"/>
            <p:cNvSpPr/>
            <p:nvPr/>
          </p:nvSpPr>
          <p:spPr>
            <a:xfrm>
              <a:off x="2012418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rc187"/>
            <p:cNvSpPr/>
            <p:nvPr/>
          </p:nvSpPr>
          <p:spPr>
            <a:xfrm>
              <a:off x="2016440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rc188"/>
            <p:cNvSpPr/>
            <p:nvPr/>
          </p:nvSpPr>
          <p:spPr>
            <a:xfrm>
              <a:off x="2020461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rc189"/>
            <p:cNvSpPr/>
            <p:nvPr/>
          </p:nvSpPr>
          <p:spPr>
            <a:xfrm>
              <a:off x="2024483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rc190"/>
            <p:cNvSpPr/>
            <p:nvPr/>
          </p:nvSpPr>
          <p:spPr>
            <a:xfrm>
              <a:off x="2028505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rc191"/>
            <p:cNvSpPr/>
            <p:nvPr/>
          </p:nvSpPr>
          <p:spPr>
            <a:xfrm>
              <a:off x="2032526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rc192"/>
            <p:cNvSpPr/>
            <p:nvPr/>
          </p:nvSpPr>
          <p:spPr>
            <a:xfrm>
              <a:off x="2036548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rc193"/>
            <p:cNvSpPr/>
            <p:nvPr/>
          </p:nvSpPr>
          <p:spPr>
            <a:xfrm>
              <a:off x="2040570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rc194"/>
            <p:cNvSpPr/>
            <p:nvPr/>
          </p:nvSpPr>
          <p:spPr>
            <a:xfrm>
              <a:off x="2044591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rc195"/>
            <p:cNvSpPr/>
            <p:nvPr/>
          </p:nvSpPr>
          <p:spPr>
            <a:xfrm>
              <a:off x="2048613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rc196"/>
            <p:cNvSpPr/>
            <p:nvPr/>
          </p:nvSpPr>
          <p:spPr>
            <a:xfrm>
              <a:off x="2052635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rc197"/>
            <p:cNvSpPr/>
            <p:nvPr/>
          </p:nvSpPr>
          <p:spPr>
            <a:xfrm>
              <a:off x="2056656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rc198"/>
            <p:cNvSpPr/>
            <p:nvPr/>
          </p:nvSpPr>
          <p:spPr>
            <a:xfrm>
              <a:off x="2060678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rc199"/>
            <p:cNvSpPr/>
            <p:nvPr/>
          </p:nvSpPr>
          <p:spPr>
            <a:xfrm>
              <a:off x="2064700" y="1887831"/>
              <a:ext cx="4021" cy="117933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BA3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rc200"/>
            <p:cNvSpPr/>
            <p:nvPr/>
          </p:nvSpPr>
          <p:spPr>
            <a:xfrm>
              <a:off x="1942038" y="1198851"/>
              <a:ext cx="132715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rc201"/>
            <p:cNvSpPr/>
            <p:nvPr/>
          </p:nvSpPr>
          <p:spPr>
            <a:xfrm>
              <a:off x="2144343" y="1198851"/>
              <a:ext cx="132715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02" name="pl202"/>
            <p:cNvSpPr/>
            <p:nvPr/>
          </p:nvSpPr>
          <p:spPr>
            <a:xfrm>
              <a:off x="2144343" y="2808541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pl203"/>
            <p:cNvSpPr/>
            <p:nvPr/>
          </p:nvSpPr>
          <p:spPr>
            <a:xfrm>
              <a:off x="2144343" y="2291288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pl204"/>
            <p:cNvSpPr/>
            <p:nvPr/>
          </p:nvSpPr>
          <p:spPr>
            <a:xfrm>
              <a:off x="2144343" y="1774036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pl205"/>
            <p:cNvSpPr/>
            <p:nvPr/>
          </p:nvSpPr>
          <p:spPr>
            <a:xfrm>
              <a:off x="2144343" y="1256783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pl206"/>
            <p:cNvSpPr/>
            <p:nvPr/>
          </p:nvSpPr>
          <p:spPr>
            <a:xfrm>
              <a:off x="216696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pl207"/>
            <p:cNvSpPr/>
            <p:nvPr/>
          </p:nvSpPr>
          <p:spPr>
            <a:xfrm>
              <a:off x="219612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pl208"/>
            <p:cNvSpPr/>
            <p:nvPr/>
          </p:nvSpPr>
          <p:spPr>
            <a:xfrm>
              <a:off x="222527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pl209"/>
            <p:cNvSpPr/>
            <p:nvPr/>
          </p:nvSpPr>
          <p:spPr>
            <a:xfrm>
              <a:off x="225443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pl210"/>
            <p:cNvSpPr/>
            <p:nvPr/>
          </p:nvSpPr>
          <p:spPr>
            <a:xfrm>
              <a:off x="2144343" y="3067167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pl211"/>
            <p:cNvSpPr/>
            <p:nvPr/>
          </p:nvSpPr>
          <p:spPr>
            <a:xfrm>
              <a:off x="2144343" y="2549914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pl212"/>
            <p:cNvSpPr/>
            <p:nvPr/>
          </p:nvSpPr>
          <p:spPr>
            <a:xfrm>
              <a:off x="2144343" y="2032662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pl213"/>
            <p:cNvSpPr/>
            <p:nvPr/>
          </p:nvSpPr>
          <p:spPr>
            <a:xfrm>
              <a:off x="2144343" y="1515409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pl214"/>
            <p:cNvSpPr/>
            <p:nvPr/>
          </p:nvSpPr>
          <p:spPr>
            <a:xfrm>
              <a:off x="215238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pl215"/>
            <p:cNvSpPr/>
            <p:nvPr/>
          </p:nvSpPr>
          <p:spPr>
            <a:xfrm>
              <a:off x="218154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pl216"/>
            <p:cNvSpPr/>
            <p:nvPr/>
          </p:nvSpPr>
          <p:spPr>
            <a:xfrm>
              <a:off x="221070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pl217"/>
            <p:cNvSpPr/>
            <p:nvPr/>
          </p:nvSpPr>
          <p:spPr>
            <a:xfrm>
              <a:off x="223985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pl218"/>
            <p:cNvSpPr/>
            <p:nvPr/>
          </p:nvSpPr>
          <p:spPr>
            <a:xfrm>
              <a:off x="226901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rc219"/>
            <p:cNvSpPr/>
            <p:nvPr/>
          </p:nvSpPr>
          <p:spPr>
            <a:xfrm>
              <a:off x="2150376" y="2508534"/>
              <a:ext cx="4021" cy="55863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rc220"/>
            <p:cNvSpPr/>
            <p:nvPr/>
          </p:nvSpPr>
          <p:spPr>
            <a:xfrm>
              <a:off x="2154397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rc221"/>
            <p:cNvSpPr/>
            <p:nvPr/>
          </p:nvSpPr>
          <p:spPr>
            <a:xfrm>
              <a:off x="2158419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rc222"/>
            <p:cNvSpPr/>
            <p:nvPr/>
          </p:nvSpPr>
          <p:spPr>
            <a:xfrm>
              <a:off x="2162441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rc223"/>
            <p:cNvSpPr/>
            <p:nvPr/>
          </p:nvSpPr>
          <p:spPr>
            <a:xfrm>
              <a:off x="2166462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rc224"/>
            <p:cNvSpPr/>
            <p:nvPr/>
          </p:nvSpPr>
          <p:spPr>
            <a:xfrm>
              <a:off x="2170484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rc225"/>
            <p:cNvSpPr/>
            <p:nvPr/>
          </p:nvSpPr>
          <p:spPr>
            <a:xfrm>
              <a:off x="2174506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rc226"/>
            <p:cNvSpPr/>
            <p:nvPr/>
          </p:nvSpPr>
          <p:spPr>
            <a:xfrm>
              <a:off x="2178527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rc227"/>
            <p:cNvSpPr/>
            <p:nvPr/>
          </p:nvSpPr>
          <p:spPr>
            <a:xfrm>
              <a:off x="2182549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rc228"/>
            <p:cNvSpPr/>
            <p:nvPr/>
          </p:nvSpPr>
          <p:spPr>
            <a:xfrm>
              <a:off x="2186571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rc229"/>
            <p:cNvSpPr/>
            <p:nvPr/>
          </p:nvSpPr>
          <p:spPr>
            <a:xfrm>
              <a:off x="2190592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rc230"/>
            <p:cNvSpPr/>
            <p:nvPr/>
          </p:nvSpPr>
          <p:spPr>
            <a:xfrm>
              <a:off x="2194614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rc231"/>
            <p:cNvSpPr/>
            <p:nvPr/>
          </p:nvSpPr>
          <p:spPr>
            <a:xfrm>
              <a:off x="2198636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rc232"/>
            <p:cNvSpPr/>
            <p:nvPr/>
          </p:nvSpPr>
          <p:spPr>
            <a:xfrm>
              <a:off x="2202658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rc233"/>
            <p:cNvSpPr/>
            <p:nvPr/>
          </p:nvSpPr>
          <p:spPr>
            <a:xfrm>
              <a:off x="2206679" y="2777506"/>
              <a:ext cx="4021" cy="28966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rc234"/>
            <p:cNvSpPr/>
            <p:nvPr/>
          </p:nvSpPr>
          <p:spPr>
            <a:xfrm>
              <a:off x="2210701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rc235"/>
            <p:cNvSpPr/>
            <p:nvPr/>
          </p:nvSpPr>
          <p:spPr>
            <a:xfrm>
              <a:off x="2214723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rc236"/>
            <p:cNvSpPr/>
            <p:nvPr/>
          </p:nvSpPr>
          <p:spPr>
            <a:xfrm>
              <a:off x="2218744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rc237"/>
            <p:cNvSpPr/>
            <p:nvPr/>
          </p:nvSpPr>
          <p:spPr>
            <a:xfrm>
              <a:off x="2222766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rc238"/>
            <p:cNvSpPr/>
            <p:nvPr/>
          </p:nvSpPr>
          <p:spPr>
            <a:xfrm>
              <a:off x="2226788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rc239"/>
            <p:cNvSpPr/>
            <p:nvPr/>
          </p:nvSpPr>
          <p:spPr>
            <a:xfrm>
              <a:off x="2230809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rc240"/>
            <p:cNvSpPr/>
            <p:nvPr/>
          </p:nvSpPr>
          <p:spPr>
            <a:xfrm>
              <a:off x="2234831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rc241"/>
            <p:cNvSpPr/>
            <p:nvPr/>
          </p:nvSpPr>
          <p:spPr>
            <a:xfrm>
              <a:off x="2238853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rc242"/>
            <p:cNvSpPr/>
            <p:nvPr/>
          </p:nvSpPr>
          <p:spPr>
            <a:xfrm>
              <a:off x="2242874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rc243"/>
            <p:cNvSpPr/>
            <p:nvPr/>
          </p:nvSpPr>
          <p:spPr>
            <a:xfrm>
              <a:off x="2246896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rc244"/>
            <p:cNvSpPr/>
            <p:nvPr/>
          </p:nvSpPr>
          <p:spPr>
            <a:xfrm>
              <a:off x="2250918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rc245"/>
            <p:cNvSpPr/>
            <p:nvPr/>
          </p:nvSpPr>
          <p:spPr>
            <a:xfrm>
              <a:off x="2254939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rc246"/>
            <p:cNvSpPr/>
            <p:nvPr/>
          </p:nvSpPr>
          <p:spPr>
            <a:xfrm>
              <a:off x="2258961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rc247"/>
            <p:cNvSpPr/>
            <p:nvPr/>
          </p:nvSpPr>
          <p:spPr>
            <a:xfrm>
              <a:off x="2262983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rc248"/>
            <p:cNvSpPr/>
            <p:nvPr/>
          </p:nvSpPr>
          <p:spPr>
            <a:xfrm>
              <a:off x="2267004" y="2198183"/>
              <a:ext cx="4021" cy="86898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rc249"/>
            <p:cNvSpPr/>
            <p:nvPr/>
          </p:nvSpPr>
          <p:spPr>
            <a:xfrm>
              <a:off x="2144343" y="1198851"/>
              <a:ext cx="132715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rc250"/>
            <p:cNvSpPr/>
            <p:nvPr/>
          </p:nvSpPr>
          <p:spPr>
            <a:xfrm>
              <a:off x="2346648" y="1198851"/>
              <a:ext cx="132715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51" name="pl251"/>
            <p:cNvSpPr/>
            <p:nvPr/>
          </p:nvSpPr>
          <p:spPr>
            <a:xfrm>
              <a:off x="2346648" y="2808541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l252"/>
            <p:cNvSpPr/>
            <p:nvPr/>
          </p:nvSpPr>
          <p:spPr>
            <a:xfrm>
              <a:off x="2346648" y="2291288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l253"/>
            <p:cNvSpPr/>
            <p:nvPr/>
          </p:nvSpPr>
          <p:spPr>
            <a:xfrm>
              <a:off x="2346648" y="1774036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l254"/>
            <p:cNvSpPr/>
            <p:nvPr/>
          </p:nvSpPr>
          <p:spPr>
            <a:xfrm>
              <a:off x="2346648" y="1256783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l255"/>
            <p:cNvSpPr/>
            <p:nvPr/>
          </p:nvSpPr>
          <p:spPr>
            <a:xfrm>
              <a:off x="236927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pl256"/>
            <p:cNvSpPr/>
            <p:nvPr/>
          </p:nvSpPr>
          <p:spPr>
            <a:xfrm>
              <a:off x="239842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l257"/>
            <p:cNvSpPr/>
            <p:nvPr/>
          </p:nvSpPr>
          <p:spPr>
            <a:xfrm>
              <a:off x="242758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l258"/>
            <p:cNvSpPr/>
            <p:nvPr/>
          </p:nvSpPr>
          <p:spPr>
            <a:xfrm>
              <a:off x="245674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l259"/>
            <p:cNvSpPr/>
            <p:nvPr/>
          </p:nvSpPr>
          <p:spPr>
            <a:xfrm>
              <a:off x="2346648" y="3067167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l260"/>
            <p:cNvSpPr/>
            <p:nvPr/>
          </p:nvSpPr>
          <p:spPr>
            <a:xfrm>
              <a:off x="2346648" y="2549914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pl261"/>
            <p:cNvSpPr/>
            <p:nvPr/>
          </p:nvSpPr>
          <p:spPr>
            <a:xfrm>
              <a:off x="2346648" y="2032662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pl262"/>
            <p:cNvSpPr/>
            <p:nvPr/>
          </p:nvSpPr>
          <p:spPr>
            <a:xfrm>
              <a:off x="2346648" y="1515409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pl263"/>
            <p:cNvSpPr/>
            <p:nvPr/>
          </p:nvSpPr>
          <p:spPr>
            <a:xfrm>
              <a:off x="235469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pl264"/>
            <p:cNvSpPr/>
            <p:nvPr/>
          </p:nvSpPr>
          <p:spPr>
            <a:xfrm>
              <a:off x="238384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pl265"/>
            <p:cNvSpPr/>
            <p:nvPr/>
          </p:nvSpPr>
          <p:spPr>
            <a:xfrm>
              <a:off x="241300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pl266"/>
            <p:cNvSpPr/>
            <p:nvPr/>
          </p:nvSpPr>
          <p:spPr>
            <a:xfrm>
              <a:off x="244216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pl267"/>
            <p:cNvSpPr/>
            <p:nvPr/>
          </p:nvSpPr>
          <p:spPr>
            <a:xfrm>
              <a:off x="247132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rc268"/>
            <p:cNvSpPr/>
            <p:nvPr/>
          </p:nvSpPr>
          <p:spPr>
            <a:xfrm>
              <a:off x="2352680" y="2136112"/>
              <a:ext cx="4021" cy="9310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rc269"/>
            <p:cNvSpPr/>
            <p:nvPr/>
          </p:nvSpPr>
          <p:spPr>
            <a:xfrm>
              <a:off x="2356702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rc270"/>
            <p:cNvSpPr/>
            <p:nvPr/>
          </p:nvSpPr>
          <p:spPr>
            <a:xfrm>
              <a:off x="2360724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rc271"/>
            <p:cNvSpPr/>
            <p:nvPr/>
          </p:nvSpPr>
          <p:spPr>
            <a:xfrm>
              <a:off x="2364745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rc272"/>
            <p:cNvSpPr/>
            <p:nvPr/>
          </p:nvSpPr>
          <p:spPr>
            <a:xfrm>
              <a:off x="2368767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rc273"/>
            <p:cNvSpPr/>
            <p:nvPr/>
          </p:nvSpPr>
          <p:spPr>
            <a:xfrm>
              <a:off x="2372789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rc274"/>
            <p:cNvSpPr/>
            <p:nvPr/>
          </p:nvSpPr>
          <p:spPr>
            <a:xfrm>
              <a:off x="2376810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rc275"/>
            <p:cNvSpPr/>
            <p:nvPr/>
          </p:nvSpPr>
          <p:spPr>
            <a:xfrm>
              <a:off x="2380832" y="2943026"/>
              <a:ext cx="4021" cy="12414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rc276"/>
            <p:cNvSpPr/>
            <p:nvPr/>
          </p:nvSpPr>
          <p:spPr>
            <a:xfrm>
              <a:off x="2384854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rc277"/>
            <p:cNvSpPr/>
            <p:nvPr/>
          </p:nvSpPr>
          <p:spPr>
            <a:xfrm>
              <a:off x="2388875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rc278"/>
            <p:cNvSpPr/>
            <p:nvPr/>
          </p:nvSpPr>
          <p:spPr>
            <a:xfrm>
              <a:off x="2392897" y="2963716"/>
              <a:ext cx="4021" cy="1034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rc279"/>
            <p:cNvSpPr/>
            <p:nvPr/>
          </p:nvSpPr>
          <p:spPr>
            <a:xfrm>
              <a:off x="2396919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rc280"/>
            <p:cNvSpPr/>
            <p:nvPr/>
          </p:nvSpPr>
          <p:spPr>
            <a:xfrm>
              <a:off x="2400941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rc281"/>
            <p:cNvSpPr/>
            <p:nvPr/>
          </p:nvSpPr>
          <p:spPr>
            <a:xfrm>
              <a:off x="2404962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rc282"/>
            <p:cNvSpPr/>
            <p:nvPr/>
          </p:nvSpPr>
          <p:spPr>
            <a:xfrm>
              <a:off x="2408984" y="2963716"/>
              <a:ext cx="4021" cy="1034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rc283"/>
            <p:cNvSpPr/>
            <p:nvPr/>
          </p:nvSpPr>
          <p:spPr>
            <a:xfrm>
              <a:off x="2413006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rc284"/>
            <p:cNvSpPr/>
            <p:nvPr/>
          </p:nvSpPr>
          <p:spPr>
            <a:xfrm>
              <a:off x="2417027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rc285"/>
            <p:cNvSpPr/>
            <p:nvPr/>
          </p:nvSpPr>
          <p:spPr>
            <a:xfrm>
              <a:off x="2421049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rc286"/>
            <p:cNvSpPr/>
            <p:nvPr/>
          </p:nvSpPr>
          <p:spPr>
            <a:xfrm>
              <a:off x="2425071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rc287"/>
            <p:cNvSpPr/>
            <p:nvPr/>
          </p:nvSpPr>
          <p:spPr>
            <a:xfrm>
              <a:off x="2429092" y="2984407"/>
              <a:ext cx="4021" cy="8276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rc288"/>
            <p:cNvSpPr/>
            <p:nvPr/>
          </p:nvSpPr>
          <p:spPr>
            <a:xfrm>
              <a:off x="2433114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rc289"/>
            <p:cNvSpPr/>
            <p:nvPr/>
          </p:nvSpPr>
          <p:spPr>
            <a:xfrm>
              <a:off x="2437136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rc290"/>
            <p:cNvSpPr/>
            <p:nvPr/>
          </p:nvSpPr>
          <p:spPr>
            <a:xfrm>
              <a:off x="2441157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rc291"/>
            <p:cNvSpPr/>
            <p:nvPr/>
          </p:nvSpPr>
          <p:spPr>
            <a:xfrm>
              <a:off x="2445179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rc292"/>
            <p:cNvSpPr/>
            <p:nvPr/>
          </p:nvSpPr>
          <p:spPr>
            <a:xfrm>
              <a:off x="2449201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rc293"/>
            <p:cNvSpPr/>
            <p:nvPr/>
          </p:nvSpPr>
          <p:spPr>
            <a:xfrm>
              <a:off x="2453222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rc294"/>
            <p:cNvSpPr/>
            <p:nvPr/>
          </p:nvSpPr>
          <p:spPr>
            <a:xfrm>
              <a:off x="2457244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rc295"/>
            <p:cNvSpPr/>
            <p:nvPr/>
          </p:nvSpPr>
          <p:spPr>
            <a:xfrm>
              <a:off x="2461266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rc296"/>
            <p:cNvSpPr/>
            <p:nvPr/>
          </p:nvSpPr>
          <p:spPr>
            <a:xfrm>
              <a:off x="2465288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rc297"/>
            <p:cNvSpPr/>
            <p:nvPr/>
          </p:nvSpPr>
          <p:spPr>
            <a:xfrm>
              <a:off x="2469309" y="2032662"/>
              <a:ext cx="4021" cy="103450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CB7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rc298"/>
            <p:cNvSpPr/>
            <p:nvPr/>
          </p:nvSpPr>
          <p:spPr>
            <a:xfrm>
              <a:off x="2346648" y="1198851"/>
              <a:ext cx="132715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rc299"/>
            <p:cNvSpPr/>
            <p:nvPr/>
          </p:nvSpPr>
          <p:spPr>
            <a:xfrm>
              <a:off x="2548952" y="1198851"/>
              <a:ext cx="132715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00" name="pl300"/>
            <p:cNvSpPr/>
            <p:nvPr/>
          </p:nvSpPr>
          <p:spPr>
            <a:xfrm>
              <a:off x="2548952" y="2808541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pl301"/>
            <p:cNvSpPr/>
            <p:nvPr/>
          </p:nvSpPr>
          <p:spPr>
            <a:xfrm>
              <a:off x="2548952" y="2291288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pl302"/>
            <p:cNvSpPr/>
            <p:nvPr/>
          </p:nvSpPr>
          <p:spPr>
            <a:xfrm>
              <a:off x="2548952" y="1774036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pl303"/>
            <p:cNvSpPr/>
            <p:nvPr/>
          </p:nvSpPr>
          <p:spPr>
            <a:xfrm>
              <a:off x="2548952" y="1256783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pl304"/>
            <p:cNvSpPr/>
            <p:nvPr/>
          </p:nvSpPr>
          <p:spPr>
            <a:xfrm>
              <a:off x="257157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pl305"/>
            <p:cNvSpPr/>
            <p:nvPr/>
          </p:nvSpPr>
          <p:spPr>
            <a:xfrm>
              <a:off x="260073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pl306"/>
            <p:cNvSpPr/>
            <p:nvPr/>
          </p:nvSpPr>
          <p:spPr>
            <a:xfrm>
              <a:off x="262988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pl307"/>
            <p:cNvSpPr/>
            <p:nvPr/>
          </p:nvSpPr>
          <p:spPr>
            <a:xfrm>
              <a:off x="265904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pl308"/>
            <p:cNvSpPr/>
            <p:nvPr/>
          </p:nvSpPr>
          <p:spPr>
            <a:xfrm>
              <a:off x="2548952" y="3067167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pl309"/>
            <p:cNvSpPr/>
            <p:nvPr/>
          </p:nvSpPr>
          <p:spPr>
            <a:xfrm>
              <a:off x="2548952" y="2549914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pl310"/>
            <p:cNvSpPr/>
            <p:nvPr/>
          </p:nvSpPr>
          <p:spPr>
            <a:xfrm>
              <a:off x="2548952" y="2032662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pl311"/>
            <p:cNvSpPr/>
            <p:nvPr/>
          </p:nvSpPr>
          <p:spPr>
            <a:xfrm>
              <a:off x="2548952" y="1515409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pl312"/>
            <p:cNvSpPr/>
            <p:nvPr/>
          </p:nvSpPr>
          <p:spPr>
            <a:xfrm>
              <a:off x="255699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pl313"/>
            <p:cNvSpPr/>
            <p:nvPr/>
          </p:nvSpPr>
          <p:spPr>
            <a:xfrm>
              <a:off x="258615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pl314"/>
            <p:cNvSpPr/>
            <p:nvPr/>
          </p:nvSpPr>
          <p:spPr>
            <a:xfrm>
              <a:off x="261531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pl315"/>
            <p:cNvSpPr/>
            <p:nvPr/>
          </p:nvSpPr>
          <p:spPr>
            <a:xfrm>
              <a:off x="264446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pl316"/>
            <p:cNvSpPr/>
            <p:nvPr/>
          </p:nvSpPr>
          <p:spPr>
            <a:xfrm>
              <a:off x="267362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rc317"/>
            <p:cNvSpPr/>
            <p:nvPr/>
          </p:nvSpPr>
          <p:spPr>
            <a:xfrm>
              <a:off x="2554985" y="2156803"/>
              <a:ext cx="4021" cy="91036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rc318"/>
            <p:cNvSpPr/>
            <p:nvPr/>
          </p:nvSpPr>
          <p:spPr>
            <a:xfrm>
              <a:off x="2559007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rc319"/>
            <p:cNvSpPr/>
            <p:nvPr/>
          </p:nvSpPr>
          <p:spPr>
            <a:xfrm>
              <a:off x="2563028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rc320"/>
            <p:cNvSpPr/>
            <p:nvPr/>
          </p:nvSpPr>
          <p:spPr>
            <a:xfrm>
              <a:off x="2567050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rc321"/>
            <p:cNvSpPr/>
            <p:nvPr/>
          </p:nvSpPr>
          <p:spPr>
            <a:xfrm>
              <a:off x="2571072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rc322"/>
            <p:cNvSpPr/>
            <p:nvPr/>
          </p:nvSpPr>
          <p:spPr>
            <a:xfrm>
              <a:off x="2575093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rc323"/>
            <p:cNvSpPr/>
            <p:nvPr/>
          </p:nvSpPr>
          <p:spPr>
            <a:xfrm>
              <a:off x="2579115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rc324"/>
            <p:cNvSpPr/>
            <p:nvPr/>
          </p:nvSpPr>
          <p:spPr>
            <a:xfrm>
              <a:off x="2583137" y="2963716"/>
              <a:ext cx="4021" cy="1034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rc325"/>
            <p:cNvSpPr/>
            <p:nvPr/>
          </p:nvSpPr>
          <p:spPr>
            <a:xfrm>
              <a:off x="2587158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rc326"/>
            <p:cNvSpPr/>
            <p:nvPr/>
          </p:nvSpPr>
          <p:spPr>
            <a:xfrm>
              <a:off x="2591180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rc327"/>
            <p:cNvSpPr/>
            <p:nvPr/>
          </p:nvSpPr>
          <p:spPr>
            <a:xfrm>
              <a:off x="2595202" y="2984407"/>
              <a:ext cx="4021" cy="8276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rc328"/>
            <p:cNvSpPr/>
            <p:nvPr/>
          </p:nvSpPr>
          <p:spPr>
            <a:xfrm>
              <a:off x="2599224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rc329"/>
            <p:cNvSpPr/>
            <p:nvPr/>
          </p:nvSpPr>
          <p:spPr>
            <a:xfrm>
              <a:off x="2603245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rc330"/>
            <p:cNvSpPr/>
            <p:nvPr/>
          </p:nvSpPr>
          <p:spPr>
            <a:xfrm>
              <a:off x="2607267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rc331"/>
            <p:cNvSpPr/>
            <p:nvPr/>
          </p:nvSpPr>
          <p:spPr>
            <a:xfrm>
              <a:off x="2611289" y="2901646"/>
              <a:ext cx="4021" cy="16552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rc332"/>
            <p:cNvSpPr/>
            <p:nvPr/>
          </p:nvSpPr>
          <p:spPr>
            <a:xfrm>
              <a:off x="2615310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rc333"/>
            <p:cNvSpPr/>
            <p:nvPr/>
          </p:nvSpPr>
          <p:spPr>
            <a:xfrm>
              <a:off x="2619332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rc334"/>
            <p:cNvSpPr/>
            <p:nvPr/>
          </p:nvSpPr>
          <p:spPr>
            <a:xfrm>
              <a:off x="2623354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rc335"/>
            <p:cNvSpPr/>
            <p:nvPr/>
          </p:nvSpPr>
          <p:spPr>
            <a:xfrm>
              <a:off x="2627375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rc336"/>
            <p:cNvSpPr/>
            <p:nvPr/>
          </p:nvSpPr>
          <p:spPr>
            <a:xfrm>
              <a:off x="2631397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rc337"/>
            <p:cNvSpPr/>
            <p:nvPr/>
          </p:nvSpPr>
          <p:spPr>
            <a:xfrm>
              <a:off x="2635419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rc338"/>
            <p:cNvSpPr/>
            <p:nvPr/>
          </p:nvSpPr>
          <p:spPr>
            <a:xfrm>
              <a:off x="2639440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rc339"/>
            <p:cNvSpPr/>
            <p:nvPr/>
          </p:nvSpPr>
          <p:spPr>
            <a:xfrm>
              <a:off x="2643462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rc340"/>
            <p:cNvSpPr/>
            <p:nvPr/>
          </p:nvSpPr>
          <p:spPr>
            <a:xfrm>
              <a:off x="2647484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rc341"/>
            <p:cNvSpPr/>
            <p:nvPr/>
          </p:nvSpPr>
          <p:spPr>
            <a:xfrm>
              <a:off x="2651505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rc342"/>
            <p:cNvSpPr/>
            <p:nvPr/>
          </p:nvSpPr>
          <p:spPr>
            <a:xfrm>
              <a:off x="2655527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rc343"/>
            <p:cNvSpPr/>
            <p:nvPr/>
          </p:nvSpPr>
          <p:spPr>
            <a:xfrm>
              <a:off x="2659549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rc344"/>
            <p:cNvSpPr/>
            <p:nvPr/>
          </p:nvSpPr>
          <p:spPr>
            <a:xfrm>
              <a:off x="2663571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rc345"/>
            <p:cNvSpPr/>
            <p:nvPr/>
          </p:nvSpPr>
          <p:spPr>
            <a:xfrm>
              <a:off x="2667592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rc346"/>
            <p:cNvSpPr/>
            <p:nvPr/>
          </p:nvSpPr>
          <p:spPr>
            <a:xfrm>
              <a:off x="2671614" y="2053352"/>
              <a:ext cx="4021" cy="101381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E6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rc347"/>
            <p:cNvSpPr/>
            <p:nvPr/>
          </p:nvSpPr>
          <p:spPr>
            <a:xfrm>
              <a:off x="2548952" y="1198851"/>
              <a:ext cx="132715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rc348"/>
            <p:cNvSpPr/>
            <p:nvPr/>
          </p:nvSpPr>
          <p:spPr>
            <a:xfrm>
              <a:off x="2751257" y="1198851"/>
              <a:ext cx="132715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49" name="pl349"/>
            <p:cNvSpPr/>
            <p:nvPr/>
          </p:nvSpPr>
          <p:spPr>
            <a:xfrm>
              <a:off x="2751257" y="2808541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pl350"/>
            <p:cNvSpPr/>
            <p:nvPr/>
          </p:nvSpPr>
          <p:spPr>
            <a:xfrm>
              <a:off x="2751257" y="2291288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pl351"/>
            <p:cNvSpPr/>
            <p:nvPr/>
          </p:nvSpPr>
          <p:spPr>
            <a:xfrm>
              <a:off x="2751257" y="1774036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pl352"/>
            <p:cNvSpPr/>
            <p:nvPr/>
          </p:nvSpPr>
          <p:spPr>
            <a:xfrm>
              <a:off x="2751257" y="1256783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pl353"/>
            <p:cNvSpPr/>
            <p:nvPr/>
          </p:nvSpPr>
          <p:spPr>
            <a:xfrm>
              <a:off x="277387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pl354"/>
            <p:cNvSpPr/>
            <p:nvPr/>
          </p:nvSpPr>
          <p:spPr>
            <a:xfrm>
              <a:off x="280303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pl355"/>
            <p:cNvSpPr/>
            <p:nvPr/>
          </p:nvSpPr>
          <p:spPr>
            <a:xfrm>
              <a:off x="283219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pl356"/>
            <p:cNvSpPr/>
            <p:nvPr/>
          </p:nvSpPr>
          <p:spPr>
            <a:xfrm>
              <a:off x="286135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pl357"/>
            <p:cNvSpPr/>
            <p:nvPr/>
          </p:nvSpPr>
          <p:spPr>
            <a:xfrm>
              <a:off x="2751257" y="3067167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pl358"/>
            <p:cNvSpPr/>
            <p:nvPr/>
          </p:nvSpPr>
          <p:spPr>
            <a:xfrm>
              <a:off x="2751257" y="2549914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pl359"/>
            <p:cNvSpPr/>
            <p:nvPr/>
          </p:nvSpPr>
          <p:spPr>
            <a:xfrm>
              <a:off x="2751257" y="2032662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pl360"/>
            <p:cNvSpPr/>
            <p:nvPr/>
          </p:nvSpPr>
          <p:spPr>
            <a:xfrm>
              <a:off x="2751257" y="1515409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pl361"/>
            <p:cNvSpPr/>
            <p:nvPr/>
          </p:nvSpPr>
          <p:spPr>
            <a:xfrm>
              <a:off x="275930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pl362"/>
            <p:cNvSpPr/>
            <p:nvPr/>
          </p:nvSpPr>
          <p:spPr>
            <a:xfrm>
              <a:off x="278845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pl363"/>
            <p:cNvSpPr/>
            <p:nvPr/>
          </p:nvSpPr>
          <p:spPr>
            <a:xfrm>
              <a:off x="281761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pl364"/>
            <p:cNvSpPr/>
            <p:nvPr/>
          </p:nvSpPr>
          <p:spPr>
            <a:xfrm>
              <a:off x="284677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pl365"/>
            <p:cNvSpPr/>
            <p:nvPr/>
          </p:nvSpPr>
          <p:spPr>
            <a:xfrm>
              <a:off x="287592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rc366"/>
            <p:cNvSpPr/>
            <p:nvPr/>
          </p:nvSpPr>
          <p:spPr>
            <a:xfrm>
              <a:off x="2757290" y="2011972"/>
              <a:ext cx="4021" cy="105519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rc367"/>
            <p:cNvSpPr/>
            <p:nvPr/>
          </p:nvSpPr>
          <p:spPr>
            <a:xfrm>
              <a:off x="2761311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rc368"/>
            <p:cNvSpPr/>
            <p:nvPr/>
          </p:nvSpPr>
          <p:spPr>
            <a:xfrm>
              <a:off x="2765333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rc369"/>
            <p:cNvSpPr/>
            <p:nvPr/>
          </p:nvSpPr>
          <p:spPr>
            <a:xfrm>
              <a:off x="2769355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rc370"/>
            <p:cNvSpPr/>
            <p:nvPr/>
          </p:nvSpPr>
          <p:spPr>
            <a:xfrm>
              <a:off x="2773376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rc371"/>
            <p:cNvSpPr/>
            <p:nvPr/>
          </p:nvSpPr>
          <p:spPr>
            <a:xfrm>
              <a:off x="2777398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rc372"/>
            <p:cNvSpPr/>
            <p:nvPr/>
          </p:nvSpPr>
          <p:spPr>
            <a:xfrm>
              <a:off x="2781420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rc373"/>
            <p:cNvSpPr/>
            <p:nvPr/>
          </p:nvSpPr>
          <p:spPr>
            <a:xfrm>
              <a:off x="2785441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rc374"/>
            <p:cNvSpPr/>
            <p:nvPr/>
          </p:nvSpPr>
          <p:spPr>
            <a:xfrm>
              <a:off x="2789463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rc375"/>
            <p:cNvSpPr/>
            <p:nvPr/>
          </p:nvSpPr>
          <p:spPr>
            <a:xfrm>
              <a:off x="2793485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rc376"/>
            <p:cNvSpPr/>
            <p:nvPr/>
          </p:nvSpPr>
          <p:spPr>
            <a:xfrm>
              <a:off x="2797507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rc377"/>
            <p:cNvSpPr/>
            <p:nvPr/>
          </p:nvSpPr>
          <p:spPr>
            <a:xfrm>
              <a:off x="2801528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rc378"/>
            <p:cNvSpPr/>
            <p:nvPr/>
          </p:nvSpPr>
          <p:spPr>
            <a:xfrm>
              <a:off x="2805550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rc379"/>
            <p:cNvSpPr/>
            <p:nvPr/>
          </p:nvSpPr>
          <p:spPr>
            <a:xfrm>
              <a:off x="2809572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rc380"/>
            <p:cNvSpPr/>
            <p:nvPr/>
          </p:nvSpPr>
          <p:spPr>
            <a:xfrm>
              <a:off x="2813593" y="2798196"/>
              <a:ext cx="4021" cy="26897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rc381"/>
            <p:cNvSpPr/>
            <p:nvPr/>
          </p:nvSpPr>
          <p:spPr>
            <a:xfrm>
              <a:off x="2817615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rc382"/>
            <p:cNvSpPr/>
            <p:nvPr/>
          </p:nvSpPr>
          <p:spPr>
            <a:xfrm>
              <a:off x="2821637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rc383"/>
            <p:cNvSpPr/>
            <p:nvPr/>
          </p:nvSpPr>
          <p:spPr>
            <a:xfrm>
              <a:off x="2825658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rc384"/>
            <p:cNvSpPr/>
            <p:nvPr/>
          </p:nvSpPr>
          <p:spPr>
            <a:xfrm>
              <a:off x="2829680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rc385"/>
            <p:cNvSpPr/>
            <p:nvPr/>
          </p:nvSpPr>
          <p:spPr>
            <a:xfrm>
              <a:off x="2833702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rc386"/>
            <p:cNvSpPr/>
            <p:nvPr/>
          </p:nvSpPr>
          <p:spPr>
            <a:xfrm>
              <a:off x="2837723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rc387"/>
            <p:cNvSpPr/>
            <p:nvPr/>
          </p:nvSpPr>
          <p:spPr>
            <a:xfrm>
              <a:off x="2841745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rc388"/>
            <p:cNvSpPr/>
            <p:nvPr/>
          </p:nvSpPr>
          <p:spPr>
            <a:xfrm>
              <a:off x="2845767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rc389"/>
            <p:cNvSpPr/>
            <p:nvPr/>
          </p:nvSpPr>
          <p:spPr>
            <a:xfrm>
              <a:off x="2849788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rc390"/>
            <p:cNvSpPr/>
            <p:nvPr/>
          </p:nvSpPr>
          <p:spPr>
            <a:xfrm>
              <a:off x="2853810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rc391"/>
            <p:cNvSpPr/>
            <p:nvPr/>
          </p:nvSpPr>
          <p:spPr>
            <a:xfrm>
              <a:off x="2857832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rc392"/>
            <p:cNvSpPr/>
            <p:nvPr/>
          </p:nvSpPr>
          <p:spPr>
            <a:xfrm>
              <a:off x="2861854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rc393"/>
            <p:cNvSpPr/>
            <p:nvPr/>
          </p:nvSpPr>
          <p:spPr>
            <a:xfrm>
              <a:off x="2865875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rc394"/>
            <p:cNvSpPr/>
            <p:nvPr/>
          </p:nvSpPr>
          <p:spPr>
            <a:xfrm>
              <a:off x="2869897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rc395"/>
            <p:cNvSpPr/>
            <p:nvPr/>
          </p:nvSpPr>
          <p:spPr>
            <a:xfrm>
              <a:off x="2873919" y="2053352"/>
              <a:ext cx="4021" cy="101381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9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rc396"/>
            <p:cNvSpPr/>
            <p:nvPr/>
          </p:nvSpPr>
          <p:spPr>
            <a:xfrm>
              <a:off x="2751257" y="1198851"/>
              <a:ext cx="132715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rc397"/>
            <p:cNvSpPr/>
            <p:nvPr/>
          </p:nvSpPr>
          <p:spPr>
            <a:xfrm>
              <a:off x="2953562" y="1198851"/>
              <a:ext cx="132715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8" name="pl398"/>
            <p:cNvSpPr/>
            <p:nvPr/>
          </p:nvSpPr>
          <p:spPr>
            <a:xfrm>
              <a:off x="2953562" y="2808541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pl399"/>
            <p:cNvSpPr/>
            <p:nvPr/>
          </p:nvSpPr>
          <p:spPr>
            <a:xfrm>
              <a:off x="2953562" y="2291288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pl400"/>
            <p:cNvSpPr/>
            <p:nvPr/>
          </p:nvSpPr>
          <p:spPr>
            <a:xfrm>
              <a:off x="2953562" y="1774036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pl401"/>
            <p:cNvSpPr/>
            <p:nvPr/>
          </p:nvSpPr>
          <p:spPr>
            <a:xfrm>
              <a:off x="2953562" y="1256783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pl402"/>
            <p:cNvSpPr/>
            <p:nvPr/>
          </p:nvSpPr>
          <p:spPr>
            <a:xfrm>
              <a:off x="297618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pl403"/>
            <p:cNvSpPr/>
            <p:nvPr/>
          </p:nvSpPr>
          <p:spPr>
            <a:xfrm>
              <a:off x="300534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pl404"/>
            <p:cNvSpPr/>
            <p:nvPr/>
          </p:nvSpPr>
          <p:spPr>
            <a:xfrm>
              <a:off x="303449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pl405"/>
            <p:cNvSpPr/>
            <p:nvPr/>
          </p:nvSpPr>
          <p:spPr>
            <a:xfrm>
              <a:off x="306365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pl406"/>
            <p:cNvSpPr/>
            <p:nvPr/>
          </p:nvSpPr>
          <p:spPr>
            <a:xfrm>
              <a:off x="2953562" y="3067167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pl407"/>
            <p:cNvSpPr/>
            <p:nvPr/>
          </p:nvSpPr>
          <p:spPr>
            <a:xfrm>
              <a:off x="2953562" y="2549914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pl408"/>
            <p:cNvSpPr/>
            <p:nvPr/>
          </p:nvSpPr>
          <p:spPr>
            <a:xfrm>
              <a:off x="2953562" y="2032662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pl409"/>
            <p:cNvSpPr/>
            <p:nvPr/>
          </p:nvSpPr>
          <p:spPr>
            <a:xfrm>
              <a:off x="2953562" y="1515409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pl410"/>
            <p:cNvSpPr/>
            <p:nvPr/>
          </p:nvSpPr>
          <p:spPr>
            <a:xfrm>
              <a:off x="296160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pl411"/>
            <p:cNvSpPr/>
            <p:nvPr/>
          </p:nvSpPr>
          <p:spPr>
            <a:xfrm>
              <a:off x="299076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pl412"/>
            <p:cNvSpPr/>
            <p:nvPr/>
          </p:nvSpPr>
          <p:spPr>
            <a:xfrm>
              <a:off x="301992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pl413"/>
            <p:cNvSpPr/>
            <p:nvPr/>
          </p:nvSpPr>
          <p:spPr>
            <a:xfrm>
              <a:off x="304907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pl414"/>
            <p:cNvSpPr/>
            <p:nvPr/>
          </p:nvSpPr>
          <p:spPr>
            <a:xfrm>
              <a:off x="307823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rc415"/>
            <p:cNvSpPr/>
            <p:nvPr/>
          </p:nvSpPr>
          <p:spPr>
            <a:xfrm>
              <a:off x="2959594" y="1515409"/>
              <a:ext cx="4021" cy="155175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rc416"/>
            <p:cNvSpPr/>
            <p:nvPr/>
          </p:nvSpPr>
          <p:spPr>
            <a:xfrm>
              <a:off x="2963616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rc417"/>
            <p:cNvSpPr/>
            <p:nvPr/>
          </p:nvSpPr>
          <p:spPr>
            <a:xfrm>
              <a:off x="2967638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rc418"/>
            <p:cNvSpPr/>
            <p:nvPr/>
          </p:nvSpPr>
          <p:spPr>
            <a:xfrm>
              <a:off x="2971659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rc419"/>
            <p:cNvSpPr/>
            <p:nvPr/>
          </p:nvSpPr>
          <p:spPr>
            <a:xfrm>
              <a:off x="2975681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rc420"/>
            <p:cNvSpPr/>
            <p:nvPr/>
          </p:nvSpPr>
          <p:spPr>
            <a:xfrm>
              <a:off x="2979703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rc421"/>
            <p:cNvSpPr/>
            <p:nvPr/>
          </p:nvSpPr>
          <p:spPr>
            <a:xfrm>
              <a:off x="2983725" y="2984407"/>
              <a:ext cx="4021" cy="8276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rc422"/>
            <p:cNvSpPr/>
            <p:nvPr/>
          </p:nvSpPr>
          <p:spPr>
            <a:xfrm>
              <a:off x="2987746" y="2943026"/>
              <a:ext cx="4021" cy="12414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rc423"/>
            <p:cNvSpPr/>
            <p:nvPr/>
          </p:nvSpPr>
          <p:spPr>
            <a:xfrm>
              <a:off x="2991768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rc424"/>
            <p:cNvSpPr/>
            <p:nvPr/>
          </p:nvSpPr>
          <p:spPr>
            <a:xfrm>
              <a:off x="2995790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rc425"/>
            <p:cNvSpPr/>
            <p:nvPr/>
          </p:nvSpPr>
          <p:spPr>
            <a:xfrm>
              <a:off x="2999811" y="2818886"/>
              <a:ext cx="4021" cy="24828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rc426"/>
            <p:cNvSpPr/>
            <p:nvPr/>
          </p:nvSpPr>
          <p:spPr>
            <a:xfrm>
              <a:off x="3003833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rc427"/>
            <p:cNvSpPr/>
            <p:nvPr/>
          </p:nvSpPr>
          <p:spPr>
            <a:xfrm>
              <a:off x="3007855" y="2984407"/>
              <a:ext cx="4021" cy="8276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rc428"/>
            <p:cNvSpPr/>
            <p:nvPr/>
          </p:nvSpPr>
          <p:spPr>
            <a:xfrm>
              <a:off x="3011876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rc429"/>
            <p:cNvSpPr/>
            <p:nvPr/>
          </p:nvSpPr>
          <p:spPr>
            <a:xfrm>
              <a:off x="3015898" y="2860266"/>
              <a:ext cx="4021" cy="20690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rc430"/>
            <p:cNvSpPr/>
            <p:nvPr/>
          </p:nvSpPr>
          <p:spPr>
            <a:xfrm>
              <a:off x="3019920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rc431"/>
            <p:cNvSpPr/>
            <p:nvPr/>
          </p:nvSpPr>
          <p:spPr>
            <a:xfrm>
              <a:off x="3023941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rc432"/>
            <p:cNvSpPr/>
            <p:nvPr/>
          </p:nvSpPr>
          <p:spPr>
            <a:xfrm>
              <a:off x="3027963" y="2984407"/>
              <a:ext cx="4021" cy="8276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rc433"/>
            <p:cNvSpPr/>
            <p:nvPr/>
          </p:nvSpPr>
          <p:spPr>
            <a:xfrm>
              <a:off x="3031985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rc434"/>
            <p:cNvSpPr/>
            <p:nvPr/>
          </p:nvSpPr>
          <p:spPr>
            <a:xfrm>
              <a:off x="3036006" y="2963716"/>
              <a:ext cx="4021" cy="1034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rc435"/>
            <p:cNvSpPr/>
            <p:nvPr/>
          </p:nvSpPr>
          <p:spPr>
            <a:xfrm>
              <a:off x="3040028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rc436"/>
            <p:cNvSpPr/>
            <p:nvPr/>
          </p:nvSpPr>
          <p:spPr>
            <a:xfrm>
              <a:off x="3044050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rc437"/>
            <p:cNvSpPr/>
            <p:nvPr/>
          </p:nvSpPr>
          <p:spPr>
            <a:xfrm>
              <a:off x="3048072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rc438"/>
            <p:cNvSpPr/>
            <p:nvPr/>
          </p:nvSpPr>
          <p:spPr>
            <a:xfrm>
              <a:off x="3052093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rc439"/>
            <p:cNvSpPr/>
            <p:nvPr/>
          </p:nvSpPr>
          <p:spPr>
            <a:xfrm>
              <a:off x="3056115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rc440"/>
            <p:cNvSpPr/>
            <p:nvPr/>
          </p:nvSpPr>
          <p:spPr>
            <a:xfrm>
              <a:off x="3060137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rc441"/>
            <p:cNvSpPr/>
            <p:nvPr/>
          </p:nvSpPr>
          <p:spPr>
            <a:xfrm>
              <a:off x="3064158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rc442"/>
            <p:cNvSpPr/>
            <p:nvPr/>
          </p:nvSpPr>
          <p:spPr>
            <a:xfrm>
              <a:off x="3068180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rc443"/>
            <p:cNvSpPr/>
            <p:nvPr/>
          </p:nvSpPr>
          <p:spPr>
            <a:xfrm>
              <a:off x="3072202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rc444"/>
            <p:cNvSpPr/>
            <p:nvPr/>
          </p:nvSpPr>
          <p:spPr>
            <a:xfrm>
              <a:off x="3076223" y="1825761"/>
              <a:ext cx="4021" cy="124140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rc445"/>
            <p:cNvSpPr/>
            <p:nvPr/>
          </p:nvSpPr>
          <p:spPr>
            <a:xfrm>
              <a:off x="2953562" y="1198851"/>
              <a:ext cx="132715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rc446"/>
            <p:cNvSpPr/>
            <p:nvPr/>
          </p:nvSpPr>
          <p:spPr>
            <a:xfrm>
              <a:off x="3155867" y="1198851"/>
              <a:ext cx="132715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47" name="pl447"/>
            <p:cNvSpPr/>
            <p:nvPr/>
          </p:nvSpPr>
          <p:spPr>
            <a:xfrm>
              <a:off x="3155867" y="2808541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pl448"/>
            <p:cNvSpPr/>
            <p:nvPr/>
          </p:nvSpPr>
          <p:spPr>
            <a:xfrm>
              <a:off x="3155867" y="2291288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pl449"/>
            <p:cNvSpPr/>
            <p:nvPr/>
          </p:nvSpPr>
          <p:spPr>
            <a:xfrm>
              <a:off x="3155867" y="1774036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pl450"/>
            <p:cNvSpPr/>
            <p:nvPr/>
          </p:nvSpPr>
          <p:spPr>
            <a:xfrm>
              <a:off x="3155867" y="1256783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pl451"/>
            <p:cNvSpPr/>
            <p:nvPr/>
          </p:nvSpPr>
          <p:spPr>
            <a:xfrm>
              <a:off x="317848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pl452"/>
            <p:cNvSpPr/>
            <p:nvPr/>
          </p:nvSpPr>
          <p:spPr>
            <a:xfrm>
              <a:off x="320764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pl453"/>
            <p:cNvSpPr/>
            <p:nvPr/>
          </p:nvSpPr>
          <p:spPr>
            <a:xfrm>
              <a:off x="323680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pl454"/>
            <p:cNvSpPr/>
            <p:nvPr/>
          </p:nvSpPr>
          <p:spPr>
            <a:xfrm>
              <a:off x="326596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pl455"/>
            <p:cNvSpPr/>
            <p:nvPr/>
          </p:nvSpPr>
          <p:spPr>
            <a:xfrm>
              <a:off x="3155867" y="3067167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pl456"/>
            <p:cNvSpPr/>
            <p:nvPr/>
          </p:nvSpPr>
          <p:spPr>
            <a:xfrm>
              <a:off x="3155867" y="2549914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pl457"/>
            <p:cNvSpPr/>
            <p:nvPr/>
          </p:nvSpPr>
          <p:spPr>
            <a:xfrm>
              <a:off x="3155867" y="2032662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pl458"/>
            <p:cNvSpPr/>
            <p:nvPr/>
          </p:nvSpPr>
          <p:spPr>
            <a:xfrm>
              <a:off x="3155867" y="1515409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pl459"/>
            <p:cNvSpPr/>
            <p:nvPr/>
          </p:nvSpPr>
          <p:spPr>
            <a:xfrm>
              <a:off x="316391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pl460"/>
            <p:cNvSpPr/>
            <p:nvPr/>
          </p:nvSpPr>
          <p:spPr>
            <a:xfrm>
              <a:off x="319306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pl461"/>
            <p:cNvSpPr/>
            <p:nvPr/>
          </p:nvSpPr>
          <p:spPr>
            <a:xfrm>
              <a:off x="322222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pl462"/>
            <p:cNvSpPr/>
            <p:nvPr/>
          </p:nvSpPr>
          <p:spPr>
            <a:xfrm>
              <a:off x="325138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pl463"/>
            <p:cNvSpPr/>
            <p:nvPr/>
          </p:nvSpPr>
          <p:spPr>
            <a:xfrm>
              <a:off x="328053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rc464"/>
            <p:cNvSpPr/>
            <p:nvPr/>
          </p:nvSpPr>
          <p:spPr>
            <a:xfrm>
              <a:off x="3161899" y="2053352"/>
              <a:ext cx="4021" cy="101381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rc465"/>
            <p:cNvSpPr/>
            <p:nvPr/>
          </p:nvSpPr>
          <p:spPr>
            <a:xfrm>
              <a:off x="3165921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rc466"/>
            <p:cNvSpPr/>
            <p:nvPr/>
          </p:nvSpPr>
          <p:spPr>
            <a:xfrm>
              <a:off x="3169942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rc467"/>
            <p:cNvSpPr/>
            <p:nvPr/>
          </p:nvSpPr>
          <p:spPr>
            <a:xfrm>
              <a:off x="3173964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rc468"/>
            <p:cNvSpPr/>
            <p:nvPr/>
          </p:nvSpPr>
          <p:spPr>
            <a:xfrm>
              <a:off x="3177986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rc469"/>
            <p:cNvSpPr/>
            <p:nvPr/>
          </p:nvSpPr>
          <p:spPr>
            <a:xfrm>
              <a:off x="3182008" y="2922336"/>
              <a:ext cx="4021" cy="14483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rc470"/>
            <p:cNvSpPr/>
            <p:nvPr/>
          </p:nvSpPr>
          <p:spPr>
            <a:xfrm>
              <a:off x="3186029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rc471"/>
            <p:cNvSpPr/>
            <p:nvPr/>
          </p:nvSpPr>
          <p:spPr>
            <a:xfrm>
              <a:off x="3190051" y="2984407"/>
              <a:ext cx="4021" cy="8276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rc472"/>
            <p:cNvSpPr/>
            <p:nvPr/>
          </p:nvSpPr>
          <p:spPr>
            <a:xfrm>
              <a:off x="3194073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rc473"/>
            <p:cNvSpPr/>
            <p:nvPr/>
          </p:nvSpPr>
          <p:spPr>
            <a:xfrm>
              <a:off x="3198094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rc474"/>
            <p:cNvSpPr/>
            <p:nvPr/>
          </p:nvSpPr>
          <p:spPr>
            <a:xfrm>
              <a:off x="3202116" y="2839576"/>
              <a:ext cx="4021" cy="22759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rc475"/>
            <p:cNvSpPr/>
            <p:nvPr/>
          </p:nvSpPr>
          <p:spPr>
            <a:xfrm>
              <a:off x="3206138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rc476"/>
            <p:cNvSpPr/>
            <p:nvPr/>
          </p:nvSpPr>
          <p:spPr>
            <a:xfrm>
              <a:off x="3210159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rc477"/>
            <p:cNvSpPr/>
            <p:nvPr/>
          </p:nvSpPr>
          <p:spPr>
            <a:xfrm>
              <a:off x="3214181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rc478"/>
            <p:cNvSpPr/>
            <p:nvPr/>
          </p:nvSpPr>
          <p:spPr>
            <a:xfrm>
              <a:off x="3218203" y="2860266"/>
              <a:ext cx="4021" cy="20690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rc479"/>
            <p:cNvSpPr/>
            <p:nvPr/>
          </p:nvSpPr>
          <p:spPr>
            <a:xfrm>
              <a:off x="3222224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rc480"/>
            <p:cNvSpPr/>
            <p:nvPr/>
          </p:nvSpPr>
          <p:spPr>
            <a:xfrm>
              <a:off x="3226246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rc481"/>
            <p:cNvSpPr/>
            <p:nvPr/>
          </p:nvSpPr>
          <p:spPr>
            <a:xfrm>
              <a:off x="3230268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rc482"/>
            <p:cNvSpPr/>
            <p:nvPr/>
          </p:nvSpPr>
          <p:spPr>
            <a:xfrm>
              <a:off x="3234289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rc483"/>
            <p:cNvSpPr/>
            <p:nvPr/>
          </p:nvSpPr>
          <p:spPr>
            <a:xfrm>
              <a:off x="3238311" y="2963716"/>
              <a:ext cx="4021" cy="1034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rc484"/>
            <p:cNvSpPr/>
            <p:nvPr/>
          </p:nvSpPr>
          <p:spPr>
            <a:xfrm>
              <a:off x="3242333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rc485"/>
            <p:cNvSpPr/>
            <p:nvPr/>
          </p:nvSpPr>
          <p:spPr>
            <a:xfrm>
              <a:off x="3246355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rc486"/>
            <p:cNvSpPr/>
            <p:nvPr/>
          </p:nvSpPr>
          <p:spPr>
            <a:xfrm>
              <a:off x="3250376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rc487"/>
            <p:cNvSpPr/>
            <p:nvPr/>
          </p:nvSpPr>
          <p:spPr>
            <a:xfrm>
              <a:off x="3254398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rc488"/>
            <p:cNvSpPr/>
            <p:nvPr/>
          </p:nvSpPr>
          <p:spPr>
            <a:xfrm>
              <a:off x="3258420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rc489"/>
            <p:cNvSpPr/>
            <p:nvPr/>
          </p:nvSpPr>
          <p:spPr>
            <a:xfrm>
              <a:off x="3262441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rc490"/>
            <p:cNvSpPr/>
            <p:nvPr/>
          </p:nvSpPr>
          <p:spPr>
            <a:xfrm>
              <a:off x="3266463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rc491"/>
            <p:cNvSpPr/>
            <p:nvPr/>
          </p:nvSpPr>
          <p:spPr>
            <a:xfrm>
              <a:off x="3270485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rc492"/>
            <p:cNvSpPr/>
            <p:nvPr/>
          </p:nvSpPr>
          <p:spPr>
            <a:xfrm>
              <a:off x="3274506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rc493"/>
            <p:cNvSpPr/>
            <p:nvPr/>
          </p:nvSpPr>
          <p:spPr>
            <a:xfrm>
              <a:off x="3278528" y="1287818"/>
              <a:ext cx="4021" cy="177934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8E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rc494"/>
            <p:cNvSpPr/>
            <p:nvPr/>
          </p:nvSpPr>
          <p:spPr>
            <a:xfrm>
              <a:off x="3155867" y="1198851"/>
              <a:ext cx="132715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rc495"/>
            <p:cNvSpPr/>
            <p:nvPr/>
          </p:nvSpPr>
          <p:spPr>
            <a:xfrm>
              <a:off x="3358171" y="1198851"/>
              <a:ext cx="132715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96" name="pl496"/>
            <p:cNvSpPr/>
            <p:nvPr/>
          </p:nvSpPr>
          <p:spPr>
            <a:xfrm>
              <a:off x="3358171" y="2808541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pl497"/>
            <p:cNvSpPr/>
            <p:nvPr/>
          </p:nvSpPr>
          <p:spPr>
            <a:xfrm>
              <a:off x="3358171" y="2291288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pl498"/>
            <p:cNvSpPr/>
            <p:nvPr/>
          </p:nvSpPr>
          <p:spPr>
            <a:xfrm>
              <a:off x="3358171" y="1774036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pl499"/>
            <p:cNvSpPr/>
            <p:nvPr/>
          </p:nvSpPr>
          <p:spPr>
            <a:xfrm>
              <a:off x="3358171" y="1256783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pl500"/>
            <p:cNvSpPr/>
            <p:nvPr/>
          </p:nvSpPr>
          <p:spPr>
            <a:xfrm>
              <a:off x="338079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pl501"/>
            <p:cNvSpPr/>
            <p:nvPr/>
          </p:nvSpPr>
          <p:spPr>
            <a:xfrm>
              <a:off x="340995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pl502"/>
            <p:cNvSpPr/>
            <p:nvPr/>
          </p:nvSpPr>
          <p:spPr>
            <a:xfrm>
              <a:off x="343910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pl503"/>
            <p:cNvSpPr/>
            <p:nvPr/>
          </p:nvSpPr>
          <p:spPr>
            <a:xfrm>
              <a:off x="346826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pl504"/>
            <p:cNvSpPr/>
            <p:nvPr/>
          </p:nvSpPr>
          <p:spPr>
            <a:xfrm>
              <a:off x="3358171" y="3067167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pl505"/>
            <p:cNvSpPr/>
            <p:nvPr/>
          </p:nvSpPr>
          <p:spPr>
            <a:xfrm>
              <a:off x="3358171" y="2549914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pl506"/>
            <p:cNvSpPr/>
            <p:nvPr/>
          </p:nvSpPr>
          <p:spPr>
            <a:xfrm>
              <a:off x="3358171" y="2032662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pl507"/>
            <p:cNvSpPr/>
            <p:nvPr/>
          </p:nvSpPr>
          <p:spPr>
            <a:xfrm>
              <a:off x="3358171" y="1515409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pl508"/>
            <p:cNvSpPr/>
            <p:nvPr/>
          </p:nvSpPr>
          <p:spPr>
            <a:xfrm>
              <a:off x="336621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pl509"/>
            <p:cNvSpPr/>
            <p:nvPr/>
          </p:nvSpPr>
          <p:spPr>
            <a:xfrm>
              <a:off x="339537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pl510"/>
            <p:cNvSpPr/>
            <p:nvPr/>
          </p:nvSpPr>
          <p:spPr>
            <a:xfrm>
              <a:off x="342452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pl511"/>
            <p:cNvSpPr/>
            <p:nvPr/>
          </p:nvSpPr>
          <p:spPr>
            <a:xfrm>
              <a:off x="345368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pl512"/>
            <p:cNvSpPr/>
            <p:nvPr/>
          </p:nvSpPr>
          <p:spPr>
            <a:xfrm>
              <a:off x="348284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rc513"/>
            <p:cNvSpPr/>
            <p:nvPr/>
          </p:nvSpPr>
          <p:spPr>
            <a:xfrm>
              <a:off x="3364204" y="2280943"/>
              <a:ext cx="4021" cy="78622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rc514"/>
            <p:cNvSpPr/>
            <p:nvPr/>
          </p:nvSpPr>
          <p:spPr>
            <a:xfrm>
              <a:off x="3368225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rc515"/>
            <p:cNvSpPr/>
            <p:nvPr/>
          </p:nvSpPr>
          <p:spPr>
            <a:xfrm>
              <a:off x="3372247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rc516"/>
            <p:cNvSpPr/>
            <p:nvPr/>
          </p:nvSpPr>
          <p:spPr>
            <a:xfrm>
              <a:off x="3376269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rc517"/>
            <p:cNvSpPr/>
            <p:nvPr/>
          </p:nvSpPr>
          <p:spPr>
            <a:xfrm>
              <a:off x="3380291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rc518"/>
            <p:cNvSpPr/>
            <p:nvPr/>
          </p:nvSpPr>
          <p:spPr>
            <a:xfrm>
              <a:off x="3384312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rc519"/>
            <p:cNvSpPr/>
            <p:nvPr/>
          </p:nvSpPr>
          <p:spPr>
            <a:xfrm>
              <a:off x="3388334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rc520"/>
            <p:cNvSpPr/>
            <p:nvPr/>
          </p:nvSpPr>
          <p:spPr>
            <a:xfrm>
              <a:off x="3392356" y="2943026"/>
              <a:ext cx="4021" cy="12414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rc521"/>
            <p:cNvSpPr/>
            <p:nvPr/>
          </p:nvSpPr>
          <p:spPr>
            <a:xfrm>
              <a:off x="3396377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rc522"/>
            <p:cNvSpPr/>
            <p:nvPr/>
          </p:nvSpPr>
          <p:spPr>
            <a:xfrm>
              <a:off x="3400399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rc523"/>
            <p:cNvSpPr/>
            <p:nvPr/>
          </p:nvSpPr>
          <p:spPr>
            <a:xfrm>
              <a:off x="3404421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rc524"/>
            <p:cNvSpPr/>
            <p:nvPr/>
          </p:nvSpPr>
          <p:spPr>
            <a:xfrm>
              <a:off x="3408442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rc525"/>
            <p:cNvSpPr/>
            <p:nvPr/>
          </p:nvSpPr>
          <p:spPr>
            <a:xfrm>
              <a:off x="3412464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rc526"/>
            <p:cNvSpPr/>
            <p:nvPr/>
          </p:nvSpPr>
          <p:spPr>
            <a:xfrm>
              <a:off x="3416486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rc527"/>
            <p:cNvSpPr/>
            <p:nvPr/>
          </p:nvSpPr>
          <p:spPr>
            <a:xfrm>
              <a:off x="3420507" y="2880956"/>
              <a:ext cx="4021" cy="18621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rc528"/>
            <p:cNvSpPr/>
            <p:nvPr/>
          </p:nvSpPr>
          <p:spPr>
            <a:xfrm>
              <a:off x="3424529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rc529"/>
            <p:cNvSpPr/>
            <p:nvPr/>
          </p:nvSpPr>
          <p:spPr>
            <a:xfrm>
              <a:off x="3428551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rc530"/>
            <p:cNvSpPr/>
            <p:nvPr/>
          </p:nvSpPr>
          <p:spPr>
            <a:xfrm>
              <a:off x="3432572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rc531"/>
            <p:cNvSpPr/>
            <p:nvPr/>
          </p:nvSpPr>
          <p:spPr>
            <a:xfrm>
              <a:off x="3436594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rc532"/>
            <p:cNvSpPr/>
            <p:nvPr/>
          </p:nvSpPr>
          <p:spPr>
            <a:xfrm>
              <a:off x="3440616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rc533"/>
            <p:cNvSpPr/>
            <p:nvPr/>
          </p:nvSpPr>
          <p:spPr>
            <a:xfrm>
              <a:off x="3444638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rc534"/>
            <p:cNvSpPr/>
            <p:nvPr/>
          </p:nvSpPr>
          <p:spPr>
            <a:xfrm>
              <a:off x="3448659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rc535"/>
            <p:cNvSpPr/>
            <p:nvPr/>
          </p:nvSpPr>
          <p:spPr>
            <a:xfrm>
              <a:off x="3452681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rc536"/>
            <p:cNvSpPr/>
            <p:nvPr/>
          </p:nvSpPr>
          <p:spPr>
            <a:xfrm>
              <a:off x="3456703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rc537"/>
            <p:cNvSpPr/>
            <p:nvPr/>
          </p:nvSpPr>
          <p:spPr>
            <a:xfrm>
              <a:off x="3460724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rc538"/>
            <p:cNvSpPr/>
            <p:nvPr/>
          </p:nvSpPr>
          <p:spPr>
            <a:xfrm>
              <a:off x="3464746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rc539"/>
            <p:cNvSpPr/>
            <p:nvPr/>
          </p:nvSpPr>
          <p:spPr>
            <a:xfrm>
              <a:off x="3468768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rc540"/>
            <p:cNvSpPr/>
            <p:nvPr/>
          </p:nvSpPr>
          <p:spPr>
            <a:xfrm>
              <a:off x="3472789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rc541"/>
            <p:cNvSpPr/>
            <p:nvPr/>
          </p:nvSpPr>
          <p:spPr>
            <a:xfrm>
              <a:off x="3476811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rc542"/>
            <p:cNvSpPr/>
            <p:nvPr/>
          </p:nvSpPr>
          <p:spPr>
            <a:xfrm>
              <a:off x="3480833" y="2198183"/>
              <a:ext cx="4021" cy="86898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9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rc543"/>
            <p:cNvSpPr/>
            <p:nvPr/>
          </p:nvSpPr>
          <p:spPr>
            <a:xfrm>
              <a:off x="3358171" y="1198851"/>
              <a:ext cx="132715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rc544"/>
            <p:cNvSpPr/>
            <p:nvPr/>
          </p:nvSpPr>
          <p:spPr>
            <a:xfrm>
              <a:off x="3560476" y="1198851"/>
              <a:ext cx="132715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45" name="pl545"/>
            <p:cNvSpPr/>
            <p:nvPr/>
          </p:nvSpPr>
          <p:spPr>
            <a:xfrm>
              <a:off x="3560476" y="2808541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pl546"/>
            <p:cNvSpPr/>
            <p:nvPr/>
          </p:nvSpPr>
          <p:spPr>
            <a:xfrm>
              <a:off x="3560476" y="2291288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pl547"/>
            <p:cNvSpPr/>
            <p:nvPr/>
          </p:nvSpPr>
          <p:spPr>
            <a:xfrm>
              <a:off x="3560476" y="1774036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pl548"/>
            <p:cNvSpPr/>
            <p:nvPr/>
          </p:nvSpPr>
          <p:spPr>
            <a:xfrm>
              <a:off x="3560476" y="1256783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pl549"/>
            <p:cNvSpPr/>
            <p:nvPr/>
          </p:nvSpPr>
          <p:spPr>
            <a:xfrm>
              <a:off x="358309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pl550"/>
            <p:cNvSpPr/>
            <p:nvPr/>
          </p:nvSpPr>
          <p:spPr>
            <a:xfrm>
              <a:off x="361225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pl551"/>
            <p:cNvSpPr/>
            <p:nvPr/>
          </p:nvSpPr>
          <p:spPr>
            <a:xfrm>
              <a:off x="364141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pl552"/>
            <p:cNvSpPr/>
            <p:nvPr/>
          </p:nvSpPr>
          <p:spPr>
            <a:xfrm>
              <a:off x="367057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pl553"/>
            <p:cNvSpPr/>
            <p:nvPr/>
          </p:nvSpPr>
          <p:spPr>
            <a:xfrm>
              <a:off x="3560476" y="3067167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pl554"/>
            <p:cNvSpPr/>
            <p:nvPr/>
          </p:nvSpPr>
          <p:spPr>
            <a:xfrm>
              <a:off x="3560476" y="2549914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pl555"/>
            <p:cNvSpPr/>
            <p:nvPr/>
          </p:nvSpPr>
          <p:spPr>
            <a:xfrm>
              <a:off x="3560476" y="2032662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pl556"/>
            <p:cNvSpPr/>
            <p:nvPr/>
          </p:nvSpPr>
          <p:spPr>
            <a:xfrm>
              <a:off x="3560476" y="1515409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pl557"/>
            <p:cNvSpPr/>
            <p:nvPr/>
          </p:nvSpPr>
          <p:spPr>
            <a:xfrm>
              <a:off x="356851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pl558"/>
            <p:cNvSpPr/>
            <p:nvPr/>
          </p:nvSpPr>
          <p:spPr>
            <a:xfrm>
              <a:off x="359767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pl559"/>
            <p:cNvSpPr/>
            <p:nvPr/>
          </p:nvSpPr>
          <p:spPr>
            <a:xfrm>
              <a:off x="362683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pl560"/>
            <p:cNvSpPr/>
            <p:nvPr/>
          </p:nvSpPr>
          <p:spPr>
            <a:xfrm>
              <a:off x="365599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pl561"/>
            <p:cNvSpPr/>
            <p:nvPr/>
          </p:nvSpPr>
          <p:spPr>
            <a:xfrm>
              <a:off x="368514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rc562"/>
            <p:cNvSpPr/>
            <p:nvPr/>
          </p:nvSpPr>
          <p:spPr>
            <a:xfrm>
              <a:off x="3566509" y="2818886"/>
              <a:ext cx="4021" cy="24828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rc563"/>
            <p:cNvSpPr/>
            <p:nvPr/>
          </p:nvSpPr>
          <p:spPr>
            <a:xfrm>
              <a:off x="3570530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rc564"/>
            <p:cNvSpPr/>
            <p:nvPr/>
          </p:nvSpPr>
          <p:spPr>
            <a:xfrm>
              <a:off x="3574552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rc565"/>
            <p:cNvSpPr/>
            <p:nvPr/>
          </p:nvSpPr>
          <p:spPr>
            <a:xfrm>
              <a:off x="3578574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rc566"/>
            <p:cNvSpPr/>
            <p:nvPr/>
          </p:nvSpPr>
          <p:spPr>
            <a:xfrm>
              <a:off x="3582595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rc567"/>
            <p:cNvSpPr/>
            <p:nvPr/>
          </p:nvSpPr>
          <p:spPr>
            <a:xfrm>
              <a:off x="3586617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rc568"/>
            <p:cNvSpPr/>
            <p:nvPr/>
          </p:nvSpPr>
          <p:spPr>
            <a:xfrm>
              <a:off x="3590639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rc569"/>
            <p:cNvSpPr/>
            <p:nvPr/>
          </p:nvSpPr>
          <p:spPr>
            <a:xfrm>
              <a:off x="3594660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rc570"/>
            <p:cNvSpPr/>
            <p:nvPr/>
          </p:nvSpPr>
          <p:spPr>
            <a:xfrm>
              <a:off x="3598682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rc571"/>
            <p:cNvSpPr/>
            <p:nvPr/>
          </p:nvSpPr>
          <p:spPr>
            <a:xfrm>
              <a:off x="3602704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rc572"/>
            <p:cNvSpPr/>
            <p:nvPr/>
          </p:nvSpPr>
          <p:spPr>
            <a:xfrm>
              <a:off x="3606725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rc573"/>
            <p:cNvSpPr/>
            <p:nvPr/>
          </p:nvSpPr>
          <p:spPr>
            <a:xfrm>
              <a:off x="3610747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rc574"/>
            <p:cNvSpPr/>
            <p:nvPr/>
          </p:nvSpPr>
          <p:spPr>
            <a:xfrm>
              <a:off x="3614769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rc575"/>
            <p:cNvSpPr/>
            <p:nvPr/>
          </p:nvSpPr>
          <p:spPr>
            <a:xfrm>
              <a:off x="3618790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rc576"/>
            <p:cNvSpPr/>
            <p:nvPr/>
          </p:nvSpPr>
          <p:spPr>
            <a:xfrm>
              <a:off x="3622812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rc577"/>
            <p:cNvSpPr/>
            <p:nvPr/>
          </p:nvSpPr>
          <p:spPr>
            <a:xfrm>
              <a:off x="3626834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rc578"/>
            <p:cNvSpPr/>
            <p:nvPr/>
          </p:nvSpPr>
          <p:spPr>
            <a:xfrm>
              <a:off x="3630855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rc579"/>
            <p:cNvSpPr/>
            <p:nvPr/>
          </p:nvSpPr>
          <p:spPr>
            <a:xfrm>
              <a:off x="3634877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rc580"/>
            <p:cNvSpPr/>
            <p:nvPr/>
          </p:nvSpPr>
          <p:spPr>
            <a:xfrm>
              <a:off x="3638899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rc581"/>
            <p:cNvSpPr/>
            <p:nvPr/>
          </p:nvSpPr>
          <p:spPr>
            <a:xfrm>
              <a:off x="3642921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rc582"/>
            <p:cNvSpPr/>
            <p:nvPr/>
          </p:nvSpPr>
          <p:spPr>
            <a:xfrm>
              <a:off x="3646942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rc583"/>
            <p:cNvSpPr/>
            <p:nvPr/>
          </p:nvSpPr>
          <p:spPr>
            <a:xfrm>
              <a:off x="3650964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rc584"/>
            <p:cNvSpPr/>
            <p:nvPr/>
          </p:nvSpPr>
          <p:spPr>
            <a:xfrm>
              <a:off x="3654986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rc585"/>
            <p:cNvSpPr/>
            <p:nvPr/>
          </p:nvSpPr>
          <p:spPr>
            <a:xfrm>
              <a:off x="3659007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rc586"/>
            <p:cNvSpPr/>
            <p:nvPr/>
          </p:nvSpPr>
          <p:spPr>
            <a:xfrm>
              <a:off x="3663029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rc587"/>
            <p:cNvSpPr/>
            <p:nvPr/>
          </p:nvSpPr>
          <p:spPr>
            <a:xfrm>
              <a:off x="3667051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rc588"/>
            <p:cNvSpPr/>
            <p:nvPr/>
          </p:nvSpPr>
          <p:spPr>
            <a:xfrm>
              <a:off x="3671072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rc589"/>
            <p:cNvSpPr/>
            <p:nvPr/>
          </p:nvSpPr>
          <p:spPr>
            <a:xfrm>
              <a:off x="3675094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rc590"/>
            <p:cNvSpPr/>
            <p:nvPr/>
          </p:nvSpPr>
          <p:spPr>
            <a:xfrm>
              <a:off x="3679116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rc591"/>
            <p:cNvSpPr/>
            <p:nvPr/>
          </p:nvSpPr>
          <p:spPr>
            <a:xfrm>
              <a:off x="3683137" y="2384394"/>
              <a:ext cx="4021" cy="68277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8494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rc592"/>
            <p:cNvSpPr/>
            <p:nvPr/>
          </p:nvSpPr>
          <p:spPr>
            <a:xfrm>
              <a:off x="3560476" y="1198851"/>
              <a:ext cx="132715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rc593"/>
            <p:cNvSpPr/>
            <p:nvPr/>
          </p:nvSpPr>
          <p:spPr>
            <a:xfrm>
              <a:off x="3762781" y="1198851"/>
              <a:ext cx="132715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94" name="pl594"/>
            <p:cNvSpPr/>
            <p:nvPr/>
          </p:nvSpPr>
          <p:spPr>
            <a:xfrm>
              <a:off x="3762781" y="2808541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pl595"/>
            <p:cNvSpPr/>
            <p:nvPr/>
          </p:nvSpPr>
          <p:spPr>
            <a:xfrm>
              <a:off x="3762781" y="2291288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pl596"/>
            <p:cNvSpPr/>
            <p:nvPr/>
          </p:nvSpPr>
          <p:spPr>
            <a:xfrm>
              <a:off x="3762781" y="1774036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pl597"/>
            <p:cNvSpPr/>
            <p:nvPr/>
          </p:nvSpPr>
          <p:spPr>
            <a:xfrm>
              <a:off x="3762781" y="1256783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pl598"/>
            <p:cNvSpPr/>
            <p:nvPr/>
          </p:nvSpPr>
          <p:spPr>
            <a:xfrm>
              <a:off x="378540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pl599"/>
            <p:cNvSpPr/>
            <p:nvPr/>
          </p:nvSpPr>
          <p:spPr>
            <a:xfrm>
              <a:off x="381456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pl600"/>
            <p:cNvSpPr/>
            <p:nvPr/>
          </p:nvSpPr>
          <p:spPr>
            <a:xfrm>
              <a:off x="384371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pl601"/>
            <p:cNvSpPr/>
            <p:nvPr/>
          </p:nvSpPr>
          <p:spPr>
            <a:xfrm>
              <a:off x="387287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pl602"/>
            <p:cNvSpPr/>
            <p:nvPr/>
          </p:nvSpPr>
          <p:spPr>
            <a:xfrm>
              <a:off x="3762781" y="3067167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pl603"/>
            <p:cNvSpPr/>
            <p:nvPr/>
          </p:nvSpPr>
          <p:spPr>
            <a:xfrm>
              <a:off x="3762781" y="2549914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pl604"/>
            <p:cNvSpPr/>
            <p:nvPr/>
          </p:nvSpPr>
          <p:spPr>
            <a:xfrm>
              <a:off x="3762781" y="2032662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pl605"/>
            <p:cNvSpPr/>
            <p:nvPr/>
          </p:nvSpPr>
          <p:spPr>
            <a:xfrm>
              <a:off x="3762781" y="1515409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pl606"/>
            <p:cNvSpPr/>
            <p:nvPr/>
          </p:nvSpPr>
          <p:spPr>
            <a:xfrm>
              <a:off x="377082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pl607"/>
            <p:cNvSpPr/>
            <p:nvPr/>
          </p:nvSpPr>
          <p:spPr>
            <a:xfrm>
              <a:off x="379998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pl608"/>
            <p:cNvSpPr/>
            <p:nvPr/>
          </p:nvSpPr>
          <p:spPr>
            <a:xfrm>
              <a:off x="382913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pl609"/>
            <p:cNvSpPr/>
            <p:nvPr/>
          </p:nvSpPr>
          <p:spPr>
            <a:xfrm>
              <a:off x="385829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pl610"/>
            <p:cNvSpPr/>
            <p:nvPr/>
          </p:nvSpPr>
          <p:spPr>
            <a:xfrm>
              <a:off x="388745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rc611"/>
            <p:cNvSpPr/>
            <p:nvPr/>
          </p:nvSpPr>
          <p:spPr>
            <a:xfrm>
              <a:off x="3768813" y="1929211"/>
              <a:ext cx="4021" cy="113795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rc612"/>
            <p:cNvSpPr/>
            <p:nvPr/>
          </p:nvSpPr>
          <p:spPr>
            <a:xfrm>
              <a:off x="3772835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rc613"/>
            <p:cNvSpPr/>
            <p:nvPr/>
          </p:nvSpPr>
          <p:spPr>
            <a:xfrm>
              <a:off x="3776857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rc614"/>
            <p:cNvSpPr/>
            <p:nvPr/>
          </p:nvSpPr>
          <p:spPr>
            <a:xfrm>
              <a:off x="3780878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rc615"/>
            <p:cNvSpPr/>
            <p:nvPr/>
          </p:nvSpPr>
          <p:spPr>
            <a:xfrm>
              <a:off x="3784900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rc616"/>
            <p:cNvSpPr/>
            <p:nvPr/>
          </p:nvSpPr>
          <p:spPr>
            <a:xfrm>
              <a:off x="3788922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rc617"/>
            <p:cNvSpPr/>
            <p:nvPr/>
          </p:nvSpPr>
          <p:spPr>
            <a:xfrm>
              <a:off x="3792943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rc618"/>
            <p:cNvSpPr/>
            <p:nvPr/>
          </p:nvSpPr>
          <p:spPr>
            <a:xfrm>
              <a:off x="3796965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rc619"/>
            <p:cNvSpPr/>
            <p:nvPr/>
          </p:nvSpPr>
          <p:spPr>
            <a:xfrm>
              <a:off x="3800987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rc620"/>
            <p:cNvSpPr/>
            <p:nvPr/>
          </p:nvSpPr>
          <p:spPr>
            <a:xfrm>
              <a:off x="3805008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rc621"/>
            <p:cNvSpPr/>
            <p:nvPr/>
          </p:nvSpPr>
          <p:spPr>
            <a:xfrm>
              <a:off x="3809030" y="2943026"/>
              <a:ext cx="4021" cy="12414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rc622"/>
            <p:cNvSpPr/>
            <p:nvPr/>
          </p:nvSpPr>
          <p:spPr>
            <a:xfrm>
              <a:off x="3813052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rc623"/>
            <p:cNvSpPr/>
            <p:nvPr/>
          </p:nvSpPr>
          <p:spPr>
            <a:xfrm>
              <a:off x="3817073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rc624"/>
            <p:cNvSpPr/>
            <p:nvPr/>
          </p:nvSpPr>
          <p:spPr>
            <a:xfrm>
              <a:off x="3821095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rc625"/>
            <p:cNvSpPr/>
            <p:nvPr/>
          </p:nvSpPr>
          <p:spPr>
            <a:xfrm>
              <a:off x="3825117" y="2984407"/>
              <a:ext cx="4021" cy="8276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rc626"/>
            <p:cNvSpPr/>
            <p:nvPr/>
          </p:nvSpPr>
          <p:spPr>
            <a:xfrm>
              <a:off x="3829139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rc627"/>
            <p:cNvSpPr/>
            <p:nvPr/>
          </p:nvSpPr>
          <p:spPr>
            <a:xfrm>
              <a:off x="3833160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rc628"/>
            <p:cNvSpPr/>
            <p:nvPr/>
          </p:nvSpPr>
          <p:spPr>
            <a:xfrm>
              <a:off x="3837182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rc629"/>
            <p:cNvSpPr/>
            <p:nvPr/>
          </p:nvSpPr>
          <p:spPr>
            <a:xfrm>
              <a:off x="3841204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rc630"/>
            <p:cNvSpPr/>
            <p:nvPr/>
          </p:nvSpPr>
          <p:spPr>
            <a:xfrm>
              <a:off x="3845225" y="2880956"/>
              <a:ext cx="4021" cy="18621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rc631"/>
            <p:cNvSpPr/>
            <p:nvPr/>
          </p:nvSpPr>
          <p:spPr>
            <a:xfrm>
              <a:off x="3849247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rc632"/>
            <p:cNvSpPr/>
            <p:nvPr/>
          </p:nvSpPr>
          <p:spPr>
            <a:xfrm>
              <a:off x="3853269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rc633"/>
            <p:cNvSpPr/>
            <p:nvPr/>
          </p:nvSpPr>
          <p:spPr>
            <a:xfrm>
              <a:off x="3857290" y="2984407"/>
              <a:ext cx="4021" cy="8276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rc634"/>
            <p:cNvSpPr/>
            <p:nvPr/>
          </p:nvSpPr>
          <p:spPr>
            <a:xfrm>
              <a:off x="3861312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rc635"/>
            <p:cNvSpPr/>
            <p:nvPr/>
          </p:nvSpPr>
          <p:spPr>
            <a:xfrm>
              <a:off x="3865334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rc636"/>
            <p:cNvSpPr/>
            <p:nvPr/>
          </p:nvSpPr>
          <p:spPr>
            <a:xfrm>
              <a:off x="3869355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rc637"/>
            <p:cNvSpPr/>
            <p:nvPr/>
          </p:nvSpPr>
          <p:spPr>
            <a:xfrm>
              <a:off x="3873377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rc638"/>
            <p:cNvSpPr/>
            <p:nvPr/>
          </p:nvSpPr>
          <p:spPr>
            <a:xfrm>
              <a:off x="3877399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rc639"/>
            <p:cNvSpPr/>
            <p:nvPr/>
          </p:nvSpPr>
          <p:spPr>
            <a:xfrm>
              <a:off x="3881420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rc640"/>
            <p:cNvSpPr/>
            <p:nvPr/>
          </p:nvSpPr>
          <p:spPr>
            <a:xfrm>
              <a:off x="3885442" y="1349889"/>
              <a:ext cx="4021" cy="171727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rc641"/>
            <p:cNvSpPr/>
            <p:nvPr/>
          </p:nvSpPr>
          <p:spPr>
            <a:xfrm>
              <a:off x="3762781" y="1198851"/>
              <a:ext cx="132715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rc642"/>
            <p:cNvSpPr/>
            <p:nvPr/>
          </p:nvSpPr>
          <p:spPr>
            <a:xfrm>
              <a:off x="3965085" y="1198851"/>
              <a:ext cx="132715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43" name="pl643"/>
            <p:cNvSpPr/>
            <p:nvPr/>
          </p:nvSpPr>
          <p:spPr>
            <a:xfrm>
              <a:off x="3965085" y="2808541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pl644"/>
            <p:cNvSpPr/>
            <p:nvPr/>
          </p:nvSpPr>
          <p:spPr>
            <a:xfrm>
              <a:off x="3965085" y="2291288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pl645"/>
            <p:cNvSpPr/>
            <p:nvPr/>
          </p:nvSpPr>
          <p:spPr>
            <a:xfrm>
              <a:off x="3965085" y="1774036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pl646"/>
            <p:cNvSpPr/>
            <p:nvPr/>
          </p:nvSpPr>
          <p:spPr>
            <a:xfrm>
              <a:off x="3965085" y="1256783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pl647"/>
            <p:cNvSpPr/>
            <p:nvPr/>
          </p:nvSpPr>
          <p:spPr>
            <a:xfrm>
              <a:off x="398770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pl648"/>
            <p:cNvSpPr/>
            <p:nvPr/>
          </p:nvSpPr>
          <p:spPr>
            <a:xfrm>
              <a:off x="401686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pl649"/>
            <p:cNvSpPr/>
            <p:nvPr/>
          </p:nvSpPr>
          <p:spPr>
            <a:xfrm>
              <a:off x="404602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pl650"/>
            <p:cNvSpPr/>
            <p:nvPr/>
          </p:nvSpPr>
          <p:spPr>
            <a:xfrm>
              <a:off x="407517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pl651"/>
            <p:cNvSpPr/>
            <p:nvPr/>
          </p:nvSpPr>
          <p:spPr>
            <a:xfrm>
              <a:off x="3965085" y="3067167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pl652"/>
            <p:cNvSpPr/>
            <p:nvPr/>
          </p:nvSpPr>
          <p:spPr>
            <a:xfrm>
              <a:off x="3965085" y="2549914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pl653"/>
            <p:cNvSpPr/>
            <p:nvPr/>
          </p:nvSpPr>
          <p:spPr>
            <a:xfrm>
              <a:off x="3965085" y="2032662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pl654"/>
            <p:cNvSpPr/>
            <p:nvPr/>
          </p:nvSpPr>
          <p:spPr>
            <a:xfrm>
              <a:off x="3965085" y="1515409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pl655"/>
            <p:cNvSpPr/>
            <p:nvPr/>
          </p:nvSpPr>
          <p:spPr>
            <a:xfrm>
              <a:off x="397312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pl656"/>
            <p:cNvSpPr/>
            <p:nvPr/>
          </p:nvSpPr>
          <p:spPr>
            <a:xfrm>
              <a:off x="400228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pl657"/>
            <p:cNvSpPr/>
            <p:nvPr/>
          </p:nvSpPr>
          <p:spPr>
            <a:xfrm>
              <a:off x="403144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pl658"/>
            <p:cNvSpPr/>
            <p:nvPr/>
          </p:nvSpPr>
          <p:spPr>
            <a:xfrm>
              <a:off x="406060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pl659"/>
            <p:cNvSpPr/>
            <p:nvPr/>
          </p:nvSpPr>
          <p:spPr>
            <a:xfrm>
              <a:off x="408975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rc660"/>
            <p:cNvSpPr/>
            <p:nvPr/>
          </p:nvSpPr>
          <p:spPr>
            <a:xfrm>
              <a:off x="3971118" y="2053352"/>
              <a:ext cx="4021" cy="101381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rc661"/>
            <p:cNvSpPr/>
            <p:nvPr/>
          </p:nvSpPr>
          <p:spPr>
            <a:xfrm>
              <a:off x="3975140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rc662"/>
            <p:cNvSpPr/>
            <p:nvPr/>
          </p:nvSpPr>
          <p:spPr>
            <a:xfrm>
              <a:off x="3979161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rc663"/>
            <p:cNvSpPr/>
            <p:nvPr/>
          </p:nvSpPr>
          <p:spPr>
            <a:xfrm>
              <a:off x="3983183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rc664"/>
            <p:cNvSpPr/>
            <p:nvPr/>
          </p:nvSpPr>
          <p:spPr>
            <a:xfrm>
              <a:off x="3987205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rc665"/>
            <p:cNvSpPr/>
            <p:nvPr/>
          </p:nvSpPr>
          <p:spPr>
            <a:xfrm>
              <a:off x="3991226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rc666"/>
            <p:cNvSpPr/>
            <p:nvPr/>
          </p:nvSpPr>
          <p:spPr>
            <a:xfrm>
              <a:off x="3995248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rc667"/>
            <p:cNvSpPr/>
            <p:nvPr/>
          </p:nvSpPr>
          <p:spPr>
            <a:xfrm>
              <a:off x="3999270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rc668"/>
            <p:cNvSpPr/>
            <p:nvPr/>
          </p:nvSpPr>
          <p:spPr>
            <a:xfrm>
              <a:off x="4003291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rc669"/>
            <p:cNvSpPr/>
            <p:nvPr/>
          </p:nvSpPr>
          <p:spPr>
            <a:xfrm>
              <a:off x="4007313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rc670"/>
            <p:cNvSpPr/>
            <p:nvPr/>
          </p:nvSpPr>
          <p:spPr>
            <a:xfrm>
              <a:off x="4011335" y="2943026"/>
              <a:ext cx="4021" cy="12414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rc671"/>
            <p:cNvSpPr/>
            <p:nvPr/>
          </p:nvSpPr>
          <p:spPr>
            <a:xfrm>
              <a:off x="4015356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rc672"/>
            <p:cNvSpPr/>
            <p:nvPr/>
          </p:nvSpPr>
          <p:spPr>
            <a:xfrm>
              <a:off x="4019378" y="2963716"/>
              <a:ext cx="4021" cy="1034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rc673"/>
            <p:cNvSpPr/>
            <p:nvPr/>
          </p:nvSpPr>
          <p:spPr>
            <a:xfrm>
              <a:off x="4023400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rc674"/>
            <p:cNvSpPr/>
            <p:nvPr/>
          </p:nvSpPr>
          <p:spPr>
            <a:xfrm>
              <a:off x="4027422" y="2860266"/>
              <a:ext cx="4021" cy="20690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rc675"/>
            <p:cNvSpPr/>
            <p:nvPr/>
          </p:nvSpPr>
          <p:spPr>
            <a:xfrm>
              <a:off x="4031443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rc676"/>
            <p:cNvSpPr/>
            <p:nvPr/>
          </p:nvSpPr>
          <p:spPr>
            <a:xfrm>
              <a:off x="4035465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rc677"/>
            <p:cNvSpPr/>
            <p:nvPr/>
          </p:nvSpPr>
          <p:spPr>
            <a:xfrm>
              <a:off x="4039487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rc678"/>
            <p:cNvSpPr/>
            <p:nvPr/>
          </p:nvSpPr>
          <p:spPr>
            <a:xfrm>
              <a:off x="4043508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rc679"/>
            <p:cNvSpPr/>
            <p:nvPr/>
          </p:nvSpPr>
          <p:spPr>
            <a:xfrm>
              <a:off x="4047530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rc680"/>
            <p:cNvSpPr/>
            <p:nvPr/>
          </p:nvSpPr>
          <p:spPr>
            <a:xfrm>
              <a:off x="4051552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rc681"/>
            <p:cNvSpPr/>
            <p:nvPr/>
          </p:nvSpPr>
          <p:spPr>
            <a:xfrm>
              <a:off x="4055573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rc682"/>
            <p:cNvSpPr/>
            <p:nvPr/>
          </p:nvSpPr>
          <p:spPr>
            <a:xfrm>
              <a:off x="4059595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rc683"/>
            <p:cNvSpPr/>
            <p:nvPr/>
          </p:nvSpPr>
          <p:spPr>
            <a:xfrm>
              <a:off x="4063617" y="2984407"/>
              <a:ext cx="4021" cy="8276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rc684"/>
            <p:cNvSpPr/>
            <p:nvPr/>
          </p:nvSpPr>
          <p:spPr>
            <a:xfrm>
              <a:off x="4067638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rc685"/>
            <p:cNvSpPr/>
            <p:nvPr/>
          </p:nvSpPr>
          <p:spPr>
            <a:xfrm>
              <a:off x="4071660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rc686"/>
            <p:cNvSpPr/>
            <p:nvPr/>
          </p:nvSpPr>
          <p:spPr>
            <a:xfrm>
              <a:off x="4075682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rc687"/>
            <p:cNvSpPr/>
            <p:nvPr/>
          </p:nvSpPr>
          <p:spPr>
            <a:xfrm>
              <a:off x="4079703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rc688"/>
            <p:cNvSpPr/>
            <p:nvPr/>
          </p:nvSpPr>
          <p:spPr>
            <a:xfrm>
              <a:off x="4083725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rc689"/>
            <p:cNvSpPr/>
            <p:nvPr/>
          </p:nvSpPr>
          <p:spPr>
            <a:xfrm>
              <a:off x="4087747" y="1515409"/>
              <a:ext cx="4021" cy="155175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D68E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rc690"/>
            <p:cNvSpPr/>
            <p:nvPr/>
          </p:nvSpPr>
          <p:spPr>
            <a:xfrm>
              <a:off x="3965085" y="1198851"/>
              <a:ext cx="132715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rc691"/>
            <p:cNvSpPr/>
            <p:nvPr/>
          </p:nvSpPr>
          <p:spPr>
            <a:xfrm>
              <a:off x="4167390" y="1198851"/>
              <a:ext cx="132715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92" name="pl692"/>
            <p:cNvSpPr/>
            <p:nvPr/>
          </p:nvSpPr>
          <p:spPr>
            <a:xfrm>
              <a:off x="4167390" y="2808541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pl693"/>
            <p:cNvSpPr/>
            <p:nvPr/>
          </p:nvSpPr>
          <p:spPr>
            <a:xfrm>
              <a:off x="4167390" y="2291288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pl694"/>
            <p:cNvSpPr/>
            <p:nvPr/>
          </p:nvSpPr>
          <p:spPr>
            <a:xfrm>
              <a:off x="4167390" y="1774036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pl695"/>
            <p:cNvSpPr/>
            <p:nvPr/>
          </p:nvSpPr>
          <p:spPr>
            <a:xfrm>
              <a:off x="4167390" y="1256783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pl696"/>
            <p:cNvSpPr/>
            <p:nvPr/>
          </p:nvSpPr>
          <p:spPr>
            <a:xfrm>
              <a:off x="419001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pl697"/>
            <p:cNvSpPr/>
            <p:nvPr/>
          </p:nvSpPr>
          <p:spPr>
            <a:xfrm>
              <a:off x="421916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pl698"/>
            <p:cNvSpPr/>
            <p:nvPr/>
          </p:nvSpPr>
          <p:spPr>
            <a:xfrm>
              <a:off x="424832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pl699"/>
            <p:cNvSpPr/>
            <p:nvPr/>
          </p:nvSpPr>
          <p:spPr>
            <a:xfrm>
              <a:off x="427748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pl700"/>
            <p:cNvSpPr/>
            <p:nvPr/>
          </p:nvSpPr>
          <p:spPr>
            <a:xfrm>
              <a:off x="4167390" y="3067167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pl701"/>
            <p:cNvSpPr/>
            <p:nvPr/>
          </p:nvSpPr>
          <p:spPr>
            <a:xfrm>
              <a:off x="4167390" y="2549914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pl702"/>
            <p:cNvSpPr/>
            <p:nvPr/>
          </p:nvSpPr>
          <p:spPr>
            <a:xfrm>
              <a:off x="4167390" y="2032662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pl703"/>
            <p:cNvSpPr/>
            <p:nvPr/>
          </p:nvSpPr>
          <p:spPr>
            <a:xfrm>
              <a:off x="4167390" y="1515409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pl704"/>
            <p:cNvSpPr/>
            <p:nvPr/>
          </p:nvSpPr>
          <p:spPr>
            <a:xfrm>
              <a:off x="417543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pl705"/>
            <p:cNvSpPr/>
            <p:nvPr/>
          </p:nvSpPr>
          <p:spPr>
            <a:xfrm>
              <a:off x="420459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pl706"/>
            <p:cNvSpPr/>
            <p:nvPr/>
          </p:nvSpPr>
          <p:spPr>
            <a:xfrm>
              <a:off x="423374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pl707"/>
            <p:cNvSpPr/>
            <p:nvPr/>
          </p:nvSpPr>
          <p:spPr>
            <a:xfrm>
              <a:off x="426290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pl708"/>
            <p:cNvSpPr/>
            <p:nvPr/>
          </p:nvSpPr>
          <p:spPr>
            <a:xfrm>
              <a:off x="429206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rc709"/>
            <p:cNvSpPr/>
            <p:nvPr/>
          </p:nvSpPr>
          <p:spPr>
            <a:xfrm>
              <a:off x="4173423" y="2363704"/>
              <a:ext cx="4021" cy="70346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rc710"/>
            <p:cNvSpPr/>
            <p:nvPr/>
          </p:nvSpPr>
          <p:spPr>
            <a:xfrm>
              <a:off x="4177444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rc711"/>
            <p:cNvSpPr/>
            <p:nvPr/>
          </p:nvSpPr>
          <p:spPr>
            <a:xfrm>
              <a:off x="4181466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rc712"/>
            <p:cNvSpPr/>
            <p:nvPr/>
          </p:nvSpPr>
          <p:spPr>
            <a:xfrm>
              <a:off x="4185488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rc713"/>
            <p:cNvSpPr/>
            <p:nvPr/>
          </p:nvSpPr>
          <p:spPr>
            <a:xfrm>
              <a:off x="4189509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rc714"/>
            <p:cNvSpPr/>
            <p:nvPr/>
          </p:nvSpPr>
          <p:spPr>
            <a:xfrm>
              <a:off x="4193531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rc715"/>
            <p:cNvSpPr/>
            <p:nvPr/>
          </p:nvSpPr>
          <p:spPr>
            <a:xfrm>
              <a:off x="4197553" y="2922336"/>
              <a:ext cx="4021" cy="14483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rc716"/>
            <p:cNvSpPr/>
            <p:nvPr/>
          </p:nvSpPr>
          <p:spPr>
            <a:xfrm>
              <a:off x="4201574" y="2984407"/>
              <a:ext cx="4021" cy="8276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rc717"/>
            <p:cNvSpPr/>
            <p:nvPr/>
          </p:nvSpPr>
          <p:spPr>
            <a:xfrm>
              <a:off x="4205596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rc718"/>
            <p:cNvSpPr/>
            <p:nvPr/>
          </p:nvSpPr>
          <p:spPr>
            <a:xfrm>
              <a:off x="4209618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rc719"/>
            <p:cNvSpPr/>
            <p:nvPr/>
          </p:nvSpPr>
          <p:spPr>
            <a:xfrm>
              <a:off x="4213639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rc720"/>
            <p:cNvSpPr/>
            <p:nvPr/>
          </p:nvSpPr>
          <p:spPr>
            <a:xfrm>
              <a:off x="4217661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rc721"/>
            <p:cNvSpPr/>
            <p:nvPr/>
          </p:nvSpPr>
          <p:spPr>
            <a:xfrm>
              <a:off x="4221683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rc722"/>
            <p:cNvSpPr/>
            <p:nvPr/>
          </p:nvSpPr>
          <p:spPr>
            <a:xfrm>
              <a:off x="4225705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rc723"/>
            <p:cNvSpPr/>
            <p:nvPr/>
          </p:nvSpPr>
          <p:spPr>
            <a:xfrm>
              <a:off x="4229726" y="2736125"/>
              <a:ext cx="4021" cy="33104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rc724"/>
            <p:cNvSpPr/>
            <p:nvPr/>
          </p:nvSpPr>
          <p:spPr>
            <a:xfrm>
              <a:off x="4233748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rc725"/>
            <p:cNvSpPr/>
            <p:nvPr/>
          </p:nvSpPr>
          <p:spPr>
            <a:xfrm>
              <a:off x="4237770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rc726"/>
            <p:cNvSpPr/>
            <p:nvPr/>
          </p:nvSpPr>
          <p:spPr>
            <a:xfrm>
              <a:off x="4241791" y="2984407"/>
              <a:ext cx="4021" cy="8276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rc727"/>
            <p:cNvSpPr/>
            <p:nvPr/>
          </p:nvSpPr>
          <p:spPr>
            <a:xfrm>
              <a:off x="4245813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rc728"/>
            <p:cNvSpPr/>
            <p:nvPr/>
          </p:nvSpPr>
          <p:spPr>
            <a:xfrm>
              <a:off x="4249835" y="2922336"/>
              <a:ext cx="4021" cy="14483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rc729"/>
            <p:cNvSpPr/>
            <p:nvPr/>
          </p:nvSpPr>
          <p:spPr>
            <a:xfrm>
              <a:off x="4253856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rc730"/>
            <p:cNvSpPr/>
            <p:nvPr/>
          </p:nvSpPr>
          <p:spPr>
            <a:xfrm>
              <a:off x="4257878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rc731"/>
            <p:cNvSpPr/>
            <p:nvPr/>
          </p:nvSpPr>
          <p:spPr>
            <a:xfrm>
              <a:off x="4261900" y="2984407"/>
              <a:ext cx="4021" cy="8276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rc732"/>
            <p:cNvSpPr/>
            <p:nvPr/>
          </p:nvSpPr>
          <p:spPr>
            <a:xfrm>
              <a:off x="4265921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rc733"/>
            <p:cNvSpPr/>
            <p:nvPr/>
          </p:nvSpPr>
          <p:spPr>
            <a:xfrm>
              <a:off x="4269943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rc734"/>
            <p:cNvSpPr/>
            <p:nvPr/>
          </p:nvSpPr>
          <p:spPr>
            <a:xfrm>
              <a:off x="4273965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rc735"/>
            <p:cNvSpPr/>
            <p:nvPr/>
          </p:nvSpPr>
          <p:spPr>
            <a:xfrm>
              <a:off x="4277986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rc736"/>
            <p:cNvSpPr/>
            <p:nvPr/>
          </p:nvSpPr>
          <p:spPr>
            <a:xfrm>
              <a:off x="4282008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rc737"/>
            <p:cNvSpPr/>
            <p:nvPr/>
          </p:nvSpPr>
          <p:spPr>
            <a:xfrm>
              <a:off x="4286030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rc738"/>
            <p:cNvSpPr/>
            <p:nvPr/>
          </p:nvSpPr>
          <p:spPr>
            <a:xfrm>
              <a:off x="4290052" y="1453339"/>
              <a:ext cx="4021" cy="161382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1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rc739"/>
            <p:cNvSpPr/>
            <p:nvPr/>
          </p:nvSpPr>
          <p:spPr>
            <a:xfrm>
              <a:off x="4167390" y="1198851"/>
              <a:ext cx="132715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rc740"/>
            <p:cNvSpPr/>
            <p:nvPr/>
          </p:nvSpPr>
          <p:spPr>
            <a:xfrm>
              <a:off x="4369695" y="1198851"/>
              <a:ext cx="132715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41" name="pl741"/>
            <p:cNvSpPr/>
            <p:nvPr/>
          </p:nvSpPr>
          <p:spPr>
            <a:xfrm>
              <a:off x="4369695" y="2808541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pl742"/>
            <p:cNvSpPr/>
            <p:nvPr/>
          </p:nvSpPr>
          <p:spPr>
            <a:xfrm>
              <a:off x="4369695" y="2291288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pl743"/>
            <p:cNvSpPr/>
            <p:nvPr/>
          </p:nvSpPr>
          <p:spPr>
            <a:xfrm>
              <a:off x="4369695" y="1774036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pl744"/>
            <p:cNvSpPr/>
            <p:nvPr/>
          </p:nvSpPr>
          <p:spPr>
            <a:xfrm>
              <a:off x="4369695" y="1256783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pl745"/>
            <p:cNvSpPr/>
            <p:nvPr/>
          </p:nvSpPr>
          <p:spPr>
            <a:xfrm>
              <a:off x="439231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pl746"/>
            <p:cNvSpPr/>
            <p:nvPr/>
          </p:nvSpPr>
          <p:spPr>
            <a:xfrm>
              <a:off x="442147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pl747"/>
            <p:cNvSpPr/>
            <p:nvPr/>
          </p:nvSpPr>
          <p:spPr>
            <a:xfrm>
              <a:off x="445063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pl748"/>
            <p:cNvSpPr/>
            <p:nvPr/>
          </p:nvSpPr>
          <p:spPr>
            <a:xfrm>
              <a:off x="447978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pl749"/>
            <p:cNvSpPr/>
            <p:nvPr/>
          </p:nvSpPr>
          <p:spPr>
            <a:xfrm>
              <a:off x="4369695" y="3067167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pl750"/>
            <p:cNvSpPr/>
            <p:nvPr/>
          </p:nvSpPr>
          <p:spPr>
            <a:xfrm>
              <a:off x="4369695" y="2549914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pl751"/>
            <p:cNvSpPr/>
            <p:nvPr/>
          </p:nvSpPr>
          <p:spPr>
            <a:xfrm>
              <a:off x="4369695" y="2032662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pl752"/>
            <p:cNvSpPr/>
            <p:nvPr/>
          </p:nvSpPr>
          <p:spPr>
            <a:xfrm>
              <a:off x="4369695" y="1515409"/>
              <a:ext cx="132715" cy="0"/>
            </a:xfrm>
            <a:custGeom>
              <a:avLst/>
              <a:gdLst/>
              <a:ahLst/>
              <a:cxnLst/>
              <a:rect l="0" t="0" r="0" b="0"/>
              <a:pathLst>
                <a:path w="132715">
                  <a:moveTo>
                    <a:pt x="0" y="0"/>
                  </a:moveTo>
                  <a:lnTo>
                    <a:pt x="132715" y="0"/>
                  </a:lnTo>
                  <a:lnTo>
                    <a:pt x="1327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pl753"/>
            <p:cNvSpPr/>
            <p:nvPr/>
          </p:nvSpPr>
          <p:spPr>
            <a:xfrm>
              <a:off x="437773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pl754"/>
            <p:cNvSpPr/>
            <p:nvPr/>
          </p:nvSpPr>
          <p:spPr>
            <a:xfrm>
              <a:off x="440689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pl755"/>
            <p:cNvSpPr/>
            <p:nvPr/>
          </p:nvSpPr>
          <p:spPr>
            <a:xfrm>
              <a:off x="443605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pl756"/>
            <p:cNvSpPr/>
            <p:nvPr/>
          </p:nvSpPr>
          <p:spPr>
            <a:xfrm>
              <a:off x="446521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pl757"/>
            <p:cNvSpPr/>
            <p:nvPr/>
          </p:nvSpPr>
          <p:spPr>
            <a:xfrm>
              <a:off x="449436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rc758"/>
            <p:cNvSpPr/>
            <p:nvPr/>
          </p:nvSpPr>
          <p:spPr>
            <a:xfrm>
              <a:off x="4375727" y="2074042"/>
              <a:ext cx="4021" cy="99312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rc759"/>
            <p:cNvSpPr/>
            <p:nvPr/>
          </p:nvSpPr>
          <p:spPr>
            <a:xfrm>
              <a:off x="4379749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rc760"/>
            <p:cNvSpPr/>
            <p:nvPr/>
          </p:nvSpPr>
          <p:spPr>
            <a:xfrm>
              <a:off x="4383771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rc761"/>
            <p:cNvSpPr/>
            <p:nvPr/>
          </p:nvSpPr>
          <p:spPr>
            <a:xfrm>
              <a:off x="4387792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rc762"/>
            <p:cNvSpPr/>
            <p:nvPr/>
          </p:nvSpPr>
          <p:spPr>
            <a:xfrm>
              <a:off x="4391814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rc763"/>
            <p:cNvSpPr/>
            <p:nvPr/>
          </p:nvSpPr>
          <p:spPr>
            <a:xfrm>
              <a:off x="4395836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rc764"/>
            <p:cNvSpPr/>
            <p:nvPr/>
          </p:nvSpPr>
          <p:spPr>
            <a:xfrm>
              <a:off x="4399857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rc765"/>
            <p:cNvSpPr/>
            <p:nvPr/>
          </p:nvSpPr>
          <p:spPr>
            <a:xfrm>
              <a:off x="4403879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rc766"/>
            <p:cNvSpPr/>
            <p:nvPr/>
          </p:nvSpPr>
          <p:spPr>
            <a:xfrm>
              <a:off x="4407901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rc767"/>
            <p:cNvSpPr/>
            <p:nvPr/>
          </p:nvSpPr>
          <p:spPr>
            <a:xfrm>
              <a:off x="4411923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rc768"/>
            <p:cNvSpPr/>
            <p:nvPr/>
          </p:nvSpPr>
          <p:spPr>
            <a:xfrm>
              <a:off x="4415944" y="2922336"/>
              <a:ext cx="4021" cy="14483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rc769"/>
            <p:cNvSpPr/>
            <p:nvPr/>
          </p:nvSpPr>
          <p:spPr>
            <a:xfrm>
              <a:off x="4419966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rc770"/>
            <p:cNvSpPr/>
            <p:nvPr/>
          </p:nvSpPr>
          <p:spPr>
            <a:xfrm>
              <a:off x="4423988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rc771"/>
            <p:cNvSpPr/>
            <p:nvPr/>
          </p:nvSpPr>
          <p:spPr>
            <a:xfrm>
              <a:off x="4428009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rc772"/>
            <p:cNvSpPr/>
            <p:nvPr/>
          </p:nvSpPr>
          <p:spPr>
            <a:xfrm>
              <a:off x="4432031" y="2839576"/>
              <a:ext cx="4021" cy="22759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rc773"/>
            <p:cNvSpPr/>
            <p:nvPr/>
          </p:nvSpPr>
          <p:spPr>
            <a:xfrm>
              <a:off x="4436053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rc774"/>
            <p:cNvSpPr/>
            <p:nvPr/>
          </p:nvSpPr>
          <p:spPr>
            <a:xfrm>
              <a:off x="4440074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rc775"/>
            <p:cNvSpPr/>
            <p:nvPr/>
          </p:nvSpPr>
          <p:spPr>
            <a:xfrm>
              <a:off x="4444096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rc776"/>
            <p:cNvSpPr/>
            <p:nvPr/>
          </p:nvSpPr>
          <p:spPr>
            <a:xfrm>
              <a:off x="4448118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rc777"/>
            <p:cNvSpPr/>
            <p:nvPr/>
          </p:nvSpPr>
          <p:spPr>
            <a:xfrm>
              <a:off x="4452139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rc778"/>
            <p:cNvSpPr/>
            <p:nvPr/>
          </p:nvSpPr>
          <p:spPr>
            <a:xfrm>
              <a:off x="4456161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rc779"/>
            <p:cNvSpPr/>
            <p:nvPr/>
          </p:nvSpPr>
          <p:spPr>
            <a:xfrm>
              <a:off x="4460183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rc780"/>
            <p:cNvSpPr/>
            <p:nvPr/>
          </p:nvSpPr>
          <p:spPr>
            <a:xfrm>
              <a:off x="4464204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rc781"/>
            <p:cNvSpPr/>
            <p:nvPr/>
          </p:nvSpPr>
          <p:spPr>
            <a:xfrm>
              <a:off x="4468226" y="3025787"/>
              <a:ext cx="4021" cy="413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rc782"/>
            <p:cNvSpPr/>
            <p:nvPr/>
          </p:nvSpPr>
          <p:spPr>
            <a:xfrm>
              <a:off x="4472248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rc783"/>
            <p:cNvSpPr/>
            <p:nvPr/>
          </p:nvSpPr>
          <p:spPr>
            <a:xfrm>
              <a:off x="4476269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rc784"/>
            <p:cNvSpPr/>
            <p:nvPr/>
          </p:nvSpPr>
          <p:spPr>
            <a:xfrm>
              <a:off x="4480291" y="3005097"/>
              <a:ext cx="4021" cy="620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rc785"/>
            <p:cNvSpPr/>
            <p:nvPr/>
          </p:nvSpPr>
          <p:spPr>
            <a:xfrm>
              <a:off x="4484313" y="3046477"/>
              <a:ext cx="4021" cy="206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rc786"/>
            <p:cNvSpPr/>
            <p:nvPr/>
          </p:nvSpPr>
          <p:spPr>
            <a:xfrm>
              <a:off x="4488335" y="3067167"/>
              <a:ext cx="402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rc787"/>
            <p:cNvSpPr/>
            <p:nvPr/>
          </p:nvSpPr>
          <p:spPr>
            <a:xfrm>
              <a:off x="4492356" y="1722310"/>
              <a:ext cx="4021" cy="134485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8A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rc788"/>
            <p:cNvSpPr/>
            <p:nvPr/>
          </p:nvSpPr>
          <p:spPr>
            <a:xfrm>
              <a:off x="4369695" y="1198851"/>
              <a:ext cx="132715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rc789"/>
            <p:cNvSpPr/>
            <p:nvPr/>
          </p:nvSpPr>
          <p:spPr>
            <a:xfrm>
              <a:off x="1335124" y="983989"/>
              <a:ext cx="132715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tx790"/>
            <p:cNvSpPr/>
            <p:nvPr/>
          </p:nvSpPr>
          <p:spPr>
            <a:xfrm>
              <a:off x="1224429" y="1050110"/>
              <a:ext cx="354106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Eureka</a:t>
              </a:r>
            </a:p>
          </p:txBody>
        </p:sp>
        <p:sp>
          <p:nvSpPr>
            <p:cNvPr id="791" name="rc791"/>
            <p:cNvSpPr/>
            <p:nvPr/>
          </p:nvSpPr>
          <p:spPr>
            <a:xfrm>
              <a:off x="1537429" y="983989"/>
              <a:ext cx="132715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tx792"/>
            <p:cNvSpPr/>
            <p:nvPr/>
          </p:nvSpPr>
          <p:spPr>
            <a:xfrm>
              <a:off x="1392627" y="1050110"/>
              <a:ext cx="422319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Fairchild</a:t>
              </a:r>
            </a:p>
          </p:txBody>
        </p:sp>
        <p:sp>
          <p:nvSpPr>
            <p:cNvPr id="793" name="rc793"/>
            <p:cNvSpPr/>
            <p:nvPr/>
          </p:nvSpPr>
          <p:spPr>
            <a:xfrm>
              <a:off x="1739734" y="983989"/>
              <a:ext cx="132715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tx794"/>
            <p:cNvSpPr/>
            <p:nvPr/>
          </p:nvSpPr>
          <p:spPr>
            <a:xfrm>
              <a:off x="1598042" y="1050110"/>
              <a:ext cx="416098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FrostVal</a:t>
              </a:r>
            </a:p>
          </p:txBody>
        </p:sp>
        <p:sp>
          <p:nvSpPr>
            <p:cNvPr id="795" name="rc795"/>
            <p:cNvSpPr/>
            <p:nvPr/>
          </p:nvSpPr>
          <p:spPr>
            <a:xfrm>
              <a:off x="1942038" y="983989"/>
              <a:ext cx="132715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tx796"/>
            <p:cNvSpPr/>
            <p:nvPr/>
          </p:nvSpPr>
          <p:spPr>
            <a:xfrm>
              <a:off x="1763048" y="1048691"/>
              <a:ext cx="490696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GarciaVal</a:t>
              </a:r>
            </a:p>
          </p:txBody>
        </p:sp>
        <p:sp>
          <p:nvSpPr>
            <p:cNvPr id="797" name="rc797"/>
            <p:cNvSpPr/>
            <p:nvPr/>
          </p:nvSpPr>
          <p:spPr>
            <a:xfrm>
              <a:off x="2144343" y="983989"/>
              <a:ext cx="132715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tx798"/>
            <p:cNvSpPr/>
            <p:nvPr/>
          </p:nvSpPr>
          <p:spPr>
            <a:xfrm>
              <a:off x="2036813" y="1050110"/>
              <a:ext cx="347776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Hamlin</a:t>
              </a:r>
            </a:p>
          </p:txBody>
        </p:sp>
        <p:sp>
          <p:nvSpPr>
            <p:cNvPr id="799" name="rc799"/>
            <p:cNvSpPr/>
            <p:nvPr/>
          </p:nvSpPr>
          <p:spPr>
            <a:xfrm>
              <a:off x="2346648" y="983989"/>
              <a:ext cx="132715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tx800"/>
            <p:cNvSpPr/>
            <p:nvPr/>
          </p:nvSpPr>
          <p:spPr>
            <a:xfrm>
              <a:off x="2176934" y="1027900"/>
              <a:ext cx="472142" cy="10351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L.Pajarito</a:t>
              </a:r>
            </a:p>
          </p:txBody>
        </p:sp>
        <p:sp>
          <p:nvSpPr>
            <p:cNvPr id="801" name="rc801"/>
            <p:cNvSpPr/>
            <p:nvPr/>
          </p:nvSpPr>
          <p:spPr>
            <a:xfrm>
              <a:off x="2548952" y="983989"/>
              <a:ext cx="132715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tx802"/>
            <p:cNvSpPr/>
            <p:nvPr/>
          </p:nvSpPr>
          <p:spPr>
            <a:xfrm>
              <a:off x="2369826" y="1050110"/>
              <a:ext cx="490969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Lannelate</a:t>
              </a:r>
            </a:p>
          </p:txBody>
        </p:sp>
        <p:sp>
          <p:nvSpPr>
            <p:cNvPr id="803" name="rc803"/>
            <p:cNvSpPr/>
            <p:nvPr/>
          </p:nvSpPr>
          <p:spPr>
            <a:xfrm>
              <a:off x="2751257" y="983989"/>
              <a:ext cx="132715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tx804"/>
            <p:cNvSpPr/>
            <p:nvPr/>
          </p:nvSpPr>
          <p:spPr>
            <a:xfrm>
              <a:off x="2528802" y="1027900"/>
              <a:ext cx="577626" cy="10351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M.Arrayana</a:t>
              </a:r>
            </a:p>
          </p:txBody>
        </p:sp>
        <p:sp>
          <p:nvSpPr>
            <p:cNvPr id="805" name="rc805"/>
            <p:cNvSpPr/>
            <p:nvPr/>
          </p:nvSpPr>
          <p:spPr>
            <a:xfrm>
              <a:off x="2953562" y="983989"/>
              <a:ext cx="132715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tx806"/>
            <p:cNvSpPr/>
            <p:nvPr/>
          </p:nvSpPr>
          <p:spPr>
            <a:xfrm>
              <a:off x="2793207" y="1048637"/>
              <a:ext cx="453424" cy="827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M.Oneco</a:t>
              </a:r>
            </a:p>
          </p:txBody>
        </p:sp>
        <p:sp>
          <p:nvSpPr>
            <p:cNvPr id="807" name="rc807"/>
            <p:cNvSpPr/>
            <p:nvPr/>
          </p:nvSpPr>
          <p:spPr>
            <a:xfrm>
              <a:off x="3155867" y="983989"/>
              <a:ext cx="132715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tx808"/>
            <p:cNvSpPr/>
            <p:nvPr/>
          </p:nvSpPr>
          <p:spPr>
            <a:xfrm>
              <a:off x="2855785" y="1048637"/>
              <a:ext cx="732879" cy="827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OwariSatsuma</a:t>
              </a:r>
            </a:p>
          </p:txBody>
        </p:sp>
        <p:sp>
          <p:nvSpPr>
            <p:cNvPr id="809" name="rc809"/>
            <p:cNvSpPr/>
            <p:nvPr/>
          </p:nvSpPr>
          <p:spPr>
            <a:xfrm>
              <a:off x="3358171" y="983989"/>
              <a:ext cx="132715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tx810"/>
            <p:cNvSpPr/>
            <p:nvPr/>
          </p:nvSpPr>
          <p:spPr>
            <a:xfrm>
              <a:off x="3210204" y="1050110"/>
              <a:ext cx="428649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ParsonB</a:t>
              </a:r>
            </a:p>
          </p:txBody>
        </p:sp>
        <p:sp>
          <p:nvSpPr>
            <p:cNvPr id="811" name="rc811"/>
            <p:cNvSpPr/>
            <p:nvPr/>
          </p:nvSpPr>
          <p:spPr>
            <a:xfrm>
              <a:off x="3560476" y="983989"/>
              <a:ext cx="132715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tx812"/>
            <p:cNvSpPr/>
            <p:nvPr/>
          </p:nvSpPr>
          <p:spPr>
            <a:xfrm>
              <a:off x="3341104" y="1050110"/>
              <a:ext cx="571460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PeraDelRio</a:t>
              </a:r>
            </a:p>
          </p:txBody>
        </p:sp>
        <p:sp>
          <p:nvSpPr>
            <p:cNvPr id="813" name="rc813"/>
            <p:cNvSpPr/>
            <p:nvPr/>
          </p:nvSpPr>
          <p:spPr>
            <a:xfrm>
              <a:off x="3762781" y="983989"/>
              <a:ext cx="132715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tx814"/>
            <p:cNvSpPr/>
            <p:nvPr/>
          </p:nvSpPr>
          <p:spPr>
            <a:xfrm>
              <a:off x="3649002" y="1050110"/>
              <a:ext cx="360273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Perrine</a:t>
              </a:r>
            </a:p>
          </p:txBody>
        </p:sp>
        <p:sp>
          <p:nvSpPr>
            <p:cNvPr id="815" name="rc815"/>
            <p:cNvSpPr/>
            <p:nvPr/>
          </p:nvSpPr>
          <p:spPr>
            <a:xfrm>
              <a:off x="3965085" y="983989"/>
              <a:ext cx="132715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tx816"/>
            <p:cNvSpPr/>
            <p:nvPr/>
          </p:nvSpPr>
          <p:spPr>
            <a:xfrm>
              <a:off x="3751798" y="1029210"/>
              <a:ext cx="559291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Pinneapple</a:t>
              </a:r>
            </a:p>
          </p:txBody>
        </p:sp>
        <p:sp>
          <p:nvSpPr>
            <p:cNvPr id="817" name="rc817"/>
            <p:cNvSpPr/>
            <p:nvPr/>
          </p:nvSpPr>
          <p:spPr>
            <a:xfrm>
              <a:off x="4167390" y="983989"/>
              <a:ext cx="132715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tx818"/>
            <p:cNvSpPr/>
            <p:nvPr/>
          </p:nvSpPr>
          <p:spPr>
            <a:xfrm>
              <a:off x="3991510" y="1026481"/>
              <a:ext cx="484475" cy="10493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Sweety O</a:t>
              </a:r>
            </a:p>
          </p:txBody>
        </p:sp>
        <p:sp>
          <p:nvSpPr>
            <p:cNvPr id="819" name="rc819"/>
            <p:cNvSpPr/>
            <p:nvPr/>
          </p:nvSpPr>
          <p:spPr>
            <a:xfrm>
              <a:off x="4369695" y="983989"/>
              <a:ext cx="132715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tx820"/>
            <p:cNvSpPr/>
            <p:nvPr/>
          </p:nvSpPr>
          <p:spPr>
            <a:xfrm>
              <a:off x="4088167" y="1027900"/>
              <a:ext cx="695771" cy="10351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V.Washington</a:t>
              </a:r>
            </a:p>
          </p:txBody>
        </p:sp>
        <p:sp>
          <p:nvSpPr>
            <p:cNvPr id="821" name="pl821"/>
            <p:cNvSpPr/>
            <p:nvPr/>
          </p:nvSpPr>
          <p:spPr>
            <a:xfrm>
              <a:off x="134316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pl822"/>
            <p:cNvSpPr/>
            <p:nvPr/>
          </p:nvSpPr>
          <p:spPr>
            <a:xfrm>
              <a:off x="137232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pl823"/>
            <p:cNvSpPr/>
            <p:nvPr/>
          </p:nvSpPr>
          <p:spPr>
            <a:xfrm>
              <a:off x="140148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pl824"/>
            <p:cNvSpPr/>
            <p:nvPr/>
          </p:nvSpPr>
          <p:spPr>
            <a:xfrm>
              <a:off x="143063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pl825"/>
            <p:cNvSpPr/>
            <p:nvPr/>
          </p:nvSpPr>
          <p:spPr>
            <a:xfrm>
              <a:off x="145979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tx826"/>
            <p:cNvSpPr/>
            <p:nvPr/>
          </p:nvSpPr>
          <p:spPr>
            <a:xfrm rot="-2700000">
              <a:off x="1339776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827" name="tx827"/>
            <p:cNvSpPr/>
            <p:nvPr/>
          </p:nvSpPr>
          <p:spPr>
            <a:xfrm rot="-2700000">
              <a:off x="1337855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828" name="tx828"/>
            <p:cNvSpPr/>
            <p:nvPr/>
          </p:nvSpPr>
          <p:spPr>
            <a:xfrm rot="-2700000">
              <a:off x="1367013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829" name="tx829"/>
            <p:cNvSpPr/>
            <p:nvPr/>
          </p:nvSpPr>
          <p:spPr>
            <a:xfrm rot="-2700000">
              <a:off x="1396652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830" name="tx830"/>
            <p:cNvSpPr/>
            <p:nvPr/>
          </p:nvSpPr>
          <p:spPr>
            <a:xfrm rot="-2700000">
              <a:off x="1394249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831" name="pl831"/>
            <p:cNvSpPr/>
            <p:nvPr/>
          </p:nvSpPr>
          <p:spPr>
            <a:xfrm>
              <a:off x="154547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pl832"/>
            <p:cNvSpPr/>
            <p:nvPr/>
          </p:nvSpPr>
          <p:spPr>
            <a:xfrm>
              <a:off x="157463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pl833"/>
            <p:cNvSpPr/>
            <p:nvPr/>
          </p:nvSpPr>
          <p:spPr>
            <a:xfrm>
              <a:off x="160378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pl834"/>
            <p:cNvSpPr/>
            <p:nvPr/>
          </p:nvSpPr>
          <p:spPr>
            <a:xfrm>
              <a:off x="163294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pl835"/>
            <p:cNvSpPr/>
            <p:nvPr/>
          </p:nvSpPr>
          <p:spPr>
            <a:xfrm>
              <a:off x="166210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tx836"/>
            <p:cNvSpPr/>
            <p:nvPr/>
          </p:nvSpPr>
          <p:spPr>
            <a:xfrm rot="-2700000">
              <a:off x="1542081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837" name="tx837"/>
            <p:cNvSpPr/>
            <p:nvPr/>
          </p:nvSpPr>
          <p:spPr>
            <a:xfrm rot="-2700000">
              <a:off x="1540160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838" name="tx838"/>
            <p:cNvSpPr/>
            <p:nvPr/>
          </p:nvSpPr>
          <p:spPr>
            <a:xfrm rot="-2700000">
              <a:off x="1569317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839" name="tx839"/>
            <p:cNvSpPr/>
            <p:nvPr/>
          </p:nvSpPr>
          <p:spPr>
            <a:xfrm rot="-2700000">
              <a:off x="1598957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840" name="tx840"/>
            <p:cNvSpPr/>
            <p:nvPr/>
          </p:nvSpPr>
          <p:spPr>
            <a:xfrm rot="-2700000">
              <a:off x="1596554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841" name="pl841"/>
            <p:cNvSpPr/>
            <p:nvPr/>
          </p:nvSpPr>
          <p:spPr>
            <a:xfrm>
              <a:off x="174777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pl842"/>
            <p:cNvSpPr/>
            <p:nvPr/>
          </p:nvSpPr>
          <p:spPr>
            <a:xfrm>
              <a:off x="177693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pl843"/>
            <p:cNvSpPr/>
            <p:nvPr/>
          </p:nvSpPr>
          <p:spPr>
            <a:xfrm>
              <a:off x="180609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pl844"/>
            <p:cNvSpPr/>
            <p:nvPr/>
          </p:nvSpPr>
          <p:spPr>
            <a:xfrm>
              <a:off x="183524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pl845"/>
            <p:cNvSpPr/>
            <p:nvPr/>
          </p:nvSpPr>
          <p:spPr>
            <a:xfrm>
              <a:off x="186440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tx846"/>
            <p:cNvSpPr/>
            <p:nvPr/>
          </p:nvSpPr>
          <p:spPr>
            <a:xfrm rot="-2700000">
              <a:off x="1744385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847" name="tx847"/>
            <p:cNvSpPr/>
            <p:nvPr/>
          </p:nvSpPr>
          <p:spPr>
            <a:xfrm rot="-2700000">
              <a:off x="1742465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848" name="tx848"/>
            <p:cNvSpPr/>
            <p:nvPr/>
          </p:nvSpPr>
          <p:spPr>
            <a:xfrm rot="-2700000">
              <a:off x="1771622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849" name="tx849"/>
            <p:cNvSpPr/>
            <p:nvPr/>
          </p:nvSpPr>
          <p:spPr>
            <a:xfrm rot="-2700000">
              <a:off x="1801262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850" name="tx850"/>
            <p:cNvSpPr/>
            <p:nvPr/>
          </p:nvSpPr>
          <p:spPr>
            <a:xfrm rot="-2700000">
              <a:off x="1798859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851" name="pl851"/>
            <p:cNvSpPr/>
            <p:nvPr/>
          </p:nvSpPr>
          <p:spPr>
            <a:xfrm>
              <a:off x="195008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pl852"/>
            <p:cNvSpPr/>
            <p:nvPr/>
          </p:nvSpPr>
          <p:spPr>
            <a:xfrm>
              <a:off x="197923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pl853"/>
            <p:cNvSpPr/>
            <p:nvPr/>
          </p:nvSpPr>
          <p:spPr>
            <a:xfrm>
              <a:off x="200839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pl854"/>
            <p:cNvSpPr/>
            <p:nvPr/>
          </p:nvSpPr>
          <p:spPr>
            <a:xfrm>
              <a:off x="203755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pl855"/>
            <p:cNvSpPr/>
            <p:nvPr/>
          </p:nvSpPr>
          <p:spPr>
            <a:xfrm>
              <a:off x="206671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tx856"/>
            <p:cNvSpPr/>
            <p:nvPr/>
          </p:nvSpPr>
          <p:spPr>
            <a:xfrm rot="-2700000">
              <a:off x="1946690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857" name="tx857"/>
            <p:cNvSpPr/>
            <p:nvPr/>
          </p:nvSpPr>
          <p:spPr>
            <a:xfrm rot="-2700000">
              <a:off x="1944770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858" name="tx858"/>
            <p:cNvSpPr/>
            <p:nvPr/>
          </p:nvSpPr>
          <p:spPr>
            <a:xfrm rot="-2700000">
              <a:off x="1973927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859" name="tx859"/>
            <p:cNvSpPr/>
            <p:nvPr/>
          </p:nvSpPr>
          <p:spPr>
            <a:xfrm rot="-2700000">
              <a:off x="2003566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860" name="tx860"/>
            <p:cNvSpPr/>
            <p:nvPr/>
          </p:nvSpPr>
          <p:spPr>
            <a:xfrm rot="-2700000">
              <a:off x="200116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861" name="pl861"/>
            <p:cNvSpPr/>
            <p:nvPr/>
          </p:nvSpPr>
          <p:spPr>
            <a:xfrm>
              <a:off x="215238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pl862"/>
            <p:cNvSpPr/>
            <p:nvPr/>
          </p:nvSpPr>
          <p:spPr>
            <a:xfrm>
              <a:off x="218154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pl863"/>
            <p:cNvSpPr/>
            <p:nvPr/>
          </p:nvSpPr>
          <p:spPr>
            <a:xfrm>
              <a:off x="221070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pl864"/>
            <p:cNvSpPr/>
            <p:nvPr/>
          </p:nvSpPr>
          <p:spPr>
            <a:xfrm>
              <a:off x="223985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pl865"/>
            <p:cNvSpPr/>
            <p:nvPr/>
          </p:nvSpPr>
          <p:spPr>
            <a:xfrm>
              <a:off x="226901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tx866"/>
            <p:cNvSpPr/>
            <p:nvPr/>
          </p:nvSpPr>
          <p:spPr>
            <a:xfrm rot="-2700000">
              <a:off x="2148995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867" name="tx867"/>
            <p:cNvSpPr/>
            <p:nvPr/>
          </p:nvSpPr>
          <p:spPr>
            <a:xfrm rot="-2700000">
              <a:off x="2147074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868" name="tx868"/>
            <p:cNvSpPr/>
            <p:nvPr/>
          </p:nvSpPr>
          <p:spPr>
            <a:xfrm rot="-2700000">
              <a:off x="2176231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869" name="tx869"/>
            <p:cNvSpPr/>
            <p:nvPr/>
          </p:nvSpPr>
          <p:spPr>
            <a:xfrm rot="-2700000">
              <a:off x="2205871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870" name="tx870"/>
            <p:cNvSpPr/>
            <p:nvPr/>
          </p:nvSpPr>
          <p:spPr>
            <a:xfrm rot="-2700000">
              <a:off x="2203468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871" name="pl871"/>
            <p:cNvSpPr/>
            <p:nvPr/>
          </p:nvSpPr>
          <p:spPr>
            <a:xfrm>
              <a:off x="235469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pl872"/>
            <p:cNvSpPr/>
            <p:nvPr/>
          </p:nvSpPr>
          <p:spPr>
            <a:xfrm>
              <a:off x="238384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pl873"/>
            <p:cNvSpPr/>
            <p:nvPr/>
          </p:nvSpPr>
          <p:spPr>
            <a:xfrm>
              <a:off x="241300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pl874"/>
            <p:cNvSpPr/>
            <p:nvPr/>
          </p:nvSpPr>
          <p:spPr>
            <a:xfrm>
              <a:off x="244216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pl875"/>
            <p:cNvSpPr/>
            <p:nvPr/>
          </p:nvSpPr>
          <p:spPr>
            <a:xfrm>
              <a:off x="247132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tx876"/>
            <p:cNvSpPr/>
            <p:nvPr/>
          </p:nvSpPr>
          <p:spPr>
            <a:xfrm rot="-2700000">
              <a:off x="2351300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877" name="tx877"/>
            <p:cNvSpPr/>
            <p:nvPr/>
          </p:nvSpPr>
          <p:spPr>
            <a:xfrm rot="-2700000">
              <a:off x="2349379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878" name="tx878"/>
            <p:cNvSpPr/>
            <p:nvPr/>
          </p:nvSpPr>
          <p:spPr>
            <a:xfrm rot="-2700000">
              <a:off x="2378536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879" name="tx879"/>
            <p:cNvSpPr/>
            <p:nvPr/>
          </p:nvSpPr>
          <p:spPr>
            <a:xfrm rot="-2700000">
              <a:off x="2408176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880" name="tx880"/>
            <p:cNvSpPr/>
            <p:nvPr/>
          </p:nvSpPr>
          <p:spPr>
            <a:xfrm rot="-2700000">
              <a:off x="240577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881" name="pl881"/>
            <p:cNvSpPr/>
            <p:nvPr/>
          </p:nvSpPr>
          <p:spPr>
            <a:xfrm>
              <a:off x="255699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pl882"/>
            <p:cNvSpPr/>
            <p:nvPr/>
          </p:nvSpPr>
          <p:spPr>
            <a:xfrm>
              <a:off x="258615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pl883"/>
            <p:cNvSpPr/>
            <p:nvPr/>
          </p:nvSpPr>
          <p:spPr>
            <a:xfrm>
              <a:off x="261531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pl884"/>
            <p:cNvSpPr/>
            <p:nvPr/>
          </p:nvSpPr>
          <p:spPr>
            <a:xfrm>
              <a:off x="264446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pl885"/>
            <p:cNvSpPr/>
            <p:nvPr/>
          </p:nvSpPr>
          <p:spPr>
            <a:xfrm>
              <a:off x="267362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tx886"/>
            <p:cNvSpPr/>
            <p:nvPr/>
          </p:nvSpPr>
          <p:spPr>
            <a:xfrm rot="-2700000">
              <a:off x="2553604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887" name="tx887"/>
            <p:cNvSpPr/>
            <p:nvPr/>
          </p:nvSpPr>
          <p:spPr>
            <a:xfrm rot="-2700000">
              <a:off x="2551684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888" name="tx888"/>
            <p:cNvSpPr/>
            <p:nvPr/>
          </p:nvSpPr>
          <p:spPr>
            <a:xfrm rot="-2700000">
              <a:off x="2580841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889" name="tx889"/>
            <p:cNvSpPr/>
            <p:nvPr/>
          </p:nvSpPr>
          <p:spPr>
            <a:xfrm rot="-2700000">
              <a:off x="2610480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890" name="tx890"/>
            <p:cNvSpPr/>
            <p:nvPr/>
          </p:nvSpPr>
          <p:spPr>
            <a:xfrm rot="-2700000">
              <a:off x="2608078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891" name="pl891"/>
            <p:cNvSpPr/>
            <p:nvPr/>
          </p:nvSpPr>
          <p:spPr>
            <a:xfrm>
              <a:off x="275930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pl892"/>
            <p:cNvSpPr/>
            <p:nvPr/>
          </p:nvSpPr>
          <p:spPr>
            <a:xfrm>
              <a:off x="278845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pl893"/>
            <p:cNvSpPr/>
            <p:nvPr/>
          </p:nvSpPr>
          <p:spPr>
            <a:xfrm>
              <a:off x="281761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pl894"/>
            <p:cNvSpPr/>
            <p:nvPr/>
          </p:nvSpPr>
          <p:spPr>
            <a:xfrm>
              <a:off x="284677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pl895"/>
            <p:cNvSpPr/>
            <p:nvPr/>
          </p:nvSpPr>
          <p:spPr>
            <a:xfrm>
              <a:off x="287592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tx896"/>
            <p:cNvSpPr/>
            <p:nvPr/>
          </p:nvSpPr>
          <p:spPr>
            <a:xfrm rot="-2700000">
              <a:off x="2755909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897" name="tx897"/>
            <p:cNvSpPr/>
            <p:nvPr/>
          </p:nvSpPr>
          <p:spPr>
            <a:xfrm rot="-2700000">
              <a:off x="2753988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898" name="tx898"/>
            <p:cNvSpPr/>
            <p:nvPr/>
          </p:nvSpPr>
          <p:spPr>
            <a:xfrm rot="-2700000">
              <a:off x="2783146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899" name="tx899"/>
            <p:cNvSpPr/>
            <p:nvPr/>
          </p:nvSpPr>
          <p:spPr>
            <a:xfrm rot="-2700000">
              <a:off x="2812785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900" name="tx900"/>
            <p:cNvSpPr/>
            <p:nvPr/>
          </p:nvSpPr>
          <p:spPr>
            <a:xfrm rot="-2700000">
              <a:off x="281038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901" name="pl901"/>
            <p:cNvSpPr/>
            <p:nvPr/>
          </p:nvSpPr>
          <p:spPr>
            <a:xfrm>
              <a:off x="296160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pl902"/>
            <p:cNvSpPr/>
            <p:nvPr/>
          </p:nvSpPr>
          <p:spPr>
            <a:xfrm>
              <a:off x="299076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pl903"/>
            <p:cNvSpPr/>
            <p:nvPr/>
          </p:nvSpPr>
          <p:spPr>
            <a:xfrm>
              <a:off x="301992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pl904"/>
            <p:cNvSpPr/>
            <p:nvPr/>
          </p:nvSpPr>
          <p:spPr>
            <a:xfrm>
              <a:off x="304907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pl905"/>
            <p:cNvSpPr/>
            <p:nvPr/>
          </p:nvSpPr>
          <p:spPr>
            <a:xfrm>
              <a:off x="307823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tx906"/>
            <p:cNvSpPr/>
            <p:nvPr/>
          </p:nvSpPr>
          <p:spPr>
            <a:xfrm rot="-2700000">
              <a:off x="2958214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07" name="tx907"/>
            <p:cNvSpPr/>
            <p:nvPr/>
          </p:nvSpPr>
          <p:spPr>
            <a:xfrm rot="-2700000">
              <a:off x="2956293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908" name="tx908"/>
            <p:cNvSpPr/>
            <p:nvPr/>
          </p:nvSpPr>
          <p:spPr>
            <a:xfrm rot="-2700000">
              <a:off x="2985450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909" name="tx909"/>
            <p:cNvSpPr/>
            <p:nvPr/>
          </p:nvSpPr>
          <p:spPr>
            <a:xfrm rot="-2700000">
              <a:off x="3015090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910" name="tx910"/>
            <p:cNvSpPr/>
            <p:nvPr/>
          </p:nvSpPr>
          <p:spPr>
            <a:xfrm rot="-2700000">
              <a:off x="301268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911" name="pl911"/>
            <p:cNvSpPr/>
            <p:nvPr/>
          </p:nvSpPr>
          <p:spPr>
            <a:xfrm>
              <a:off x="316391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pl912"/>
            <p:cNvSpPr/>
            <p:nvPr/>
          </p:nvSpPr>
          <p:spPr>
            <a:xfrm>
              <a:off x="319306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pl913"/>
            <p:cNvSpPr/>
            <p:nvPr/>
          </p:nvSpPr>
          <p:spPr>
            <a:xfrm>
              <a:off x="322222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pl914"/>
            <p:cNvSpPr/>
            <p:nvPr/>
          </p:nvSpPr>
          <p:spPr>
            <a:xfrm>
              <a:off x="325138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pl915"/>
            <p:cNvSpPr/>
            <p:nvPr/>
          </p:nvSpPr>
          <p:spPr>
            <a:xfrm>
              <a:off x="328053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tx916"/>
            <p:cNvSpPr/>
            <p:nvPr/>
          </p:nvSpPr>
          <p:spPr>
            <a:xfrm rot="-2700000">
              <a:off x="3160518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17" name="tx917"/>
            <p:cNvSpPr/>
            <p:nvPr/>
          </p:nvSpPr>
          <p:spPr>
            <a:xfrm rot="-2700000">
              <a:off x="3158598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918" name="tx918"/>
            <p:cNvSpPr/>
            <p:nvPr/>
          </p:nvSpPr>
          <p:spPr>
            <a:xfrm rot="-2700000">
              <a:off x="3187755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919" name="tx919"/>
            <p:cNvSpPr/>
            <p:nvPr/>
          </p:nvSpPr>
          <p:spPr>
            <a:xfrm rot="-2700000">
              <a:off x="3217395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920" name="tx920"/>
            <p:cNvSpPr/>
            <p:nvPr/>
          </p:nvSpPr>
          <p:spPr>
            <a:xfrm rot="-2700000">
              <a:off x="321499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921" name="pl921"/>
            <p:cNvSpPr/>
            <p:nvPr/>
          </p:nvSpPr>
          <p:spPr>
            <a:xfrm>
              <a:off x="336621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pl922"/>
            <p:cNvSpPr/>
            <p:nvPr/>
          </p:nvSpPr>
          <p:spPr>
            <a:xfrm>
              <a:off x="339537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pl923"/>
            <p:cNvSpPr/>
            <p:nvPr/>
          </p:nvSpPr>
          <p:spPr>
            <a:xfrm>
              <a:off x="342452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pl924"/>
            <p:cNvSpPr/>
            <p:nvPr/>
          </p:nvSpPr>
          <p:spPr>
            <a:xfrm>
              <a:off x="345368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pl925"/>
            <p:cNvSpPr/>
            <p:nvPr/>
          </p:nvSpPr>
          <p:spPr>
            <a:xfrm>
              <a:off x="348284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tx926"/>
            <p:cNvSpPr/>
            <p:nvPr/>
          </p:nvSpPr>
          <p:spPr>
            <a:xfrm rot="-2700000">
              <a:off x="3362823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27" name="tx927"/>
            <p:cNvSpPr/>
            <p:nvPr/>
          </p:nvSpPr>
          <p:spPr>
            <a:xfrm rot="-2700000">
              <a:off x="3360902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928" name="tx928"/>
            <p:cNvSpPr/>
            <p:nvPr/>
          </p:nvSpPr>
          <p:spPr>
            <a:xfrm rot="-2700000">
              <a:off x="3390060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929" name="tx929"/>
            <p:cNvSpPr/>
            <p:nvPr/>
          </p:nvSpPr>
          <p:spPr>
            <a:xfrm rot="-2700000">
              <a:off x="3419699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930" name="tx930"/>
            <p:cNvSpPr/>
            <p:nvPr/>
          </p:nvSpPr>
          <p:spPr>
            <a:xfrm rot="-2700000">
              <a:off x="341729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931" name="pl931"/>
            <p:cNvSpPr/>
            <p:nvPr/>
          </p:nvSpPr>
          <p:spPr>
            <a:xfrm>
              <a:off x="356851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pl932"/>
            <p:cNvSpPr/>
            <p:nvPr/>
          </p:nvSpPr>
          <p:spPr>
            <a:xfrm>
              <a:off x="359767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pl933"/>
            <p:cNvSpPr/>
            <p:nvPr/>
          </p:nvSpPr>
          <p:spPr>
            <a:xfrm>
              <a:off x="362683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pl934"/>
            <p:cNvSpPr/>
            <p:nvPr/>
          </p:nvSpPr>
          <p:spPr>
            <a:xfrm>
              <a:off x="365599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pl935"/>
            <p:cNvSpPr/>
            <p:nvPr/>
          </p:nvSpPr>
          <p:spPr>
            <a:xfrm>
              <a:off x="368514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tx936"/>
            <p:cNvSpPr/>
            <p:nvPr/>
          </p:nvSpPr>
          <p:spPr>
            <a:xfrm rot="-2700000">
              <a:off x="3565128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37" name="tx937"/>
            <p:cNvSpPr/>
            <p:nvPr/>
          </p:nvSpPr>
          <p:spPr>
            <a:xfrm rot="-2700000">
              <a:off x="3563207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938" name="tx938"/>
            <p:cNvSpPr/>
            <p:nvPr/>
          </p:nvSpPr>
          <p:spPr>
            <a:xfrm rot="-2700000">
              <a:off x="3592364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939" name="tx939"/>
            <p:cNvSpPr/>
            <p:nvPr/>
          </p:nvSpPr>
          <p:spPr>
            <a:xfrm rot="-2700000">
              <a:off x="3622004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940" name="tx940"/>
            <p:cNvSpPr/>
            <p:nvPr/>
          </p:nvSpPr>
          <p:spPr>
            <a:xfrm rot="-2700000">
              <a:off x="3619601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941" name="pl941"/>
            <p:cNvSpPr/>
            <p:nvPr/>
          </p:nvSpPr>
          <p:spPr>
            <a:xfrm>
              <a:off x="377082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pl942"/>
            <p:cNvSpPr/>
            <p:nvPr/>
          </p:nvSpPr>
          <p:spPr>
            <a:xfrm>
              <a:off x="379998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pl943"/>
            <p:cNvSpPr/>
            <p:nvPr/>
          </p:nvSpPr>
          <p:spPr>
            <a:xfrm>
              <a:off x="382913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pl944"/>
            <p:cNvSpPr/>
            <p:nvPr/>
          </p:nvSpPr>
          <p:spPr>
            <a:xfrm>
              <a:off x="385829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pl945"/>
            <p:cNvSpPr/>
            <p:nvPr/>
          </p:nvSpPr>
          <p:spPr>
            <a:xfrm>
              <a:off x="388745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tx946"/>
            <p:cNvSpPr/>
            <p:nvPr/>
          </p:nvSpPr>
          <p:spPr>
            <a:xfrm rot="-2700000">
              <a:off x="3767432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47" name="tx947"/>
            <p:cNvSpPr/>
            <p:nvPr/>
          </p:nvSpPr>
          <p:spPr>
            <a:xfrm rot="-2700000">
              <a:off x="3765512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948" name="tx948"/>
            <p:cNvSpPr/>
            <p:nvPr/>
          </p:nvSpPr>
          <p:spPr>
            <a:xfrm rot="-2700000">
              <a:off x="3794669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949" name="tx949"/>
            <p:cNvSpPr/>
            <p:nvPr/>
          </p:nvSpPr>
          <p:spPr>
            <a:xfrm rot="-2700000">
              <a:off x="3824309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950" name="tx950"/>
            <p:cNvSpPr/>
            <p:nvPr/>
          </p:nvSpPr>
          <p:spPr>
            <a:xfrm rot="-2700000">
              <a:off x="382190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951" name="pl951"/>
            <p:cNvSpPr/>
            <p:nvPr/>
          </p:nvSpPr>
          <p:spPr>
            <a:xfrm>
              <a:off x="397312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pl952"/>
            <p:cNvSpPr/>
            <p:nvPr/>
          </p:nvSpPr>
          <p:spPr>
            <a:xfrm>
              <a:off x="400228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pl953"/>
            <p:cNvSpPr/>
            <p:nvPr/>
          </p:nvSpPr>
          <p:spPr>
            <a:xfrm>
              <a:off x="403144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pl954"/>
            <p:cNvSpPr/>
            <p:nvPr/>
          </p:nvSpPr>
          <p:spPr>
            <a:xfrm>
              <a:off x="406060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pl955"/>
            <p:cNvSpPr/>
            <p:nvPr/>
          </p:nvSpPr>
          <p:spPr>
            <a:xfrm>
              <a:off x="408975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tx956"/>
            <p:cNvSpPr/>
            <p:nvPr/>
          </p:nvSpPr>
          <p:spPr>
            <a:xfrm rot="-2700000">
              <a:off x="3969737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57" name="tx957"/>
            <p:cNvSpPr/>
            <p:nvPr/>
          </p:nvSpPr>
          <p:spPr>
            <a:xfrm rot="-2700000">
              <a:off x="3967817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958" name="tx958"/>
            <p:cNvSpPr/>
            <p:nvPr/>
          </p:nvSpPr>
          <p:spPr>
            <a:xfrm rot="-2700000">
              <a:off x="3996974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959" name="tx959"/>
            <p:cNvSpPr/>
            <p:nvPr/>
          </p:nvSpPr>
          <p:spPr>
            <a:xfrm rot="-2700000">
              <a:off x="4026613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960" name="tx960"/>
            <p:cNvSpPr/>
            <p:nvPr/>
          </p:nvSpPr>
          <p:spPr>
            <a:xfrm rot="-2700000">
              <a:off x="4024210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961" name="pl961"/>
            <p:cNvSpPr/>
            <p:nvPr/>
          </p:nvSpPr>
          <p:spPr>
            <a:xfrm>
              <a:off x="417543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pl962"/>
            <p:cNvSpPr/>
            <p:nvPr/>
          </p:nvSpPr>
          <p:spPr>
            <a:xfrm>
              <a:off x="420459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pl963"/>
            <p:cNvSpPr/>
            <p:nvPr/>
          </p:nvSpPr>
          <p:spPr>
            <a:xfrm>
              <a:off x="423374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pl964"/>
            <p:cNvSpPr/>
            <p:nvPr/>
          </p:nvSpPr>
          <p:spPr>
            <a:xfrm>
              <a:off x="426290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pl965"/>
            <p:cNvSpPr/>
            <p:nvPr/>
          </p:nvSpPr>
          <p:spPr>
            <a:xfrm>
              <a:off x="429206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tx966"/>
            <p:cNvSpPr/>
            <p:nvPr/>
          </p:nvSpPr>
          <p:spPr>
            <a:xfrm rot="-2700000">
              <a:off x="4172042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67" name="tx967"/>
            <p:cNvSpPr/>
            <p:nvPr/>
          </p:nvSpPr>
          <p:spPr>
            <a:xfrm rot="-2700000">
              <a:off x="4170121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968" name="tx968"/>
            <p:cNvSpPr/>
            <p:nvPr/>
          </p:nvSpPr>
          <p:spPr>
            <a:xfrm rot="-2700000">
              <a:off x="4199279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969" name="tx969"/>
            <p:cNvSpPr/>
            <p:nvPr/>
          </p:nvSpPr>
          <p:spPr>
            <a:xfrm rot="-2700000">
              <a:off x="4228918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970" name="tx970"/>
            <p:cNvSpPr/>
            <p:nvPr/>
          </p:nvSpPr>
          <p:spPr>
            <a:xfrm rot="-2700000">
              <a:off x="422651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971" name="pl971"/>
            <p:cNvSpPr/>
            <p:nvPr/>
          </p:nvSpPr>
          <p:spPr>
            <a:xfrm>
              <a:off x="437773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pl972"/>
            <p:cNvSpPr/>
            <p:nvPr/>
          </p:nvSpPr>
          <p:spPr>
            <a:xfrm>
              <a:off x="440689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pl973"/>
            <p:cNvSpPr/>
            <p:nvPr/>
          </p:nvSpPr>
          <p:spPr>
            <a:xfrm>
              <a:off x="443605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pl974"/>
            <p:cNvSpPr/>
            <p:nvPr/>
          </p:nvSpPr>
          <p:spPr>
            <a:xfrm>
              <a:off x="446521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pl975"/>
            <p:cNvSpPr/>
            <p:nvPr/>
          </p:nvSpPr>
          <p:spPr>
            <a:xfrm>
              <a:off x="449436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tx976"/>
            <p:cNvSpPr/>
            <p:nvPr/>
          </p:nvSpPr>
          <p:spPr>
            <a:xfrm rot="-2700000">
              <a:off x="4374347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77" name="tx977"/>
            <p:cNvSpPr/>
            <p:nvPr/>
          </p:nvSpPr>
          <p:spPr>
            <a:xfrm rot="-2700000">
              <a:off x="4372426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978" name="tx978"/>
            <p:cNvSpPr/>
            <p:nvPr/>
          </p:nvSpPr>
          <p:spPr>
            <a:xfrm rot="-2700000">
              <a:off x="4401583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979" name="tx979"/>
            <p:cNvSpPr/>
            <p:nvPr/>
          </p:nvSpPr>
          <p:spPr>
            <a:xfrm rot="-2700000">
              <a:off x="4431223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980" name="tx980"/>
            <p:cNvSpPr/>
            <p:nvPr/>
          </p:nvSpPr>
          <p:spPr>
            <a:xfrm rot="-2700000">
              <a:off x="4428820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1210339" y="302547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1148183" y="2508223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983" name="tx983"/>
            <p:cNvSpPr/>
            <p:nvPr/>
          </p:nvSpPr>
          <p:spPr>
            <a:xfrm>
              <a:off x="1148183" y="1990970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984" name="tx984"/>
            <p:cNvSpPr/>
            <p:nvPr/>
          </p:nvSpPr>
          <p:spPr>
            <a:xfrm>
              <a:off x="1148183" y="1475082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985" name="pl985"/>
            <p:cNvSpPr/>
            <p:nvPr/>
          </p:nvSpPr>
          <p:spPr>
            <a:xfrm>
              <a:off x="1300330" y="30671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pl986"/>
            <p:cNvSpPr/>
            <p:nvPr/>
          </p:nvSpPr>
          <p:spPr>
            <a:xfrm>
              <a:off x="1300330" y="254991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pl987"/>
            <p:cNvSpPr/>
            <p:nvPr/>
          </p:nvSpPr>
          <p:spPr>
            <a:xfrm>
              <a:off x="1300330" y="203266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pl988"/>
            <p:cNvSpPr/>
            <p:nvPr/>
          </p:nvSpPr>
          <p:spPr>
            <a:xfrm>
              <a:off x="1300330" y="151540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tx989"/>
            <p:cNvSpPr/>
            <p:nvPr/>
          </p:nvSpPr>
          <p:spPr>
            <a:xfrm>
              <a:off x="2266550" y="3427506"/>
              <a:ext cx="1304435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Brotes afectados (%)</a:t>
              </a:r>
            </a:p>
          </p:txBody>
        </p:sp>
        <p:sp>
          <p:nvSpPr>
            <p:cNvPr id="990" name="tx990"/>
            <p:cNvSpPr/>
            <p:nvPr/>
          </p:nvSpPr>
          <p:spPr>
            <a:xfrm rot="-5400000">
              <a:off x="863422" y="2127800"/>
              <a:ext cx="341746" cy="993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</Words>
  <Application>Microsoft Office PowerPoint</Application>
  <PresentationFormat>Presentación en pantalla (4:3)</PresentationFormat>
  <Paragraphs>102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/>
  <cp:lastModifiedBy>Jacobo Robledo Buritica</cp:lastModifiedBy>
  <cp:revision>4</cp:revision>
  <dcterms:created xsi:type="dcterms:W3CDTF">2017-02-13T16:18:36Z</dcterms:created>
  <dcterms:modified xsi:type="dcterms:W3CDTF">2021-03-26T01:56:21Z</dcterms:modified>
  <cp:category/>
</cp:coreProperties>
</file>