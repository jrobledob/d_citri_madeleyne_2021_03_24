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914400" y="914400"/>
            <a:ext cx="6393904" cy="4098776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599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72409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73270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06377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39484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5207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67978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83886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9979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397280" y="306716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397280" y="2398239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172931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4411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60024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75932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91840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20774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1430193" y="1943368"/>
              <a:ext cx="21942" cy="112379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45213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1474077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496019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517962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539904" y="3033721"/>
              <a:ext cx="21942" cy="334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561846" y="3040410"/>
              <a:ext cx="21942" cy="267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583788" y="2966828"/>
              <a:ext cx="21942" cy="1003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605730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62767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649615" y="2913314"/>
              <a:ext cx="21942" cy="15385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67155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693499" y="3020342"/>
              <a:ext cx="21942" cy="468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715441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737383" y="2826353"/>
              <a:ext cx="21942" cy="2408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759325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781267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803210" y="3033721"/>
              <a:ext cx="21942" cy="334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825152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847094" y="2966828"/>
              <a:ext cx="21942" cy="1003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869036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890978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912920" y="3013653"/>
              <a:ext cx="21942" cy="535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934862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956805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978747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2000689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2022631" y="3040410"/>
              <a:ext cx="21942" cy="267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204457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2066515" y="1287818"/>
              <a:ext cx="21942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1397280" y="1198851"/>
              <a:ext cx="72409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2190960" y="1198851"/>
              <a:ext cx="72409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2190960" y="273270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2190960" y="206377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2190960" y="139484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231438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24734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263254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7916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190960" y="306716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190960" y="2398239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190960" y="172931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22348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239392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25530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27120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287116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2223873" y="1983504"/>
              <a:ext cx="21942" cy="108366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224581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2267757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2289699" y="3027031"/>
              <a:ext cx="21942" cy="4013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2311642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2333584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2355526" y="3006963"/>
              <a:ext cx="21942" cy="6020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2377468" y="2946760"/>
              <a:ext cx="21942" cy="12040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2399410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2421352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2443294" y="2966828"/>
              <a:ext cx="21942" cy="1003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2465237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2487179" y="3027031"/>
              <a:ext cx="21942" cy="4013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2509121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2531063" y="2812974"/>
              <a:ext cx="21942" cy="25419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2553005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2574947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2596889" y="2986896"/>
              <a:ext cx="21942" cy="8027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261883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2640774" y="2980206"/>
              <a:ext cx="21942" cy="869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2662716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2684658" y="3033721"/>
              <a:ext cx="21942" cy="334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2706600" y="3013653"/>
              <a:ext cx="21942" cy="535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2728542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2750485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2772427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2794369" y="3040410"/>
              <a:ext cx="21942" cy="267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2816311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283825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2860195" y="1555390"/>
              <a:ext cx="21942" cy="15117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7CAE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2190960" y="1198851"/>
              <a:ext cx="72409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2984640" y="1198851"/>
              <a:ext cx="72409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2984640" y="273270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2984640" y="206377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2984640" y="139484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31080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326714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342622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358530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2984640" y="306716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2984640" y="2398239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2984640" y="172931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30285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31876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334668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350576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36648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3017553" y="1950057"/>
              <a:ext cx="21942" cy="111710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303949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3061437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3083379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3105321" y="3040410"/>
              <a:ext cx="21942" cy="267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3127264" y="3020342"/>
              <a:ext cx="21942" cy="468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3149206" y="3013653"/>
              <a:ext cx="21942" cy="5351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3171148" y="2986896"/>
              <a:ext cx="21942" cy="8027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3193090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3215032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3236974" y="2946760"/>
              <a:ext cx="21942" cy="12040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325891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3280859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3302801" y="3040410"/>
              <a:ext cx="21942" cy="267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3324743" y="2812974"/>
              <a:ext cx="21942" cy="25419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334668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3368627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3390569" y="3027031"/>
              <a:ext cx="21942" cy="4013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3412512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3434454" y="2946760"/>
              <a:ext cx="21942" cy="12040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3456396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3478338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3500280" y="3040410"/>
              <a:ext cx="21942" cy="267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3522222" y="3033721"/>
              <a:ext cx="21942" cy="334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3544164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3566107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3588049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3609991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363193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3653875" y="1542011"/>
              <a:ext cx="21942" cy="15251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rc145"/>
            <p:cNvSpPr/>
            <p:nvPr/>
          </p:nvSpPr>
          <p:spPr>
            <a:xfrm>
              <a:off x="2984640" y="1198851"/>
              <a:ext cx="72409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3778320" y="1198851"/>
              <a:ext cx="72409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3778320" y="2732703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3778320" y="206377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3778320" y="139484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39017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406082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42199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437898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3778320" y="306716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3778320" y="2398239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3778320" y="172931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38222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398128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414036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429944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44585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rc162"/>
            <p:cNvSpPr/>
            <p:nvPr/>
          </p:nvSpPr>
          <p:spPr>
            <a:xfrm>
              <a:off x="3811233" y="1929989"/>
              <a:ext cx="21942" cy="113717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rc163"/>
            <p:cNvSpPr/>
            <p:nvPr/>
          </p:nvSpPr>
          <p:spPr>
            <a:xfrm>
              <a:off x="3833175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rc164"/>
            <p:cNvSpPr/>
            <p:nvPr/>
          </p:nvSpPr>
          <p:spPr>
            <a:xfrm>
              <a:off x="3855117" y="3040410"/>
              <a:ext cx="21942" cy="2675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rc165"/>
            <p:cNvSpPr/>
            <p:nvPr/>
          </p:nvSpPr>
          <p:spPr>
            <a:xfrm>
              <a:off x="3877059" y="3033721"/>
              <a:ext cx="21942" cy="334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rc166"/>
            <p:cNvSpPr/>
            <p:nvPr/>
          </p:nvSpPr>
          <p:spPr>
            <a:xfrm>
              <a:off x="3899001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rc167"/>
            <p:cNvSpPr/>
            <p:nvPr/>
          </p:nvSpPr>
          <p:spPr>
            <a:xfrm>
              <a:off x="3920944" y="3000274"/>
              <a:ext cx="21942" cy="6689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rc168"/>
            <p:cNvSpPr/>
            <p:nvPr/>
          </p:nvSpPr>
          <p:spPr>
            <a:xfrm>
              <a:off x="3942886" y="2966828"/>
              <a:ext cx="21942" cy="1003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rc169"/>
            <p:cNvSpPr/>
            <p:nvPr/>
          </p:nvSpPr>
          <p:spPr>
            <a:xfrm>
              <a:off x="3964828" y="2986896"/>
              <a:ext cx="21942" cy="8027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rc170"/>
            <p:cNvSpPr/>
            <p:nvPr/>
          </p:nvSpPr>
          <p:spPr>
            <a:xfrm>
              <a:off x="3986770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rc171"/>
            <p:cNvSpPr/>
            <p:nvPr/>
          </p:nvSpPr>
          <p:spPr>
            <a:xfrm>
              <a:off x="4008712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rc172"/>
            <p:cNvSpPr/>
            <p:nvPr/>
          </p:nvSpPr>
          <p:spPr>
            <a:xfrm>
              <a:off x="4030654" y="2899935"/>
              <a:ext cx="21942" cy="16723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rc173"/>
            <p:cNvSpPr/>
            <p:nvPr/>
          </p:nvSpPr>
          <p:spPr>
            <a:xfrm>
              <a:off x="4052596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rc174"/>
            <p:cNvSpPr/>
            <p:nvPr/>
          </p:nvSpPr>
          <p:spPr>
            <a:xfrm>
              <a:off x="4074539" y="3006963"/>
              <a:ext cx="21942" cy="6020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rc175"/>
            <p:cNvSpPr/>
            <p:nvPr/>
          </p:nvSpPr>
          <p:spPr>
            <a:xfrm>
              <a:off x="4096481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rc176"/>
            <p:cNvSpPr/>
            <p:nvPr/>
          </p:nvSpPr>
          <p:spPr>
            <a:xfrm>
              <a:off x="4118423" y="2833042"/>
              <a:ext cx="21942" cy="23412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rc177"/>
            <p:cNvSpPr/>
            <p:nvPr/>
          </p:nvSpPr>
          <p:spPr>
            <a:xfrm>
              <a:off x="414036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rc178"/>
            <p:cNvSpPr/>
            <p:nvPr/>
          </p:nvSpPr>
          <p:spPr>
            <a:xfrm>
              <a:off x="416230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rc179"/>
            <p:cNvSpPr/>
            <p:nvPr/>
          </p:nvSpPr>
          <p:spPr>
            <a:xfrm>
              <a:off x="4184249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rc180"/>
            <p:cNvSpPr/>
            <p:nvPr/>
          </p:nvSpPr>
          <p:spPr>
            <a:xfrm>
              <a:off x="4206191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rc181"/>
            <p:cNvSpPr/>
            <p:nvPr/>
          </p:nvSpPr>
          <p:spPr>
            <a:xfrm>
              <a:off x="4228134" y="2980206"/>
              <a:ext cx="21942" cy="8696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rc182"/>
            <p:cNvSpPr/>
            <p:nvPr/>
          </p:nvSpPr>
          <p:spPr>
            <a:xfrm>
              <a:off x="4250076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rc183"/>
            <p:cNvSpPr/>
            <p:nvPr/>
          </p:nvSpPr>
          <p:spPr>
            <a:xfrm>
              <a:off x="4272018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rc184"/>
            <p:cNvSpPr/>
            <p:nvPr/>
          </p:nvSpPr>
          <p:spPr>
            <a:xfrm>
              <a:off x="4293960" y="3033721"/>
              <a:ext cx="21942" cy="334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rc185"/>
            <p:cNvSpPr/>
            <p:nvPr/>
          </p:nvSpPr>
          <p:spPr>
            <a:xfrm>
              <a:off x="4315902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rc186"/>
            <p:cNvSpPr/>
            <p:nvPr/>
          </p:nvSpPr>
          <p:spPr>
            <a:xfrm>
              <a:off x="4337844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rc187"/>
            <p:cNvSpPr/>
            <p:nvPr/>
          </p:nvSpPr>
          <p:spPr>
            <a:xfrm>
              <a:off x="4359786" y="3047099"/>
              <a:ext cx="21942" cy="2006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rc188"/>
            <p:cNvSpPr/>
            <p:nvPr/>
          </p:nvSpPr>
          <p:spPr>
            <a:xfrm>
              <a:off x="4381729" y="3053788"/>
              <a:ext cx="21942" cy="133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rc189"/>
            <p:cNvSpPr/>
            <p:nvPr/>
          </p:nvSpPr>
          <p:spPr>
            <a:xfrm>
              <a:off x="4403671" y="3060478"/>
              <a:ext cx="21942" cy="66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rc190"/>
            <p:cNvSpPr/>
            <p:nvPr/>
          </p:nvSpPr>
          <p:spPr>
            <a:xfrm>
              <a:off x="442561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rc191"/>
            <p:cNvSpPr/>
            <p:nvPr/>
          </p:nvSpPr>
          <p:spPr>
            <a:xfrm>
              <a:off x="4447555" y="1635661"/>
              <a:ext cx="21942" cy="143150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C77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rc192"/>
            <p:cNvSpPr/>
            <p:nvPr/>
          </p:nvSpPr>
          <p:spPr>
            <a:xfrm>
              <a:off x="3778320" y="1198851"/>
              <a:ext cx="72409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rc193"/>
            <p:cNvSpPr/>
            <p:nvPr/>
          </p:nvSpPr>
          <p:spPr>
            <a:xfrm>
              <a:off x="139728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tx194"/>
            <p:cNvSpPr/>
            <p:nvPr/>
          </p:nvSpPr>
          <p:spPr>
            <a:xfrm>
              <a:off x="1613377" y="1048691"/>
              <a:ext cx="291896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ESTE</a:t>
              </a:r>
            </a:p>
          </p:txBody>
        </p:sp>
        <p:sp>
          <p:nvSpPr>
            <p:cNvPr id="195" name="rc195"/>
            <p:cNvSpPr/>
            <p:nvPr/>
          </p:nvSpPr>
          <p:spPr>
            <a:xfrm>
              <a:off x="219096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tx196"/>
            <p:cNvSpPr/>
            <p:nvPr/>
          </p:nvSpPr>
          <p:spPr>
            <a:xfrm>
              <a:off x="2357425" y="1048637"/>
              <a:ext cx="391160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NORTE</a:t>
              </a:r>
            </a:p>
          </p:txBody>
        </p:sp>
        <p:sp>
          <p:nvSpPr>
            <p:cNvPr id="197" name="rc197"/>
            <p:cNvSpPr/>
            <p:nvPr/>
          </p:nvSpPr>
          <p:spPr>
            <a:xfrm>
              <a:off x="298464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tx198"/>
            <p:cNvSpPr/>
            <p:nvPr/>
          </p:nvSpPr>
          <p:spPr>
            <a:xfrm>
              <a:off x="3157272" y="1048637"/>
              <a:ext cx="378827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OESTE</a:t>
              </a:r>
            </a:p>
          </p:txBody>
        </p:sp>
        <p:sp>
          <p:nvSpPr>
            <p:cNvPr id="199" name="rc199"/>
            <p:cNvSpPr/>
            <p:nvPr/>
          </p:nvSpPr>
          <p:spPr>
            <a:xfrm>
              <a:off x="377832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tx200"/>
            <p:cNvSpPr/>
            <p:nvPr/>
          </p:nvSpPr>
          <p:spPr>
            <a:xfrm>
              <a:off x="4022384" y="1048691"/>
              <a:ext cx="235962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SUR</a:t>
              </a:r>
            </a:p>
          </p:txBody>
        </p:sp>
        <p:sp>
          <p:nvSpPr>
            <p:cNvPr id="201" name="pl201"/>
            <p:cNvSpPr/>
            <p:nvPr/>
          </p:nvSpPr>
          <p:spPr>
            <a:xfrm>
              <a:off x="144116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l202"/>
            <p:cNvSpPr/>
            <p:nvPr/>
          </p:nvSpPr>
          <p:spPr>
            <a:xfrm>
              <a:off x="160024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l203"/>
            <p:cNvSpPr/>
            <p:nvPr/>
          </p:nvSpPr>
          <p:spPr>
            <a:xfrm>
              <a:off x="175932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l204"/>
            <p:cNvSpPr/>
            <p:nvPr/>
          </p:nvSpPr>
          <p:spPr>
            <a:xfrm>
              <a:off x="191840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l205"/>
            <p:cNvSpPr/>
            <p:nvPr/>
          </p:nvSpPr>
          <p:spPr>
            <a:xfrm>
              <a:off x="207748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tx206"/>
            <p:cNvSpPr/>
            <p:nvPr/>
          </p:nvSpPr>
          <p:spPr>
            <a:xfrm rot="-2700000">
              <a:off x="1437773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7" name="tx207"/>
            <p:cNvSpPr/>
            <p:nvPr/>
          </p:nvSpPr>
          <p:spPr>
            <a:xfrm rot="-2700000">
              <a:off x="1565775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208" name="tx208"/>
            <p:cNvSpPr/>
            <p:nvPr/>
          </p:nvSpPr>
          <p:spPr>
            <a:xfrm rot="-2700000">
              <a:off x="172485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09" name="tx209"/>
            <p:cNvSpPr/>
            <p:nvPr/>
          </p:nvSpPr>
          <p:spPr>
            <a:xfrm rot="-2700000">
              <a:off x="1884419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210" name="tx210"/>
            <p:cNvSpPr/>
            <p:nvPr/>
          </p:nvSpPr>
          <p:spPr>
            <a:xfrm rot="-2700000">
              <a:off x="201193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11" name="pl211"/>
            <p:cNvSpPr/>
            <p:nvPr/>
          </p:nvSpPr>
          <p:spPr>
            <a:xfrm>
              <a:off x="223484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l212"/>
            <p:cNvSpPr/>
            <p:nvPr/>
          </p:nvSpPr>
          <p:spPr>
            <a:xfrm>
              <a:off x="239392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l213"/>
            <p:cNvSpPr/>
            <p:nvPr/>
          </p:nvSpPr>
          <p:spPr>
            <a:xfrm>
              <a:off x="255300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l214"/>
            <p:cNvSpPr/>
            <p:nvPr/>
          </p:nvSpPr>
          <p:spPr>
            <a:xfrm>
              <a:off x="271208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l215"/>
            <p:cNvSpPr/>
            <p:nvPr/>
          </p:nvSpPr>
          <p:spPr>
            <a:xfrm>
              <a:off x="287116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tx216"/>
            <p:cNvSpPr/>
            <p:nvPr/>
          </p:nvSpPr>
          <p:spPr>
            <a:xfrm rot="-2700000">
              <a:off x="223145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7" name="tx217"/>
            <p:cNvSpPr/>
            <p:nvPr/>
          </p:nvSpPr>
          <p:spPr>
            <a:xfrm rot="-2700000">
              <a:off x="2359455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218" name="tx218"/>
            <p:cNvSpPr/>
            <p:nvPr/>
          </p:nvSpPr>
          <p:spPr>
            <a:xfrm rot="-2700000">
              <a:off x="251853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19" name="tx219"/>
            <p:cNvSpPr/>
            <p:nvPr/>
          </p:nvSpPr>
          <p:spPr>
            <a:xfrm rot="-2700000">
              <a:off x="2678099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220" name="tx220"/>
            <p:cNvSpPr/>
            <p:nvPr/>
          </p:nvSpPr>
          <p:spPr>
            <a:xfrm rot="-2700000">
              <a:off x="280561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21" name="pl221"/>
            <p:cNvSpPr/>
            <p:nvPr/>
          </p:nvSpPr>
          <p:spPr>
            <a:xfrm>
              <a:off x="302852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l222"/>
            <p:cNvSpPr/>
            <p:nvPr/>
          </p:nvSpPr>
          <p:spPr>
            <a:xfrm>
              <a:off x="318760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l223"/>
            <p:cNvSpPr/>
            <p:nvPr/>
          </p:nvSpPr>
          <p:spPr>
            <a:xfrm>
              <a:off x="334668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l224"/>
            <p:cNvSpPr/>
            <p:nvPr/>
          </p:nvSpPr>
          <p:spPr>
            <a:xfrm>
              <a:off x="350576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l225"/>
            <p:cNvSpPr/>
            <p:nvPr/>
          </p:nvSpPr>
          <p:spPr>
            <a:xfrm>
              <a:off x="366484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tx226"/>
            <p:cNvSpPr/>
            <p:nvPr/>
          </p:nvSpPr>
          <p:spPr>
            <a:xfrm rot="-2700000">
              <a:off x="302513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7" name="tx227"/>
            <p:cNvSpPr/>
            <p:nvPr/>
          </p:nvSpPr>
          <p:spPr>
            <a:xfrm rot="-2700000">
              <a:off x="3153135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228" name="tx228"/>
            <p:cNvSpPr/>
            <p:nvPr/>
          </p:nvSpPr>
          <p:spPr>
            <a:xfrm rot="-2700000">
              <a:off x="331221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29" name="tx229"/>
            <p:cNvSpPr/>
            <p:nvPr/>
          </p:nvSpPr>
          <p:spPr>
            <a:xfrm rot="-2700000">
              <a:off x="3471779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230" name="tx230"/>
            <p:cNvSpPr/>
            <p:nvPr/>
          </p:nvSpPr>
          <p:spPr>
            <a:xfrm rot="-2700000">
              <a:off x="359929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31" name="pl231"/>
            <p:cNvSpPr/>
            <p:nvPr/>
          </p:nvSpPr>
          <p:spPr>
            <a:xfrm>
              <a:off x="382220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l232"/>
            <p:cNvSpPr/>
            <p:nvPr/>
          </p:nvSpPr>
          <p:spPr>
            <a:xfrm>
              <a:off x="398128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l233"/>
            <p:cNvSpPr/>
            <p:nvPr/>
          </p:nvSpPr>
          <p:spPr>
            <a:xfrm>
              <a:off x="414036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l234"/>
            <p:cNvSpPr/>
            <p:nvPr/>
          </p:nvSpPr>
          <p:spPr>
            <a:xfrm>
              <a:off x="429944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l235"/>
            <p:cNvSpPr/>
            <p:nvPr/>
          </p:nvSpPr>
          <p:spPr>
            <a:xfrm>
              <a:off x="445852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tx236"/>
            <p:cNvSpPr/>
            <p:nvPr/>
          </p:nvSpPr>
          <p:spPr>
            <a:xfrm rot="-2700000">
              <a:off x="381881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7" name="tx237"/>
            <p:cNvSpPr/>
            <p:nvPr/>
          </p:nvSpPr>
          <p:spPr>
            <a:xfrm rot="-2700000">
              <a:off x="3946815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238" name="tx238"/>
            <p:cNvSpPr/>
            <p:nvPr/>
          </p:nvSpPr>
          <p:spPr>
            <a:xfrm rot="-2700000">
              <a:off x="4105896" y="3205605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39" name="tx239"/>
            <p:cNvSpPr/>
            <p:nvPr/>
          </p:nvSpPr>
          <p:spPr>
            <a:xfrm rot="-2700000">
              <a:off x="4265459" y="3206769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240" name="tx240"/>
            <p:cNvSpPr/>
            <p:nvPr/>
          </p:nvSpPr>
          <p:spPr>
            <a:xfrm rot="-2700000">
              <a:off x="439297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1148183" y="2356547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1148183" y="1687619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44" name="pl244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l245"/>
            <p:cNvSpPr/>
            <p:nvPr/>
          </p:nvSpPr>
          <p:spPr>
            <a:xfrm>
              <a:off x="1362485" y="239823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l246"/>
            <p:cNvSpPr/>
            <p:nvPr/>
          </p:nvSpPr>
          <p:spPr>
            <a:xfrm>
              <a:off x="1362485" y="172931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tx247"/>
            <p:cNvSpPr/>
            <p:nvPr/>
          </p:nvSpPr>
          <p:spPr>
            <a:xfrm>
              <a:off x="2297628" y="3427506"/>
              <a:ext cx="1304435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Brotes afectados (%)</a:t>
              </a:r>
            </a:p>
          </p:txBody>
        </p:sp>
        <p:sp>
          <p:nvSpPr>
            <p:cNvPr id="248" name="tx248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Presentación en pantalla (4:3)</PresentationFormat>
  <Paragraphs>29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2021-03-26T01:56:50Z</dcterms:modified>
  <cp:category/>
</cp:coreProperties>
</file>