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3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-2628800" y="188640"/>
            <a:ext cx="15121680" cy="6198468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278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653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5028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5403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5778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090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465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840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5215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5590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06142" y="2543829"/>
              <a:ext cx="5908" cy="52333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12050" y="2906677"/>
              <a:ext cx="5908" cy="16049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17959" y="3032278"/>
              <a:ext cx="5908" cy="348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423867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42977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435683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441591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4475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453408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459316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465224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4711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47704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48294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48885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49476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0067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0658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1249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183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2430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3021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3612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5420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5479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155384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155975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15656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15715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5774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139728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166184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66184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66184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66184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6924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7298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7673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8048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8423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66184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66184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66184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6736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7111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7486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17861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18236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1670702" y="2285649"/>
              <a:ext cx="5908" cy="78151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1676610" y="2913655"/>
              <a:ext cx="5908" cy="15351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1682519" y="3018322"/>
              <a:ext cx="5908" cy="488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1688427" y="3018322"/>
              <a:ext cx="5908" cy="488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1694335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1700243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1706151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171206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1717968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1723876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17297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17356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174160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174750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175341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175932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176523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177114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177705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178295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178886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179477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180068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180659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181249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181840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18243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1830224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18361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184204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DB8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166184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192640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92640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92640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92640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9569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99445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0319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0694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10693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192640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192640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192640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19382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19757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20132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20506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20881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1935262" y="2753164"/>
              <a:ext cx="5908" cy="31400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1941170" y="2934588"/>
              <a:ext cx="5908" cy="1325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1947078" y="2962499"/>
              <a:ext cx="5908" cy="104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1952987" y="3025300"/>
              <a:ext cx="5908" cy="418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1958895" y="3025300"/>
              <a:ext cx="5908" cy="418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1964803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1970711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19766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1982528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198843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994344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20002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200616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201206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201797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202388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202979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203570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204161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204751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205342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205933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206524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207115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207705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208296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208887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20947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21006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rc147"/>
            <p:cNvSpPr/>
            <p:nvPr/>
          </p:nvSpPr>
          <p:spPr>
            <a:xfrm>
              <a:off x="21066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AEA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rc148"/>
            <p:cNvSpPr/>
            <p:nvPr/>
          </p:nvSpPr>
          <p:spPr>
            <a:xfrm>
              <a:off x="192640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rc149"/>
            <p:cNvSpPr/>
            <p:nvPr/>
          </p:nvSpPr>
          <p:spPr>
            <a:xfrm>
              <a:off x="219096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219096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219096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219096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22215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225901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22965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23339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23714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219096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219096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219096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22027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22402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22777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23152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23527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2199822" y="1929779"/>
              <a:ext cx="5908" cy="11373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2205730" y="2795031"/>
              <a:ext cx="5908" cy="2721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2211638" y="3011344"/>
              <a:ext cx="5908" cy="5582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2217547" y="3032278"/>
              <a:ext cx="5908" cy="348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2223455" y="3046233"/>
              <a:ext cx="5908" cy="209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2229363" y="3046233"/>
              <a:ext cx="5908" cy="209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2235271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2241180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224708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2252996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22589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22648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227072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2276629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228253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228844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229435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230026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230617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231207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231798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232389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232980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23357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234161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234752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235343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235934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194"/>
            <p:cNvSpPr/>
            <p:nvPr/>
          </p:nvSpPr>
          <p:spPr>
            <a:xfrm>
              <a:off x="2365252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rc195"/>
            <p:cNvSpPr/>
            <p:nvPr/>
          </p:nvSpPr>
          <p:spPr>
            <a:xfrm>
              <a:off x="2371160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4B2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196"/>
            <p:cNvSpPr/>
            <p:nvPr/>
          </p:nvSpPr>
          <p:spPr>
            <a:xfrm>
              <a:off x="219096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197"/>
            <p:cNvSpPr/>
            <p:nvPr/>
          </p:nvSpPr>
          <p:spPr>
            <a:xfrm>
              <a:off x="245552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8" name="pl198"/>
            <p:cNvSpPr/>
            <p:nvPr/>
          </p:nvSpPr>
          <p:spPr>
            <a:xfrm>
              <a:off x="245552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l199"/>
            <p:cNvSpPr/>
            <p:nvPr/>
          </p:nvSpPr>
          <p:spPr>
            <a:xfrm>
              <a:off x="245552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l200"/>
            <p:cNvSpPr/>
            <p:nvPr/>
          </p:nvSpPr>
          <p:spPr>
            <a:xfrm>
              <a:off x="245552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24860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25235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25610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25985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26360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l206"/>
            <p:cNvSpPr/>
            <p:nvPr/>
          </p:nvSpPr>
          <p:spPr>
            <a:xfrm>
              <a:off x="245552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l207"/>
            <p:cNvSpPr/>
            <p:nvPr/>
          </p:nvSpPr>
          <p:spPr>
            <a:xfrm>
              <a:off x="245552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l208"/>
            <p:cNvSpPr/>
            <p:nvPr/>
          </p:nvSpPr>
          <p:spPr>
            <a:xfrm>
              <a:off x="245552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l209"/>
            <p:cNvSpPr/>
            <p:nvPr/>
          </p:nvSpPr>
          <p:spPr>
            <a:xfrm>
              <a:off x="24673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l210"/>
            <p:cNvSpPr/>
            <p:nvPr/>
          </p:nvSpPr>
          <p:spPr>
            <a:xfrm>
              <a:off x="25048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l211"/>
            <p:cNvSpPr/>
            <p:nvPr/>
          </p:nvSpPr>
          <p:spPr>
            <a:xfrm>
              <a:off x="25423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212"/>
            <p:cNvSpPr/>
            <p:nvPr/>
          </p:nvSpPr>
          <p:spPr>
            <a:xfrm>
              <a:off x="25798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213"/>
            <p:cNvSpPr/>
            <p:nvPr/>
          </p:nvSpPr>
          <p:spPr>
            <a:xfrm>
              <a:off x="26173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14"/>
            <p:cNvSpPr/>
            <p:nvPr/>
          </p:nvSpPr>
          <p:spPr>
            <a:xfrm>
              <a:off x="2464382" y="1378530"/>
              <a:ext cx="5908" cy="168863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15"/>
            <p:cNvSpPr/>
            <p:nvPr/>
          </p:nvSpPr>
          <p:spPr>
            <a:xfrm>
              <a:off x="2470290" y="2676408"/>
              <a:ext cx="5908" cy="39075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16"/>
            <p:cNvSpPr/>
            <p:nvPr/>
          </p:nvSpPr>
          <p:spPr>
            <a:xfrm>
              <a:off x="2476198" y="2941566"/>
              <a:ext cx="5908" cy="1256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17"/>
            <p:cNvSpPr/>
            <p:nvPr/>
          </p:nvSpPr>
          <p:spPr>
            <a:xfrm>
              <a:off x="2482107" y="3018322"/>
              <a:ext cx="5908" cy="488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18"/>
            <p:cNvSpPr/>
            <p:nvPr/>
          </p:nvSpPr>
          <p:spPr>
            <a:xfrm>
              <a:off x="248801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19"/>
            <p:cNvSpPr/>
            <p:nvPr/>
          </p:nvSpPr>
          <p:spPr>
            <a:xfrm>
              <a:off x="2493923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20"/>
            <p:cNvSpPr/>
            <p:nvPr/>
          </p:nvSpPr>
          <p:spPr>
            <a:xfrm>
              <a:off x="2499831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21"/>
            <p:cNvSpPr/>
            <p:nvPr/>
          </p:nvSpPr>
          <p:spPr>
            <a:xfrm>
              <a:off x="2505739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222"/>
            <p:cNvSpPr/>
            <p:nvPr/>
          </p:nvSpPr>
          <p:spPr>
            <a:xfrm>
              <a:off x="251164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223"/>
            <p:cNvSpPr/>
            <p:nvPr/>
          </p:nvSpPr>
          <p:spPr>
            <a:xfrm>
              <a:off x="251755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224"/>
            <p:cNvSpPr/>
            <p:nvPr/>
          </p:nvSpPr>
          <p:spPr>
            <a:xfrm>
              <a:off x="25234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225"/>
            <p:cNvSpPr/>
            <p:nvPr/>
          </p:nvSpPr>
          <p:spPr>
            <a:xfrm>
              <a:off x="25293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226"/>
            <p:cNvSpPr/>
            <p:nvPr/>
          </p:nvSpPr>
          <p:spPr>
            <a:xfrm>
              <a:off x="253528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227"/>
            <p:cNvSpPr/>
            <p:nvPr/>
          </p:nvSpPr>
          <p:spPr>
            <a:xfrm>
              <a:off x="254118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228"/>
            <p:cNvSpPr/>
            <p:nvPr/>
          </p:nvSpPr>
          <p:spPr>
            <a:xfrm>
              <a:off x="254709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229"/>
            <p:cNvSpPr/>
            <p:nvPr/>
          </p:nvSpPr>
          <p:spPr>
            <a:xfrm>
              <a:off x="255300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230"/>
            <p:cNvSpPr/>
            <p:nvPr/>
          </p:nvSpPr>
          <p:spPr>
            <a:xfrm>
              <a:off x="255891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231"/>
            <p:cNvSpPr/>
            <p:nvPr/>
          </p:nvSpPr>
          <p:spPr>
            <a:xfrm>
              <a:off x="256482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232"/>
            <p:cNvSpPr/>
            <p:nvPr/>
          </p:nvSpPr>
          <p:spPr>
            <a:xfrm>
              <a:off x="257073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233"/>
            <p:cNvSpPr/>
            <p:nvPr/>
          </p:nvSpPr>
          <p:spPr>
            <a:xfrm>
              <a:off x="257663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234"/>
            <p:cNvSpPr/>
            <p:nvPr/>
          </p:nvSpPr>
          <p:spPr>
            <a:xfrm>
              <a:off x="258254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235"/>
            <p:cNvSpPr/>
            <p:nvPr/>
          </p:nvSpPr>
          <p:spPr>
            <a:xfrm>
              <a:off x="258845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236"/>
            <p:cNvSpPr/>
            <p:nvPr/>
          </p:nvSpPr>
          <p:spPr>
            <a:xfrm>
              <a:off x="259436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rc237"/>
            <p:cNvSpPr/>
            <p:nvPr/>
          </p:nvSpPr>
          <p:spPr>
            <a:xfrm>
              <a:off x="260027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rc238"/>
            <p:cNvSpPr/>
            <p:nvPr/>
          </p:nvSpPr>
          <p:spPr>
            <a:xfrm>
              <a:off x="260617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rc239"/>
            <p:cNvSpPr/>
            <p:nvPr/>
          </p:nvSpPr>
          <p:spPr>
            <a:xfrm>
              <a:off x="261208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rc240"/>
            <p:cNvSpPr/>
            <p:nvPr/>
          </p:nvSpPr>
          <p:spPr>
            <a:xfrm>
              <a:off x="261799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rc241"/>
            <p:cNvSpPr/>
            <p:nvPr/>
          </p:nvSpPr>
          <p:spPr>
            <a:xfrm>
              <a:off x="26239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rc242"/>
            <p:cNvSpPr/>
            <p:nvPr/>
          </p:nvSpPr>
          <p:spPr>
            <a:xfrm>
              <a:off x="26298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rc243"/>
            <p:cNvSpPr/>
            <p:nvPr/>
          </p:nvSpPr>
          <p:spPr>
            <a:xfrm>
              <a:off x="26357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D5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rc244"/>
            <p:cNvSpPr/>
            <p:nvPr/>
          </p:nvSpPr>
          <p:spPr>
            <a:xfrm>
              <a:off x="245552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rc245"/>
            <p:cNvSpPr/>
            <p:nvPr/>
          </p:nvSpPr>
          <p:spPr>
            <a:xfrm>
              <a:off x="272008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272008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247"/>
            <p:cNvSpPr/>
            <p:nvPr/>
          </p:nvSpPr>
          <p:spPr>
            <a:xfrm>
              <a:off x="272008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272008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27506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250"/>
            <p:cNvSpPr/>
            <p:nvPr/>
          </p:nvSpPr>
          <p:spPr>
            <a:xfrm>
              <a:off x="27881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28256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28631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29006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272008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272008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272008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27318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27693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28068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28443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28818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rc262"/>
            <p:cNvSpPr/>
            <p:nvPr/>
          </p:nvSpPr>
          <p:spPr>
            <a:xfrm>
              <a:off x="2728942" y="1308752"/>
              <a:ext cx="5908" cy="175841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rc263"/>
            <p:cNvSpPr/>
            <p:nvPr/>
          </p:nvSpPr>
          <p:spPr>
            <a:xfrm>
              <a:off x="2734850" y="2683386"/>
              <a:ext cx="5908" cy="38378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rc264"/>
            <p:cNvSpPr/>
            <p:nvPr/>
          </p:nvSpPr>
          <p:spPr>
            <a:xfrm>
              <a:off x="2740758" y="2934588"/>
              <a:ext cx="5908" cy="1325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rc265"/>
            <p:cNvSpPr/>
            <p:nvPr/>
          </p:nvSpPr>
          <p:spPr>
            <a:xfrm>
              <a:off x="2746667" y="2962499"/>
              <a:ext cx="5908" cy="1046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rc266"/>
            <p:cNvSpPr/>
            <p:nvPr/>
          </p:nvSpPr>
          <p:spPr>
            <a:xfrm>
              <a:off x="2752575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rc267"/>
            <p:cNvSpPr/>
            <p:nvPr/>
          </p:nvSpPr>
          <p:spPr>
            <a:xfrm>
              <a:off x="2758483" y="3046233"/>
              <a:ext cx="5908" cy="209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rc268"/>
            <p:cNvSpPr/>
            <p:nvPr/>
          </p:nvSpPr>
          <p:spPr>
            <a:xfrm>
              <a:off x="2764391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rc269"/>
            <p:cNvSpPr/>
            <p:nvPr/>
          </p:nvSpPr>
          <p:spPr>
            <a:xfrm>
              <a:off x="2770299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rc270"/>
            <p:cNvSpPr/>
            <p:nvPr/>
          </p:nvSpPr>
          <p:spPr>
            <a:xfrm>
              <a:off x="2776208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rc271"/>
            <p:cNvSpPr/>
            <p:nvPr/>
          </p:nvSpPr>
          <p:spPr>
            <a:xfrm>
              <a:off x="27821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rc272"/>
            <p:cNvSpPr/>
            <p:nvPr/>
          </p:nvSpPr>
          <p:spPr>
            <a:xfrm>
              <a:off x="27880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rc273"/>
            <p:cNvSpPr/>
            <p:nvPr/>
          </p:nvSpPr>
          <p:spPr>
            <a:xfrm>
              <a:off x="27939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rc274"/>
            <p:cNvSpPr/>
            <p:nvPr/>
          </p:nvSpPr>
          <p:spPr>
            <a:xfrm>
              <a:off x="279984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rc275"/>
            <p:cNvSpPr/>
            <p:nvPr/>
          </p:nvSpPr>
          <p:spPr>
            <a:xfrm>
              <a:off x="280574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rc276"/>
            <p:cNvSpPr/>
            <p:nvPr/>
          </p:nvSpPr>
          <p:spPr>
            <a:xfrm>
              <a:off x="281165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rc277"/>
            <p:cNvSpPr/>
            <p:nvPr/>
          </p:nvSpPr>
          <p:spPr>
            <a:xfrm>
              <a:off x="281756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rc278"/>
            <p:cNvSpPr/>
            <p:nvPr/>
          </p:nvSpPr>
          <p:spPr>
            <a:xfrm>
              <a:off x="282347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rc279"/>
            <p:cNvSpPr/>
            <p:nvPr/>
          </p:nvSpPr>
          <p:spPr>
            <a:xfrm>
              <a:off x="282938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rc280"/>
            <p:cNvSpPr/>
            <p:nvPr/>
          </p:nvSpPr>
          <p:spPr>
            <a:xfrm>
              <a:off x="283529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rc281"/>
            <p:cNvSpPr/>
            <p:nvPr/>
          </p:nvSpPr>
          <p:spPr>
            <a:xfrm>
              <a:off x="28411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rc282"/>
            <p:cNvSpPr/>
            <p:nvPr/>
          </p:nvSpPr>
          <p:spPr>
            <a:xfrm>
              <a:off x="284710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rc283"/>
            <p:cNvSpPr/>
            <p:nvPr/>
          </p:nvSpPr>
          <p:spPr>
            <a:xfrm>
              <a:off x="285301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rc284"/>
            <p:cNvSpPr/>
            <p:nvPr/>
          </p:nvSpPr>
          <p:spPr>
            <a:xfrm>
              <a:off x="285892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rc285"/>
            <p:cNvSpPr/>
            <p:nvPr/>
          </p:nvSpPr>
          <p:spPr>
            <a:xfrm>
              <a:off x="28648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rc286"/>
            <p:cNvSpPr/>
            <p:nvPr/>
          </p:nvSpPr>
          <p:spPr>
            <a:xfrm>
              <a:off x="28707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rc287"/>
            <p:cNvSpPr/>
            <p:nvPr/>
          </p:nvSpPr>
          <p:spPr>
            <a:xfrm>
              <a:off x="287664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rc288"/>
            <p:cNvSpPr/>
            <p:nvPr/>
          </p:nvSpPr>
          <p:spPr>
            <a:xfrm>
              <a:off x="288255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rc289"/>
            <p:cNvSpPr/>
            <p:nvPr/>
          </p:nvSpPr>
          <p:spPr>
            <a:xfrm>
              <a:off x="28884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rc290"/>
            <p:cNvSpPr/>
            <p:nvPr/>
          </p:nvSpPr>
          <p:spPr>
            <a:xfrm>
              <a:off x="28943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rc291"/>
            <p:cNvSpPr/>
            <p:nvPr/>
          </p:nvSpPr>
          <p:spPr>
            <a:xfrm>
              <a:off x="29002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C1A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rc292"/>
            <p:cNvSpPr/>
            <p:nvPr/>
          </p:nvSpPr>
          <p:spPr>
            <a:xfrm>
              <a:off x="272008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rc293"/>
            <p:cNvSpPr/>
            <p:nvPr/>
          </p:nvSpPr>
          <p:spPr>
            <a:xfrm>
              <a:off x="298464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298464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298464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298464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30152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30526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30901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31276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31651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298464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298464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298464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29964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30339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30714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31089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31464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rc310"/>
            <p:cNvSpPr/>
            <p:nvPr/>
          </p:nvSpPr>
          <p:spPr>
            <a:xfrm>
              <a:off x="2993502" y="1839068"/>
              <a:ext cx="5908" cy="122809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rc311"/>
            <p:cNvSpPr/>
            <p:nvPr/>
          </p:nvSpPr>
          <p:spPr>
            <a:xfrm>
              <a:off x="2999410" y="2878765"/>
              <a:ext cx="5908" cy="1884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rc312"/>
            <p:cNvSpPr/>
            <p:nvPr/>
          </p:nvSpPr>
          <p:spPr>
            <a:xfrm>
              <a:off x="3005318" y="3004366"/>
              <a:ext cx="5908" cy="628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rc313"/>
            <p:cNvSpPr/>
            <p:nvPr/>
          </p:nvSpPr>
          <p:spPr>
            <a:xfrm>
              <a:off x="3011227" y="3018322"/>
              <a:ext cx="5908" cy="4884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rc314"/>
            <p:cNvSpPr/>
            <p:nvPr/>
          </p:nvSpPr>
          <p:spPr>
            <a:xfrm>
              <a:off x="3017135" y="3039256"/>
              <a:ext cx="5908" cy="2791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rc315"/>
            <p:cNvSpPr/>
            <p:nvPr/>
          </p:nvSpPr>
          <p:spPr>
            <a:xfrm>
              <a:off x="3023043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rc316"/>
            <p:cNvSpPr/>
            <p:nvPr/>
          </p:nvSpPr>
          <p:spPr>
            <a:xfrm>
              <a:off x="302895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rc317"/>
            <p:cNvSpPr/>
            <p:nvPr/>
          </p:nvSpPr>
          <p:spPr>
            <a:xfrm>
              <a:off x="3034859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rc318"/>
            <p:cNvSpPr/>
            <p:nvPr/>
          </p:nvSpPr>
          <p:spPr>
            <a:xfrm>
              <a:off x="304076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rc319"/>
            <p:cNvSpPr/>
            <p:nvPr/>
          </p:nvSpPr>
          <p:spPr>
            <a:xfrm>
              <a:off x="304667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rc320"/>
            <p:cNvSpPr/>
            <p:nvPr/>
          </p:nvSpPr>
          <p:spPr>
            <a:xfrm>
              <a:off x="30525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rc321"/>
            <p:cNvSpPr/>
            <p:nvPr/>
          </p:nvSpPr>
          <p:spPr>
            <a:xfrm>
              <a:off x="30584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rc322"/>
            <p:cNvSpPr/>
            <p:nvPr/>
          </p:nvSpPr>
          <p:spPr>
            <a:xfrm>
              <a:off x="30644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rc323"/>
            <p:cNvSpPr/>
            <p:nvPr/>
          </p:nvSpPr>
          <p:spPr>
            <a:xfrm>
              <a:off x="307030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rc324"/>
            <p:cNvSpPr/>
            <p:nvPr/>
          </p:nvSpPr>
          <p:spPr>
            <a:xfrm>
              <a:off x="307621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rc325"/>
            <p:cNvSpPr/>
            <p:nvPr/>
          </p:nvSpPr>
          <p:spPr>
            <a:xfrm>
              <a:off x="308212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rc326"/>
            <p:cNvSpPr/>
            <p:nvPr/>
          </p:nvSpPr>
          <p:spPr>
            <a:xfrm>
              <a:off x="308803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rc327"/>
            <p:cNvSpPr/>
            <p:nvPr/>
          </p:nvSpPr>
          <p:spPr>
            <a:xfrm>
              <a:off x="309394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rc328"/>
            <p:cNvSpPr/>
            <p:nvPr/>
          </p:nvSpPr>
          <p:spPr>
            <a:xfrm>
              <a:off x="309985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rc329"/>
            <p:cNvSpPr/>
            <p:nvPr/>
          </p:nvSpPr>
          <p:spPr>
            <a:xfrm>
              <a:off x="310575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rc330"/>
            <p:cNvSpPr/>
            <p:nvPr/>
          </p:nvSpPr>
          <p:spPr>
            <a:xfrm>
              <a:off x="311166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rc331"/>
            <p:cNvSpPr/>
            <p:nvPr/>
          </p:nvSpPr>
          <p:spPr>
            <a:xfrm>
              <a:off x="311757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rc332"/>
            <p:cNvSpPr/>
            <p:nvPr/>
          </p:nvSpPr>
          <p:spPr>
            <a:xfrm>
              <a:off x="312348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rc333"/>
            <p:cNvSpPr/>
            <p:nvPr/>
          </p:nvSpPr>
          <p:spPr>
            <a:xfrm>
              <a:off x="312939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rc334"/>
            <p:cNvSpPr/>
            <p:nvPr/>
          </p:nvSpPr>
          <p:spPr>
            <a:xfrm>
              <a:off x="313529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rc335"/>
            <p:cNvSpPr/>
            <p:nvPr/>
          </p:nvSpPr>
          <p:spPr>
            <a:xfrm>
              <a:off x="314120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rc336"/>
            <p:cNvSpPr/>
            <p:nvPr/>
          </p:nvSpPr>
          <p:spPr>
            <a:xfrm>
              <a:off x="314711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rc337"/>
            <p:cNvSpPr/>
            <p:nvPr/>
          </p:nvSpPr>
          <p:spPr>
            <a:xfrm>
              <a:off x="31530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rc338"/>
            <p:cNvSpPr/>
            <p:nvPr/>
          </p:nvSpPr>
          <p:spPr>
            <a:xfrm>
              <a:off x="31589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rc339"/>
            <p:cNvSpPr/>
            <p:nvPr/>
          </p:nvSpPr>
          <p:spPr>
            <a:xfrm>
              <a:off x="316484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DE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rc340"/>
            <p:cNvSpPr/>
            <p:nvPr/>
          </p:nvSpPr>
          <p:spPr>
            <a:xfrm>
              <a:off x="298464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rc341"/>
            <p:cNvSpPr/>
            <p:nvPr/>
          </p:nvSpPr>
          <p:spPr>
            <a:xfrm>
              <a:off x="324920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2" name="pl342"/>
            <p:cNvSpPr/>
            <p:nvPr/>
          </p:nvSpPr>
          <p:spPr>
            <a:xfrm>
              <a:off x="324920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343"/>
            <p:cNvSpPr/>
            <p:nvPr/>
          </p:nvSpPr>
          <p:spPr>
            <a:xfrm>
              <a:off x="324920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l344"/>
            <p:cNvSpPr/>
            <p:nvPr/>
          </p:nvSpPr>
          <p:spPr>
            <a:xfrm>
              <a:off x="324920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l345"/>
            <p:cNvSpPr/>
            <p:nvPr/>
          </p:nvSpPr>
          <p:spPr>
            <a:xfrm>
              <a:off x="32797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l346"/>
            <p:cNvSpPr/>
            <p:nvPr/>
          </p:nvSpPr>
          <p:spPr>
            <a:xfrm>
              <a:off x="331725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l347"/>
            <p:cNvSpPr/>
            <p:nvPr/>
          </p:nvSpPr>
          <p:spPr>
            <a:xfrm>
              <a:off x="33547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l348"/>
            <p:cNvSpPr/>
            <p:nvPr/>
          </p:nvSpPr>
          <p:spPr>
            <a:xfrm>
              <a:off x="339223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l349"/>
            <p:cNvSpPr/>
            <p:nvPr/>
          </p:nvSpPr>
          <p:spPr>
            <a:xfrm>
              <a:off x="342973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l350"/>
            <p:cNvSpPr/>
            <p:nvPr/>
          </p:nvSpPr>
          <p:spPr>
            <a:xfrm>
              <a:off x="324920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l351"/>
            <p:cNvSpPr/>
            <p:nvPr/>
          </p:nvSpPr>
          <p:spPr>
            <a:xfrm>
              <a:off x="324920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l352"/>
            <p:cNvSpPr/>
            <p:nvPr/>
          </p:nvSpPr>
          <p:spPr>
            <a:xfrm>
              <a:off x="324920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l353"/>
            <p:cNvSpPr/>
            <p:nvPr/>
          </p:nvSpPr>
          <p:spPr>
            <a:xfrm>
              <a:off x="326101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l354"/>
            <p:cNvSpPr/>
            <p:nvPr/>
          </p:nvSpPr>
          <p:spPr>
            <a:xfrm>
              <a:off x="329850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l355"/>
            <p:cNvSpPr/>
            <p:nvPr/>
          </p:nvSpPr>
          <p:spPr>
            <a:xfrm>
              <a:off x="333600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33734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34109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rc358"/>
            <p:cNvSpPr/>
            <p:nvPr/>
          </p:nvSpPr>
          <p:spPr>
            <a:xfrm>
              <a:off x="3258062" y="1287818"/>
              <a:ext cx="5908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rc359"/>
            <p:cNvSpPr/>
            <p:nvPr/>
          </p:nvSpPr>
          <p:spPr>
            <a:xfrm>
              <a:off x="3263970" y="2990411"/>
              <a:ext cx="5908" cy="767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rc360"/>
            <p:cNvSpPr/>
            <p:nvPr/>
          </p:nvSpPr>
          <p:spPr>
            <a:xfrm>
              <a:off x="3269878" y="3046233"/>
              <a:ext cx="5908" cy="209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rc361"/>
            <p:cNvSpPr/>
            <p:nvPr/>
          </p:nvSpPr>
          <p:spPr>
            <a:xfrm>
              <a:off x="3275787" y="3032278"/>
              <a:ext cx="5908" cy="348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rc362"/>
            <p:cNvSpPr/>
            <p:nvPr/>
          </p:nvSpPr>
          <p:spPr>
            <a:xfrm>
              <a:off x="3281695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rc363"/>
            <p:cNvSpPr/>
            <p:nvPr/>
          </p:nvSpPr>
          <p:spPr>
            <a:xfrm>
              <a:off x="3287603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rc364"/>
            <p:cNvSpPr/>
            <p:nvPr/>
          </p:nvSpPr>
          <p:spPr>
            <a:xfrm>
              <a:off x="32935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rc365"/>
            <p:cNvSpPr/>
            <p:nvPr/>
          </p:nvSpPr>
          <p:spPr>
            <a:xfrm>
              <a:off x="329941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rc366"/>
            <p:cNvSpPr/>
            <p:nvPr/>
          </p:nvSpPr>
          <p:spPr>
            <a:xfrm>
              <a:off x="330532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rc367"/>
            <p:cNvSpPr/>
            <p:nvPr/>
          </p:nvSpPr>
          <p:spPr>
            <a:xfrm>
              <a:off x="331123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rc368"/>
            <p:cNvSpPr/>
            <p:nvPr/>
          </p:nvSpPr>
          <p:spPr>
            <a:xfrm>
              <a:off x="331714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rc369"/>
            <p:cNvSpPr/>
            <p:nvPr/>
          </p:nvSpPr>
          <p:spPr>
            <a:xfrm>
              <a:off x="33230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rc370"/>
            <p:cNvSpPr/>
            <p:nvPr/>
          </p:nvSpPr>
          <p:spPr>
            <a:xfrm>
              <a:off x="332896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rc371"/>
            <p:cNvSpPr/>
            <p:nvPr/>
          </p:nvSpPr>
          <p:spPr>
            <a:xfrm>
              <a:off x="333486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rc372"/>
            <p:cNvSpPr/>
            <p:nvPr/>
          </p:nvSpPr>
          <p:spPr>
            <a:xfrm>
              <a:off x="334077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rc373"/>
            <p:cNvSpPr/>
            <p:nvPr/>
          </p:nvSpPr>
          <p:spPr>
            <a:xfrm>
              <a:off x="334668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rc374"/>
            <p:cNvSpPr/>
            <p:nvPr/>
          </p:nvSpPr>
          <p:spPr>
            <a:xfrm>
              <a:off x="335259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rc375"/>
            <p:cNvSpPr/>
            <p:nvPr/>
          </p:nvSpPr>
          <p:spPr>
            <a:xfrm>
              <a:off x="335850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rc376"/>
            <p:cNvSpPr/>
            <p:nvPr/>
          </p:nvSpPr>
          <p:spPr>
            <a:xfrm>
              <a:off x="336441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rc377"/>
            <p:cNvSpPr/>
            <p:nvPr/>
          </p:nvSpPr>
          <p:spPr>
            <a:xfrm>
              <a:off x="337031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rc378"/>
            <p:cNvSpPr/>
            <p:nvPr/>
          </p:nvSpPr>
          <p:spPr>
            <a:xfrm>
              <a:off x="337622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rc379"/>
            <p:cNvSpPr/>
            <p:nvPr/>
          </p:nvSpPr>
          <p:spPr>
            <a:xfrm>
              <a:off x="338213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rc380"/>
            <p:cNvSpPr/>
            <p:nvPr/>
          </p:nvSpPr>
          <p:spPr>
            <a:xfrm>
              <a:off x="338804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rc381"/>
            <p:cNvSpPr/>
            <p:nvPr/>
          </p:nvSpPr>
          <p:spPr>
            <a:xfrm>
              <a:off x="339395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rc382"/>
            <p:cNvSpPr/>
            <p:nvPr/>
          </p:nvSpPr>
          <p:spPr>
            <a:xfrm>
              <a:off x="339985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rc383"/>
            <p:cNvSpPr/>
            <p:nvPr/>
          </p:nvSpPr>
          <p:spPr>
            <a:xfrm>
              <a:off x="340576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rc384"/>
            <p:cNvSpPr/>
            <p:nvPr/>
          </p:nvSpPr>
          <p:spPr>
            <a:xfrm>
              <a:off x="341167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rc385"/>
            <p:cNvSpPr/>
            <p:nvPr/>
          </p:nvSpPr>
          <p:spPr>
            <a:xfrm>
              <a:off x="341758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rc386"/>
            <p:cNvSpPr/>
            <p:nvPr/>
          </p:nvSpPr>
          <p:spPr>
            <a:xfrm>
              <a:off x="342349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rc387"/>
            <p:cNvSpPr/>
            <p:nvPr/>
          </p:nvSpPr>
          <p:spPr>
            <a:xfrm>
              <a:off x="342940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A6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324920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351376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0" name="pl390"/>
            <p:cNvSpPr/>
            <p:nvPr/>
          </p:nvSpPr>
          <p:spPr>
            <a:xfrm>
              <a:off x="351376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l391"/>
            <p:cNvSpPr/>
            <p:nvPr/>
          </p:nvSpPr>
          <p:spPr>
            <a:xfrm>
              <a:off x="351376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l392"/>
            <p:cNvSpPr/>
            <p:nvPr/>
          </p:nvSpPr>
          <p:spPr>
            <a:xfrm>
              <a:off x="351376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l393"/>
            <p:cNvSpPr/>
            <p:nvPr/>
          </p:nvSpPr>
          <p:spPr>
            <a:xfrm>
              <a:off x="354432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l394"/>
            <p:cNvSpPr/>
            <p:nvPr/>
          </p:nvSpPr>
          <p:spPr>
            <a:xfrm>
              <a:off x="358181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l395"/>
            <p:cNvSpPr/>
            <p:nvPr/>
          </p:nvSpPr>
          <p:spPr>
            <a:xfrm>
              <a:off x="36193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l396"/>
            <p:cNvSpPr/>
            <p:nvPr/>
          </p:nvSpPr>
          <p:spPr>
            <a:xfrm>
              <a:off x="36567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l397"/>
            <p:cNvSpPr/>
            <p:nvPr/>
          </p:nvSpPr>
          <p:spPr>
            <a:xfrm>
              <a:off x="36942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l398"/>
            <p:cNvSpPr/>
            <p:nvPr/>
          </p:nvSpPr>
          <p:spPr>
            <a:xfrm>
              <a:off x="351376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l399"/>
            <p:cNvSpPr/>
            <p:nvPr/>
          </p:nvSpPr>
          <p:spPr>
            <a:xfrm>
              <a:off x="351376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l400"/>
            <p:cNvSpPr/>
            <p:nvPr/>
          </p:nvSpPr>
          <p:spPr>
            <a:xfrm>
              <a:off x="351376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35255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356306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360056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36380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36755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rc406"/>
            <p:cNvSpPr/>
            <p:nvPr/>
          </p:nvSpPr>
          <p:spPr>
            <a:xfrm>
              <a:off x="3522622" y="2383339"/>
              <a:ext cx="5908" cy="6838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rc407"/>
            <p:cNvSpPr/>
            <p:nvPr/>
          </p:nvSpPr>
          <p:spPr>
            <a:xfrm>
              <a:off x="3528530" y="3004366"/>
              <a:ext cx="5908" cy="628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rc408"/>
            <p:cNvSpPr/>
            <p:nvPr/>
          </p:nvSpPr>
          <p:spPr>
            <a:xfrm>
              <a:off x="3534438" y="3032278"/>
              <a:ext cx="5908" cy="348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rc409"/>
            <p:cNvSpPr/>
            <p:nvPr/>
          </p:nvSpPr>
          <p:spPr>
            <a:xfrm>
              <a:off x="3540347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rc410"/>
            <p:cNvSpPr/>
            <p:nvPr/>
          </p:nvSpPr>
          <p:spPr>
            <a:xfrm>
              <a:off x="3546255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rc411"/>
            <p:cNvSpPr/>
            <p:nvPr/>
          </p:nvSpPr>
          <p:spPr>
            <a:xfrm>
              <a:off x="3552163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rc412"/>
            <p:cNvSpPr/>
            <p:nvPr/>
          </p:nvSpPr>
          <p:spPr>
            <a:xfrm>
              <a:off x="355807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rc413"/>
            <p:cNvSpPr/>
            <p:nvPr/>
          </p:nvSpPr>
          <p:spPr>
            <a:xfrm>
              <a:off x="356397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rc414"/>
            <p:cNvSpPr/>
            <p:nvPr/>
          </p:nvSpPr>
          <p:spPr>
            <a:xfrm>
              <a:off x="356988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357579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35817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35876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35935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359942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360533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361124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361715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362306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362897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363487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364078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364669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365260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365851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366441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367032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367623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368214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368805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369396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B385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351376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377832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8" name="pl438"/>
            <p:cNvSpPr/>
            <p:nvPr/>
          </p:nvSpPr>
          <p:spPr>
            <a:xfrm>
              <a:off x="377832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l439"/>
            <p:cNvSpPr/>
            <p:nvPr/>
          </p:nvSpPr>
          <p:spPr>
            <a:xfrm>
              <a:off x="377832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l440"/>
            <p:cNvSpPr/>
            <p:nvPr/>
          </p:nvSpPr>
          <p:spPr>
            <a:xfrm>
              <a:off x="377832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l441"/>
            <p:cNvSpPr/>
            <p:nvPr/>
          </p:nvSpPr>
          <p:spPr>
            <a:xfrm>
              <a:off x="38088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l442"/>
            <p:cNvSpPr/>
            <p:nvPr/>
          </p:nvSpPr>
          <p:spPr>
            <a:xfrm>
              <a:off x="38463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l443"/>
            <p:cNvSpPr/>
            <p:nvPr/>
          </p:nvSpPr>
          <p:spPr>
            <a:xfrm>
              <a:off x="38838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l444"/>
            <p:cNvSpPr/>
            <p:nvPr/>
          </p:nvSpPr>
          <p:spPr>
            <a:xfrm>
              <a:off x="392135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l445"/>
            <p:cNvSpPr/>
            <p:nvPr/>
          </p:nvSpPr>
          <p:spPr>
            <a:xfrm>
              <a:off x="395885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l446"/>
            <p:cNvSpPr/>
            <p:nvPr/>
          </p:nvSpPr>
          <p:spPr>
            <a:xfrm>
              <a:off x="377832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l447"/>
            <p:cNvSpPr/>
            <p:nvPr/>
          </p:nvSpPr>
          <p:spPr>
            <a:xfrm>
              <a:off x="377832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l448"/>
            <p:cNvSpPr/>
            <p:nvPr/>
          </p:nvSpPr>
          <p:spPr>
            <a:xfrm>
              <a:off x="377832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l449"/>
            <p:cNvSpPr/>
            <p:nvPr/>
          </p:nvSpPr>
          <p:spPr>
            <a:xfrm>
              <a:off x="379013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l450"/>
            <p:cNvSpPr/>
            <p:nvPr/>
          </p:nvSpPr>
          <p:spPr>
            <a:xfrm>
              <a:off x="382762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l451"/>
            <p:cNvSpPr/>
            <p:nvPr/>
          </p:nvSpPr>
          <p:spPr>
            <a:xfrm>
              <a:off x="386512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l452"/>
            <p:cNvSpPr/>
            <p:nvPr/>
          </p:nvSpPr>
          <p:spPr>
            <a:xfrm>
              <a:off x="39026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l453"/>
            <p:cNvSpPr/>
            <p:nvPr/>
          </p:nvSpPr>
          <p:spPr>
            <a:xfrm>
              <a:off x="39401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rc454"/>
            <p:cNvSpPr/>
            <p:nvPr/>
          </p:nvSpPr>
          <p:spPr>
            <a:xfrm>
              <a:off x="3787182" y="2327516"/>
              <a:ext cx="5908" cy="73965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rc455"/>
            <p:cNvSpPr/>
            <p:nvPr/>
          </p:nvSpPr>
          <p:spPr>
            <a:xfrm>
              <a:off x="3793090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rc456"/>
            <p:cNvSpPr/>
            <p:nvPr/>
          </p:nvSpPr>
          <p:spPr>
            <a:xfrm>
              <a:off x="3798998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rc457"/>
            <p:cNvSpPr/>
            <p:nvPr/>
          </p:nvSpPr>
          <p:spPr>
            <a:xfrm>
              <a:off x="3804907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rc458"/>
            <p:cNvSpPr/>
            <p:nvPr/>
          </p:nvSpPr>
          <p:spPr>
            <a:xfrm>
              <a:off x="3810815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rc459"/>
            <p:cNvSpPr/>
            <p:nvPr/>
          </p:nvSpPr>
          <p:spPr>
            <a:xfrm>
              <a:off x="381672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rc460"/>
            <p:cNvSpPr/>
            <p:nvPr/>
          </p:nvSpPr>
          <p:spPr>
            <a:xfrm>
              <a:off x="38226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rc461"/>
            <p:cNvSpPr/>
            <p:nvPr/>
          </p:nvSpPr>
          <p:spPr>
            <a:xfrm>
              <a:off x="38285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rc462"/>
            <p:cNvSpPr/>
            <p:nvPr/>
          </p:nvSpPr>
          <p:spPr>
            <a:xfrm>
              <a:off x="383444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rc463"/>
            <p:cNvSpPr/>
            <p:nvPr/>
          </p:nvSpPr>
          <p:spPr>
            <a:xfrm>
              <a:off x="384035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rc464"/>
            <p:cNvSpPr/>
            <p:nvPr/>
          </p:nvSpPr>
          <p:spPr>
            <a:xfrm>
              <a:off x="38462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rc465"/>
            <p:cNvSpPr/>
            <p:nvPr/>
          </p:nvSpPr>
          <p:spPr>
            <a:xfrm>
              <a:off x="38521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rc466"/>
            <p:cNvSpPr/>
            <p:nvPr/>
          </p:nvSpPr>
          <p:spPr>
            <a:xfrm>
              <a:off x="38580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rc467"/>
            <p:cNvSpPr/>
            <p:nvPr/>
          </p:nvSpPr>
          <p:spPr>
            <a:xfrm>
              <a:off x="386398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rc468"/>
            <p:cNvSpPr/>
            <p:nvPr/>
          </p:nvSpPr>
          <p:spPr>
            <a:xfrm>
              <a:off x="386989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rc469"/>
            <p:cNvSpPr/>
            <p:nvPr/>
          </p:nvSpPr>
          <p:spPr>
            <a:xfrm>
              <a:off x="387580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rc470"/>
            <p:cNvSpPr/>
            <p:nvPr/>
          </p:nvSpPr>
          <p:spPr>
            <a:xfrm>
              <a:off x="388171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rc471"/>
            <p:cNvSpPr/>
            <p:nvPr/>
          </p:nvSpPr>
          <p:spPr>
            <a:xfrm>
              <a:off x="388762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rc472"/>
            <p:cNvSpPr/>
            <p:nvPr/>
          </p:nvSpPr>
          <p:spPr>
            <a:xfrm>
              <a:off x="389353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rc473"/>
            <p:cNvSpPr/>
            <p:nvPr/>
          </p:nvSpPr>
          <p:spPr>
            <a:xfrm>
              <a:off x="389943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rc474"/>
            <p:cNvSpPr/>
            <p:nvPr/>
          </p:nvSpPr>
          <p:spPr>
            <a:xfrm>
              <a:off x="390534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rc475"/>
            <p:cNvSpPr/>
            <p:nvPr/>
          </p:nvSpPr>
          <p:spPr>
            <a:xfrm>
              <a:off x="391125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rc476"/>
            <p:cNvSpPr/>
            <p:nvPr/>
          </p:nvSpPr>
          <p:spPr>
            <a:xfrm>
              <a:off x="391716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rc477"/>
            <p:cNvSpPr/>
            <p:nvPr/>
          </p:nvSpPr>
          <p:spPr>
            <a:xfrm>
              <a:off x="392307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rc478"/>
            <p:cNvSpPr/>
            <p:nvPr/>
          </p:nvSpPr>
          <p:spPr>
            <a:xfrm>
              <a:off x="392897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rc479"/>
            <p:cNvSpPr/>
            <p:nvPr/>
          </p:nvSpPr>
          <p:spPr>
            <a:xfrm>
              <a:off x="393488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rc480"/>
            <p:cNvSpPr/>
            <p:nvPr/>
          </p:nvSpPr>
          <p:spPr>
            <a:xfrm>
              <a:off x="394079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rc481"/>
            <p:cNvSpPr/>
            <p:nvPr/>
          </p:nvSpPr>
          <p:spPr>
            <a:xfrm>
              <a:off x="394670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rc482"/>
            <p:cNvSpPr/>
            <p:nvPr/>
          </p:nvSpPr>
          <p:spPr>
            <a:xfrm>
              <a:off x="395261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rc483"/>
            <p:cNvSpPr/>
            <p:nvPr/>
          </p:nvSpPr>
          <p:spPr>
            <a:xfrm>
              <a:off x="395852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EF67E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rc484"/>
            <p:cNvSpPr/>
            <p:nvPr/>
          </p:nvSpPr>
          <p:spPr>
            <a:xfrm>
              <a:off x="377832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rc485"/>
            <p:cNvSpPr/>
            <p:nvPr/>
          </p:nvSpPr>
          <p:spPr>
            <a:xfrm>
              <a:off x="404288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6" name="pl486"/>
            <p:cNvSpPr/>
            <p:nvPr/>
          </p:nvSpPr>
          <p:spPr>
            <a:xfrm>
              <a:off x="404288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l487"/>
            <p:cNvSpPr/>
            <p:nvPr/>
          </p:nvSpPr>
          <p:spPr>
            <a:xfrm>
              <a:off x="404288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l488"/>
            <p:cNvSpPr/>
            <p:nvPr/>
          </p:nvSpPr>
          <p:spPr>
            <a:xfrm>
              <a:off x="404288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l489"/>
            <p:cNvSpPr/>
            <p:nvPr/>
          </p:nvSpPr>
          <p:spPr>
            <a:xfrm>
              <a:off x="40734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l490"/>
            <p:cNvSpPr/>
            <p:nvPr/>
          </p:nvSpPr>
          <p:spPr>
            <a:xfrm>
              <a:off x="411093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l491"/>
            <p:cNvSpPr/>
            <p:nvPr/>
          </p:nvSpPr>
          <p:spPr>
            <a:xfrm>
              <a:off x="41484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l492"/>
            <p:cNvSpPr/>
            <p:nvPr/>
          </p:nvSpPr>
          <p:spPr>
            <a:xfrm>
              <a:off x="418591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l493"/>
            <p:cNvSpPr/>
            <p:nvPr/>
          </p:nvSpPr>
          <p:spPr>
            <a:xfrm>
              <a:off x="422341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l494"/>
            <p:cNvSpPr/>
            <p:nvPr/>
          </p:nvSpPr>
          <p:spPr>
            <a:xfrm>
              <a:off x="404288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l495"/>
            <p:cNvSpPr/>
            <p:nvPr/>
          </p:nvSpPr>
          <p:spPr>
            <a:xfrm>
              <a:off x="404288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l496"/>
            <p:cNvSpPr/>
            <p:nvPr/>
          </p:nvSpPr>
          <p:spPr>
            <a:xfrm>
              <a:off x="404288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l497"/>
            <p:cNvSpPr/>
            <p:nvPr/>
          </p:nvSpPr>
          <p:spPr>
            <a:xfrm>
              <a:off x="405469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l498"/>
            <p:cNvSpPr/>
            <p:nvPr/>
          </p:nvSpPr>
          <p:spPr>
            <a:xfrm>
              <a:off x="409218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l499"/>
            <p:cNvSpPr/>
            <p:nvPr/>
          </p:nvSpPr>
          <p:spPr>
            <a:xfrm>
              <a:off x="412968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l500"/>
            <p:cNvSpPr/>
            <p:nvPr/>
          </p:nvSpPr>
          <p:spPr>
            <a:xfrm>
              <a:off x="41671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l501"/>
            <p:cNvSpPr/>
            <p:nvPr/>
          </p:nvSpPr>
          <p:spPr>
            <a:xfrm>
              <a:off x="42046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rc502"/>
            <p:cNvSpPr/>
            <p:nvPr/>
          </p:nvSpPr>
          <p:spPr>
            <a:xfrm>
              <a:off x="4051742" y="1650666"/>
              <a:ext cx="5908" cy="141650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rc503"/>
            <p:cNvSpPr/>
            <p:nvPr/>
          </p:nvSpPr>
          <p:spPr>
            <a:xfrm>
              <a:off x="4057650" y="3004366"/>
              <a:ext cx="5908" cy="6280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rc504"/>
            <p:cNvSpPr/>
            <p:nvPr/>
          </p:nvSpPr>
          <p:spPr>
            <a:xfrm>
              <a:off x="4063558" y="3046233"/>
              <a:ext cx="5908" cy="2093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rc505"/>
            <p:cNvSpPr/>
            <p:nvPr/>
          </p:nvSpPr>
          <p:spPr>
            <a:xfrm>
              <a:off x="4069466" y="3053211"/>
              <a:ext cx="5908" cy="139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rc506"/>
            <p:cNvSpPr/>
            <p:nvPr/>
          </p:nvSpPr>
          <p:spPr>
            <a:xfrm>
              <a:off x="4075375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rc507"/>
            <p:cNvSpPr/>
            <p:nvPr/>
          </p:nvSpPr>
          <p:spPr>
            <a:xfrm>
              <a:off x="408128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rc508"/>
            <p:cNvSpPr/>
            <p:nvPr/>
          </p:nvSpPr>
          <p:spPr>
            <a:xfrm>
              <a:off x="408719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rc509"/>
            <p:cNvSpPr/>
            <p:nvPr/>
          </p:nvSpPr>
          <p:spPr>
            <a:xfrm>
              <a:off x="409309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rc510"/>
            <p:cNvSpPr/>
            <p:nvPr/>
          </p:nvSpPr>
          <p:spPr>
            <a:xfrm>
              <a:off x="4099008" y="3060189"/>
              <a:ext cx="5908" cy="69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rc511"/>
            <p:cNvSpPr/>
            <p:nvPr/>
          </p:nvSpPr>
          <p:spPr>
            <a:xfrm>
              <a:off x="410491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rc512"/>
            <p:cNvSpPr/>
            <p:nvPr/>
          </p:nvSpPr>
          <p:spPr>
            <a:xfrm>
              <a:off x="411082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rc513"/>
            <p:cNvSpPr/>
            <p:nvPr/>
          </p:nvSpPr>
          <p:spPr>
            <a:xfrm>
              <a:off x="411673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rc514"/>
            <p:cNvSpPr/>
            <p:nvPr/>
          </p:nvSpPr>
          <p:spPr>
            <a:xfrm>
              <a:off x="412264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rc515"/>
            <p:cNvSpPr/>
            <p:nvPr/>
          </p:nvSpPr>
          <p:spPr>
            <a:xfrm>
              <a:off x="412854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rc516"/>
            <p:cNvSpPr/>
            <p:nvPr/>
          </p:nvSpPr>
          <p:spPr>
            <a:xfrm>
              <a:off x="413445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rc517"/>
            <p:cNvSpPr/>
            <p:nvPr/>
          </p:nvSpPr>
          <p:spPr>
            <a:xfrm>
              <a:off x="414036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rc518"/>
            <p:cNvSpPr/>
            <p:nvPr/>
          </p:nvSpPr>
          <p:spPr>
            <a:xfrm>
              <a:off x="4146273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rc519"/>
            <p:cNvSpPr/>
            <p:nvPr/>
          </p:nvSpPr>
          <p:spPr>
            <a:xfrm>
              <a:off x="415218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rc520"/>
            <p:cNvSpPr/>
            <p:nvPr/>
          </p:nvSpPr>
          <p:spPr>
            <a:xfrm>
              <a:off x="415809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rc521"/>
            <p:cNvSpPr/>
            <p:nvPr/>
          </p:nvSpPr>
          <p:spPr>
            <a:xfrm>
              <a:off x="4163998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rc522"/>
            <p:cNvSpPr/>
            <p:nvPr/>
          </p:nvSpPr>
          <p:spPr>
            <a:xfrm>
              <a:off x="4169906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rc523"/>
            <p:cNvSpPr/>
            <p:nvPr/>
          </p:nvSpPr>
          <p:spPr>
            <a:xfrm>
              <a:off x="417581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rc524"/>
            <p:cNvSpPr/>
            <p:nvPr/>
          </p:nvSpPr>
          <p:spPr>
            <a:xfrm>
              <a:off x="418172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rc525"/>
            <p:cNvSpPr/>
            <p:nvPr/>
          </p:nvSpPr>
          <p:spPr>
            <a:xfrm>
              <a:off x="4187631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rc526"/>
            <p:cNvSpPr/>
            <p:nvPr/>
          </p:nvSpPr>
          <p:spPr>
            <a:xfrm>
              <a:off x="4193539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rc527"/>
            <p:cNvSpPr/>
            <p:nvPr/>
          </p:nvSpPr>
          <p:spPr>
            <a:xfrm>
              <a:off x="4199447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rc528"/>
            <p:cNvSpPr/>
            <p:nvPr/>
          </p:nvSpPr>
          <p:spPr>
            <a:xfrm>
              <a:off x="4205355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rc529"/>
            <p:cNvSpPr/>
            <p:nvPr/>
          </p:nvSpPr>
          <p:spPr>
            <a:xfrm>
              <a:off x="4211264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rc530"/>
            <p:cNvSpPr/>
            <p:nvPr/>
          </p:nvSpPr>
          <p:spPr>
            <a:xfrm>
              <a:off x="4217172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rc531"/>
            <p:cNvSpPr/>
            <p:nvPr/>
          </p:nvSpPr>
          <p:spPr>
            <a:xfrm>
              <a:off x="4223080" y="3067167"/>
              <a:ext cx="5908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F63B6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rc532"/>
            <p:cNvSpPr/>
            <p:nvPr/>
          </p:nvSpPr>
          <p:spPr>
            <a:xfrm>
              <a:off x="404288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rc533"/>
            <p:cNvSpPr/>
            <p:nvPr/>
          </p:nvSpPr>
          <p:spPr>
            <a:xfrm>
              <a:off x="4307440" y="1198851"/>
              <a:ext cx="19497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4" name="pl534"/>
            <p:cNvSpPr/>
            <p:nvPr/>
          </p:nvSpPr>
          <p:spPr>
            <a:xfrm>
              <a:off x="4307440" y="2718275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l535"/>
            <p:cNvSpPr/>
            <p:nvPr/>
          </p:nvSpPr>
          <p:spPr>
            <a:xfrm>
              <a:off x="4307440" y="2020491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l536"/>
            <p:cNvSpPr/>
            <p:nvPr/>
          </p:nvSpPr>
          <p:spPr>
            <a:xfrm>
              <a:off x="4307440" y="1322708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l537"/>
            <p:cNvSpPr/>
            <p:nvPr/>
          </p:nvSpPr>
          <p:spPr>
            <a:xfrm>
              <a:off x="43380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l538"/>
            <p:cNvSpPr/>
            <p:nvPr/>
          </p:nvSpPr>
          <p:spPr>
            <a:xfrm>
              <a:off x="437549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l539"/>
            <p:cNvSpPr/>
            <p:nvPr/>
          </p:nvSpPr>
          <p:spPr>
            <a:xfrm>
              <a:off x="44129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l540"/>
            <p:cNvSpPr/>
            <p:nvPr/>
          </p:nvSpPr>
          <p:spPr>
            <a:xfrm>
              <a:off x="445047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l541"/>
            <p:cNvSpPr/>
            <p:nvPr/>
          </p:nvSpPr>
          <p:spPr>
            <a:xfrm>
              <a:off x="448797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l542"/>
            <p:cNvSpPr/>
            <p:nvPr/>
          </p:nvSpPr>
          <p:spPr>
            <a:xfrm>
              <a:off x="4307440" y="3067167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l543"/>
            <p:cNvSpPr/>
            <p:nvPr/>
          </p:nvSpPr>
          <p:spPr>
            <a:xfrm>
              <a:off x="4307440" y="2369383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l544"/>
            <p:cNvSpPr/>
            <p:nvPr/>
          </p:nvSpPr>
          <p:spPr>
            <a:xfrm>
              <a:off x="4307440" y="1671599"/>
              <a:ext cx="194970" cy="0"/>
            </a:xfrm>
            <a:custGeom>
              <a:avLst/>
              <a:gdLst/>
              <a:ahLst/>
              <a:cxnLst/>
              <a:rect l="0" t="0" r="0" b="0"/>
              <a:pathLst>
                <a:path w="194970">
                  <a:moveTo>
                    <a:pt x="0" y="0"/>
                  </a:moveTo>
                  <a:lnTo>
                    <a:pt x="194970" y="0"/>
                  </a:lnTo>
                  <a:lnTo>
                    <a:pt x="19497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l545"/>
            <p:cNvSpPr/>
            <p:nvPr/>
          </p:nvSpPr>
          <p:spPr>
            <a:xfrm>
              <a:off x="431925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l546"/>
            <p:cNvSpPr/>
            <p:nvPr/>
          </p:nvSpPr>
          <p:spPr>
            <a:xfrm>
              <a:off x="43567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l547"/>
            <p:cNvSpPr/>
            <p:nvPr/>
          </p:nvSpPr>
          <p:spPr>
            <a:xfrm>
              <a:off x="439424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l548"/>
            <p:cNvSpPr/>
            <p:nvPr/>
          </p:nvSpPr>
          <p:spPr>
            <a:xfrm>
              <a:off x="44317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l549"/>
            <p:cNvSpPr/>
            <p:nvPr/>
          </p:nvSpPr>
          <p:spPr>
            <a:xfrm>
              <a:off x="44692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rc550"/>
            <p:cNvSpPr/>
            <p:nvPr/>
          </p:nvSpPr>
          <p:spPr>
            <a:xfrm>
              <a:off x="4307440" y="1198851"/>
              <a:ext cx="19497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rc551"/>
            <p:cNvSpPr/>
            <p:nvPr/>
          </p:nvSpPr>
          <p:spPr>
            <a:xfrm>
              <a:off x="13972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tx552"/>
            <p:cNvSpPr/>
            <p:nvPr/>
          </p:nvSpPr>
          <p:spPr>
            <a:xfrm>
              <a:off x="1463687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53" name="rc553"/>
            <p:cNvSpPr/>
            <p:nvPr/>
          </p:nvSpPr>
          <p:spPr>
            <a:xfrm>
              <a:off x="16618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tx554"/>
            <p:cNvSpPr/>
            <p:nvPr/>
          </p:nvSpPr>
          <p:spPr>
            <a:xfrm>
              <a:off x="1728247" y="105109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55" name="rc555"/>
            <p:cNvSpPr/>
            <p:nvPr/>
          </p:nvSpPr>
          <p:spPr>
            <a:xfrm>
              <a:off x="192640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tx556"/>
            <p:cNvSpPr/>
            <p:nvPr/>
          </p:nvSpPr>
          <p:spPr>
            <a:xfrm>
              <a:off x="1992807" y="1049673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57" name="rc557"/>
            <p:cNvSpPr/>
            <p:nvPr/>
          </p:nvSpPr>
          <p:spPr>
            <a:xfrm>
              <a:off x="219096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tx558"/>
            <p:cNvSpPr/>
            <p:nvPr/>
          </p:nvSpPr>
          <p:spPr>
            <a:xfrm>
              <a:off x="2257367" y="1051147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59" name="rc559"/>
            <p:cNvSpPr/>
            <p:nvPr/>
          </p:nvSpPr>
          <p:spPr>
            <a:xfrm>
              <a:off x="245552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tx560"/>
            <p:cNvSpPr/>
            <p:nvPr/>
          </p:nvSpPr>
          <p:spPr>
            <a:xfrm>
              <a:off x="252192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61" name="rc561"/>
            <p:cNvSpPr/>
            <p:nvPr/>
          </p:nvSpPr>
          <p:spPr>
            <a:xfrm>
              <a:off x="27200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tx562"/>
            <p:cNvSpPr/>
            <p:nvPr/>
          </p:nvSpPr>
          <p:spPr>
            <a:xfrm>
              <a:off x="2786487" y="1052457"/>
              <a:ext cx="62155" cy="789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563" name="rc563"/>
            <p:cNvSpPr/>
            <p:nvPr/>
          </p:nvSpPr>
          <p:spPr>
            <a:xfrm>
              <a:off x="29846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tx564"/>
            <p:cNvSpPr/>
            <p:nvPr/>
          </p:nvSpPr>
          <p:spPr>
            <a:xfrm>
              <a:off x="305104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65" name="rc565"/>
            <p:cNvSpPr/>
            <p:nvPr/>
          </p:nvSpPr>
          <p:spPr>
            <a:xfrm>
              <a:off x="324920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tx566"/>
            <p:cNvSpPr/>
            <p:nvPr/>
          </p:nvSpPr>
          <p:spPr>
            <a:xfrm>
              <a:off x="3315607" y="104972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567" name="rc567"/>
            <p:cNvSpPr/>
            <p:nvPr/>
          </p:nvSpPr>
          <p:spPr>
            <a:xfrm>
              <a:off x="351376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tx568"/>
            <p:cNvSpPr/>
            <p:nvPr/>
          </p:nvSpPr>
          <p:spPr>
            <a:xfrm>
              <a:off x="3549089" y="1049728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69" name="rc569"/>
            <p:cNvSpPr/>
            <p:nvPr/>
          </p:nvSpPr>
          <p:spPr>
            <a:xfrm>
              <a:off x="377832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tx570"/>
            <p:cNvSpPr/>
            <p:nvPr/>
          </p:nvSpPr>
          <p:spPr>
            <a:xfrm>
              <a:off x="3813649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571" name="rc571"/>
            <p:cNvSpPr/>
            <p:nvPr/>
          </p:nvSpPr>
          <p:spPr>
            <a:xfrm>
              <a:off x="404288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tx572"/>
            <p:cNvSpPr/>
            <p:nvPr/>
          </p:nvSpPr>
          <p:spPr>
            <a:xfrm>
              <a:off x="4078209" y="1051092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73" name="rc573"/>
            <p:cNvSpPr/>
            <p:nvPr/>
          </p:nvSpPr>
          <p:spPr>
            <a:xfrm>
              <a:off x="4307440" y="983989"/>
              <a:ext cx="19497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tx574"/>
            <p:cNvSpPr/>
            <p:nvPr/>
          </p:nvSpPr>
          <p:spPr>
            <a:xfrm>
              <a:off x="432729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575" name="pl575"/>
            <p:cNvSpPr/>
            <p:nvPr/>
          </p:nvSpPr>
          <p:spPr>
            <a:xfrm>
              <a:off x="14090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l576"/>
            <p:cNvSpPr/>
            <p:nvPr/>
          </p:nvSpPr>
          <p:spPr>
            <a:xfrm>
              <a:off x="14465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l577"/>
            <p:cNvSpPr/>
            <p:nvPr/>
          </p:nvSpPr>
          <p:spPr>
            <a:xfrm>
              <a:off x="14840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l578"/>
            <p:cNvSpPr/>
            <p:nvPr/>
          </p:nvSpPr>
          <p:spPr>
            <a:xfrm>
              <a:off x="15215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l579"/>
            <p:cNvSpPr/>
            <p:nvPr/>
          </p:nvSpPr>
          <p:spPr>
            <a:xfrm>
              <a:off x="15590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tx580"/>
            <p:cNvSpPr/>
            <p:nvPr/>
          </p:nvSpPr>
          <p:spPr>
            <a:xfrm rot="-2700000">
              <a:off x="140570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81" name="tx581"/>
            <p:cNvSpPr/>
            <p:nvPr/>
          </p:nvSpPr>
          <p:spPr>
            <a:xfrm rot="-2700000">
              <a:off x="138104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82" name="tx582"/>
            <p:cNvSpPr/>
            <p:nvPr/>
          </p:nvSpPr>
          <p:spPr>
            <a:xfrm rot="-2700000">
              <a:off x="141853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83" name="tx583"/>
            <p:cNvSpPr/>
            <p:nvPr/>
          </p:nvSpPr>
          <p:spPr>
            <a:xfrm rot="-2700000">
              <a:off x="1456006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84" name="tx584"/>
            <p:cNvSpPr/>
            <p:nvPr/>
          </p:nvSpPr>
          <p:spPr>
            <a:xfrm rot="-2700000">
              <a:off x="149351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85" name="pl585"/>
            <p:cNvSpPr/>
            <p:nvPr/>
          </p:nvSpPr>
          <p:spPr>
            <a:xfrm>
              <a:off x="16736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l586"/>
            <p:cNvSpPr/>
            <p:nvPr/>
          </p:nvSpPr>
          <p:spPr>
            <a:xfrm>
              <a:off x="17111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l587"/>
            <p:cNvSpPr/>
            <p:nvPr/>
          </p:nvSpPr>
          <p:spPr>
            <a:xfrm>
              <a:off x="174864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178613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l589"/>
            <p:cNvSpPr/>
            <p:nvPr/>
          </p:nvSpPr>
          <p:spPr>
            <a:xfrm>
              <a:off x="18236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tx590"/>
            <p:cNvSpPr/>
            <p:nvPr/>
          </p:nvSpPr>
          <p:spPr>
            <a:xfrm rot="-2700000">
              <a:off x="167026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1" name="tx591"/>
            <p:cNvSpPr/>
            <p:nvPr/>
          </p:nvSpPr>
          <p:spPr>
            <a:xfrm rot="-2700000">
              <a:off x="164560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92" name="tx592"/>
            <p:cNvSpPr/>
            <p:nvPr/>
          </p:nvSpPr>
          <p:spPr>
            <a:xfrm rot="-2700000">
              <a:off x="168309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93" name="tx593"/>
            <p:cNvSpPr/>
            <p:nvPr/>
          </p:nvSpPr>
          <p:spPr>
            <a:xfrm rot="-2700000">
              <a:off x="1720566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94" name="tx594"/>
            <p:cNvSpPr/>
            <p:nvPr/>
          </p:nvSpPr>
          <p:spPr>
            <a:xfrm rot="-2700000">
              <a:off x="175807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95" name="pl595"/>
            <p:cNvSpPr/>
            <p:nvPr/>
          </p:nvSpPr>
          <p:spPr>
            <a:xfrm>
              <a:off x="19382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197570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20132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205069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208818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tx600"/>
            <p:cNvSpPr/>
            <p:nvPr/>
          </p:nvSpPr>
          <p:spPr>
            <a:xfrm rot="-2700000">
              <a:off x="193482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1" name="tx601"/>
            <p:cNvSpPr/>
            <p:nvPr/>
          </p:nvSpPr>
          <p:spPr>
            <a:xfrm rot="-2700000">
              <a:off x="191016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02" name="tx602"/>
            <p:cNvSpPr/>
            <p:nvPr/>
          </p:nvSpPr>
          <p:spPr>
            <a:xfrm rot="-2700000">
              <a:off x="194765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03" name="tx603"/>
            <p:cNvSpPr/>
            <p:nvPr/>
          </p:nvSpPr>
          <p:spPr>
            <a:xfrm rot="-2700000">
              <a:off x="198512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04" name="tx604"/>
            <p:cNvSpPr/>
            <p:nvPr/>
          </p:nvSpPr>
          <p:spPr>
            <a:xfrm rot="-2700000">
              <a:off x="202263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05" name="pl605"/>
            <p:cNvSpPr/>
            <p:nvPr/>
          </p:nvSpPr>
          <p:spPr>
            <a:xfrm>
              <a:off x="22027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l606"/>
            <p:cNvSpPr/>
            <p:nvPr/>
          </p:nvSpPr>
          <p:spPr>
            <a:xfrm>
              <a:off x="224026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l607"/>
            <p:cNvSpPr/>
            <p:nvPr/>
          </p:nvSpPr>
          <p:spPr>
            <a:xfrm>
              <a:off x="22777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l608"/>
            <p:cNvSpPr/>
            <p:nvPr/>
          </p:nvSpPr>
          <p:spPr>
            <a:xfrm>
              <a:off x="231525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l609"/>
            <p:cNvSpPr/>
            <p:nvPr/>
          </p:nvSpPr>
          <p:spPr>
            <a:xfrm>
              <a:off x="23527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tx610"/>
            <p:cNvSpPr/>
            <p:nvPr/>
          </p:nvSpPr>
          <p:spPr>
            <a:xfrm rot="-2700000">
              <a:off x="219938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1" name="tx611"/>
            <p:cNvSpPr/>
            <p:nvPr/>
          </p:nvSpPr>
          <p:spPr>
            <a:xfrm rot="-2700000">
              <a:off x="217472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12" name="tx612"/>
            <p:cNvSpPr/>
            <p:nvPr/>
          </p:nvSpPr>
          <p:spPr>
            <a:xfrm rot="-2700000">
              <a:off x="22122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13" name="tx613"/>
            <p:cNvSpPr/>
            <p:nvPr/>
          </p:nvSpPr>
          <p:spPr>
            <a:xfrm rot="-2700000">
              <a:off x="224968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14" name="tx614"/>
            <p:cNvSpPr/>
            <p:nvPr/>
          </p:nvSpPr>
          <p:spPr>
            <a:xfrm rot="-2700000">
              <a:off x="228719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15" name="pl615"/>
            <p:cNvSpPr/>
            <p:nvPr/>
          </p:nvSpPr>
          <p:spPr>
            <a:xfrm>
              <a:off x="24673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l616"/>
            <p:cNvSpPr/>
            <p:nvPr/>
          </p:nvSpPr>
          <p:spPr>
            <a:xfrm>
              <a:off x="250482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l617"/>
            <p:cNvSpPr/>
            <p:nvPr/>
          </p:nvSpPr>
          <p:spPr>
            <a:xfrm>
              <a:off x="25423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l618"/>
            <p:cNvSpPr/>
            <p:nvPr/>
          </p:nvSpPr>
          <p:spPr>
            <a:xfrm>
              <a:off x="25798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l619"/>
            <p:cNvSpPr/>
            <p:nvPr/>
          </p:nvSpPr>
          <p:spPr>
            <a:xfrm>
              <a:off x="26173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tx620"/>
            <p:cNvSpPr/>
            <p:nvPr/>
          </p:nvSpPr>
          <p:spPr>
            <a:xfrm rot="-2700000">
              <a:off x="246394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1" name="tx621"/>
            <p:cNvSpPr/>
            <p:nvPr/>
          </p:nvSpPr>
          <p:spPr>
            <a:xfrm rot="-2700000">
              <a:off x="243928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22" name="tx622"/>
            <p:cNvSpPr/>
            <p:nvPr/>
          </p:nvSpPr>
          <p:spPr>
            <a:xfrm rot="-2700000">
              <a:off x="247677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23" name="tx623"/>
            <p:cNvSpPr/>
            <p:nvPr/>
          </p:nvSpPr>
          <p:spPr>
            <a:xfrm rot="-2700000">
              <a:off x="251424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24" name="tx624"/>
            <p:cNvSpPr/>
            <p:nvPr/>
          </p:nvSpPr>
          <p:spPr>
            <a:xfrm rot="-2700000">
              <a:off x="255175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25" name="pl625"/>
            <p:cNvSpPr/>
            <p:nvPr/>
          </p:nvSpPr>
          <p:spPr>
            <a:xfrm>
              <a:off x="27318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l626"/>
            <p:cNvSpPr/>
            <p:nvPr/>
          </p:nvSpPr>
          <p:spPr>
            <a:xfrm>
              <a:off x="27693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l627"/>
            <p:cNvSpPr/>
            <p:nvPr/>
          </p:nvSpPr>
          <p:spPr>
            <a:xfrm>
              <a:off x="28068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28443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28818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tx630"/>
            <p:cNvSpPr/>
            <p:nvPr/>
          </p:nvSpPr>
          <p:spPr>
            <a:xfrm rot="-2700000">
              <a:off x="2728505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1" name="tx631"/>
            <p:cNvSpPr/>
            <p:nvPr/>
          </p:nvSpPr>
          <p:spPr>
            <a:xfrm rot="-2700000">
              <a:off x="270384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32" name="tx632"/>
            <p:cNvSpPr/>
            <p:nvPr/>
          </p:nvSpPr>
          <p:spPr>
            <a:xfrm rot="-2700000">
              <a:off x="274133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33" name="tx633"/>
            <p:cNvSpPr/>
            <p:nvPr/>
          </p:nvSpPr>
          <p:spPr>
            <a:xfrm rot="-2700000">
              <a:off x="277880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34" name="tx634"/>
            <p:cNvSpPr/>
            <p:nvPr/>
          </p:nvSpPr>
          <p:spPr>
            <a:xfrm rot="-2700000">
              <a:off x="281631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35" name="pl635"/>
            <p:cNvSpPr/>
            <p:nvPr/>
          </p:nvSpPr>
          <p:spPr>
            <a:xfrm>
              <a:off x="29964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30339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l637"/>
            <p:cNvSpPr/>
            <p:nvPr/>
          </p:nvSpPr>
          <p:spPr>
            <a:xfrm>
              <a:off x="307144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l638"/>
            <p:cNvSpPr/>
            <p:nvPr/>
          </p:nvSpPr>
          <p:spPr>
            <a:xfrm>
              <a:off x="310893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l639"/>
            <p:cNvSpPr/>
            <p:nvPr/>
          </p:nvSpPr>
          <p:spPr>
            <a:xfrm>
              <a:off x="31464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tx640"/>
            <p:cNvSpPr/>
            <p:nvPr/>
          </p:nvSpPr>
          <p:spPr>
            <a:xfrm rot="-2700000">
              <a:off x="299306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1" name="tx641"/>
            <p:cNvSpPr/>
            <p:nvPr/>
          </p:nvSpPr>
          <p:spPr>
            <a:xfrm rot="-2700000">
              <a:off x="296840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42" name="tx642"/>
            <p:cNvSpPr/>
            <p:nvPr/>
          </p:nvSpPr>
          <p:spPr>
            <a:xfrm rot="-2700000">
              <a:off x="300589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43" name="tx643"/>
            <p:cNvSpPr/>
            <p:nvPr/>
          </p:nvSpPr>
          <p:spPr>
            <a:xfrm rot="-2700000">
              <a:off x="304336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44" name="tx644"/>
            <p:cNvSpPr/>
            <p:nvPr/>
          </p:nvSpPr>
          <p:spPr>
            <a:xfrm rot="-2700000">
              <a:off x="308087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45" name="pl645"/>
            <p:cNvSpPr/>
            <p:nvPr/>
          </p:nvSpPr>
          <p:spPr>
            <a:xfrm>
              <a:off x="326101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l646"/>
            <p:cNvSpPr/>
            <p:nvPr/>
          </p:nvSpPr>
          <p:spPr>
            <a:xfrm>
              <a:off x="329850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l647"/>
            <p:cNvSpPr/>
            <p:nvPr/>
          </p:nvSpPr>
          <p:spPr>
            <a:xfrm>
              <a:off x="333600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l648"/>
            <p:cNvSpPr/>
            <p:nvPr/>
          </p:nvSpPr>
          <p:spPr>
            <a:xfrm>
              <a:off x="337349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l649"/>
            <p:cNvSpPr/>
            <p:nvPr/>
          </p:nvSpPr>
          <p:spPr>
            <a:xfrm>
              <a:off x="341098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tx650"/>
            <p:cNvSpPr/>
            <p:nvPr/>
          </p:nvSpPr>
          <p:spPr>
            <a:xfrm rot="-2700000">
              <a:off x="325762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1" name="tx651"/>
            <p:cNvSpPr/>
            <p:nvPr/>
          </p:nvSpPr>
          <p:spPr>
            <a:xfrm rot="-2700000">
              <a:off x="323296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52" name="tx652"/>
            <p:cNvSpPr/>
            <p:nvPr/>
          </p:nvSpPr>
          <p:spPr>
            <a:xfrm rot="-2700000">
              <a:off x="327045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53" name="tx653"/>
            <p:cNvSpPr/>
            <p:nvPr/>
          </p:nvSpPr>
          <p:spPr>
            <a:xfrm rot="-2700000">
              <a:off x="330792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54" name="tx654"/>
            <p:cNvSpPr/>
            <p:nvPr/>
          </p:nvSpPr>
          <p:spPr>
            <a:xfrm rot="-2700000">
              <a:off x="334543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55" name="pl655"/>
            <p:cNvSpPr/>
            <p:nvPr/>
          </p:nvSpPr>
          <p:spPr>
            <a:xfrm>
              <a:off x="35255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356306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l657"/>
            <p:cNvSpPr/>
            <p:nvPr/>
          </p:nvSpPr>
          <p:spPr>
            <a:xfrm>
              <a:off x="360056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363805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36755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tx660"/>
            <p:cNvSpPr/>
            <p:nvPr/>
          </p:nvSpPr>
          <p:spPr>
            <a:xfrm rot="-2700000">
              <a:off x="352218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1" name="tx661"/>
            <p:cNvSpPr/>
            <p:nvPr/>
          </p:nvSpPr>
          <p:spPr>
            <a:xfrm rot="-2700000">
              <a:off x="349752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62" name="tx662"/>
            <p:cNvSpPr/>
            <p:nvPr/>
          </p:nvSpPr>
          <p:spPr>
            <a:xfrm rot="-2700000">
              <a:off x="353501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63" name="tx663"/>
            <p:cNvSpPr/>
            <p:nvPr/>
          </p:nvSpPr>
          <p:spPr>
            <a:xfrm rot="-2700000">
              <a:off x="357248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64" name="tx664"/>
            <p:cNvSpPr/>
            <p:nvPr/>
          </p:nvSpPr>
          <p:spPr>
            <a:xfrm rot="-2700000">
              <a:off x="360999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65" name="pl665"/>
            <p:cNvSpPr/>
            <p:nvPr/>
          </p:nvSpPr>
          <p:spPr>
            <a:xfrm>
              <a:off x="379013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l666"/>
            <p:cNvSpPr/>
            <p:nvPr/>
          </p:nvSpPr>
          <p:spPr>
            <a:xfrm>
              <a:off x="382762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l667"/>
            <p:cNvSpPr/>
            <p:nvPr/>
          </p:nvSpPr>
          <p:spPr>
            <a:xfrm>
              <a:off x="386512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l668"/>
            <p:cNvSpPr/>
            <p:nvPr/>
          </p:nvSpPr>
          <p:spPr>
            <a:xfrm>
              <a:off x="39026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l669"/>
            <p:cNvSpPr/>
            <p:nvPr/>
          </p:nvSpPr>
          <p:spPr>
            <a:xfrm>
              <a:off x="39401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tx670"/>
            <p:cNvSpPr/>
            <p:nvPr/>
          </p:nvSpPr>
          <p:spPr>
            <a:xfrm rot="-2700000">
              <a:off x="378674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71" name="tx671"/>
            <p:cNvSpPr/>
            <p:nvPr/>
          </p:nvSpPr>
          <p:spPr>
            <a:xfrm rot="-2700000">
              <a:off x="376208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72" name="tx672"/>
            <p:cNvSpPr/>
            <p:nvPr/>
          </p:nvSpPr>
          <p:spPr>
            <a:xfrm rot="-2700000">
              <a:off x="379957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73" name="tx673"/>
            <p:cNvSpPr/>
            <p:nvPr/>
          </p:nvSpPr>
          <p:spPr>
            <a:xfrm rot="-2700000">
              <a:off x="383704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74" name="tx674"/>
            <p:cNvSpPr/>
            <p:nvPr/>
          </p:nvSpPr>
          <p:spPr>
            <a:xfrm rot="-2700000">
              <a:off x="387455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75" name="pl675"/>
            <p:cNvSpPr/>
            <p:nvPr/>
          </p:nvSpPr>
          <p:spPr>
            <a:xfrm>
              <a:off x="405469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l676"/>
            <p:cNvSpPr/>
            <p:nvPr/>
          </p:nvSpPr>
          <p:spPr>
            <a:xfrm>
              <a:off x="409218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l677"/>
            <p:cNvSpPr/>
            <p:nvPr/>
          </p:nvSpPr>
          <p:spPr>
            <a:xfrm>
              <a:off x="412968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l678"/>
            <p:cNvSpPr/>
            <p:nvPr/>
          </p:nvSpPr>
          <p:spPr>
            <a:xfrm>
              <a:off x="416717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l679"/>
            <p:cNvSpPr/>
            <p:nvPr/>
          </p:nvSpPr>
          <p:spPr>
            <a:xfrm>
              <a:off x="42046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tx680"/>
            <p:cNvSpPr/>
            <p:nvPr/>
          </p:nvSpPr>
          <p:spPr>
            <a:xfrm rot="-2700000">
              <a:off x="405130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1" name="tx681"/>
            <p:cNvSpPr/>
            <p:nvPr/>
          </p:nvSpPr>
          <p:spPr>
            <a:xfrm rot="-2700000">
              <a:off x="402664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82" name="tx682"/>
            <p:cNvSpPr/>
            <p:nvPr/>
          </p:nvSpPr>
          <p:spPr>
            <a:xfrm rot="-2700000">
              <a:off x="406413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83" name="tx683"/>
            <p:cNvSpPr/>
            <p:nvPr/>
          </p:nvSpPr>
          <p:spPr>
            <a:xfrm rot="-2700000">
              <a:off x="410160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84" name="tx684"/>
            <p:cNvSpPr/>
            <p:nvPr/>
          </p:nvSpPr>
          <p:spPr>
            <a:xfrm rot="-2700000">
              <a:off x="413911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85" name="pl685"/>
            <p:cNvSpPr/>
            <p:nvPr/>
          </p:nvSpPr>
          <p:spPr>
            <a:xfrm>
              <a:off x="431925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l686"/>
            <p:cNvSpPr/>
            <p:nvPr/>
          </p:nvSpPr>
          <p:spPr>
            <a:xfrm>
              <a:off x="43567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l687"/>
            <p:cNvSpPr/>
            <p:nvPr/>
          </p:nvSpPr>
          <p:spPr>
            <a:xfrm>
              <a:off x="4394240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l688"/>
            <p:cNvSpPr/>
            <p:nvPr/>
          </p:nvSpPr>
          <p:spPr>
            <a:xfrm>
              <a:off x="443173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l689"/>
            <p:cNvSpPr/>
            <p:nvPr/>
          </p:nvSpPr>
          <p:spPr>
            <a:xfrm>
              <a:off x="44692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tx690"/>
            <p:cNvSpPr/>
            <p:nvPr/>
          </p:nvSpPr>
          <p:spPr>
            <a:xfrm rot="-2700000">
              <a:off x="4315864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1" name="tx691"/>
            <p:cNvSpPr/>
            <p:nvPr/>
          </p:nvSpPr>
          <p:spPr>
            <a:xfrm rot="-2700000">
              <a:off x="429120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92" name="tx692"/>
            <p:cNvSpPr/>
            <p:nvPr/>
          </p:nvSpPr>
          <p:spPr>
            <a:xfrm rot="-2700000">
              <a:off x="4328693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93" name="tx693"/>
            <p:cNvSpPr/>
            <p:nvPr/>
          </p:nvSpPr>
          <p:spPr>
            <a:xfrm rot="-2700000">
              <a:off x="4366165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94" name="tx694"/>
            <p:cNvSpPr/>
            <p:nvPr/>
          </p:nvSpPr>
          <p:spPr>
            <a:xfrm rot="-2700000">
              <a:off x="440367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1148183" y="2327691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97" name="tx697"/>
            <p:cNvSpPr/>
            <p:nvPr/>
          </p:nvSpPr>
          <p:spPr>
            <a:xfrm>
              <a:off x="1148183" y="1629908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698" name="pl698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l699"/>
            <p:cNvSpPr/>
            <p:nvPr/>
          </p:nvSpPr>
          <p:spPr>
            <a:xfrm>
              <a:off x="1362485" y="236938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l700"/>
            <p:cNvSpPr/>
            <p:nvPr/>
          </p:nvSpPr>
          <p:spPr>
            <a:xfrm>
              <a:off x="1362485" y="167159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tx701"/>
            <p:cNvSpPr/>
            <p:nvPr/>
          </p:nvSpPr>
          <p:spPr>
            <a:xfrm>
              <a:off x="2654858" y="3455132"/>
              <a:ext cx="589973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HUEVOS</a:t>
              </a:r>
            </a:p>
          </p:txBody>
        </p:sp>
        <p:sp>
          <p:nvSpPr>
            <p:cNvPr id="702" name="tx702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Presentación en pantalla (4:3)</PresentationFormat>
  <Paragraphs>77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2021-03-26T03:48:08Z</dcterms:modified>
  <cp:category/>
</cp:coreProperties>
</file>