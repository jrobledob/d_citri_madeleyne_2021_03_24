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25/03/2021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914400" y="914400"/>
            <a:ext cx="10282336" cy="5682952"/>
            <a:chOff x="914400" y="914400"/>
            <a:chExt cx="3657600" cy="27432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3657600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3657599" cy="2743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97280" y="284250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97280" y="239317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397280" y="194384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97280" y="149451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56077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79999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203921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39728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397280" y="261783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397280" y="216850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397280" y="171917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397280" y="126984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44116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68038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191960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1430193" y="2492024"/>
              <a:ext cx="21942" cy="57514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1452135" y="2921135"/>
              <a:ext cx="21942" cy="146032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1474077" y="2990781"/>
              <a:ext cx="21942" cy="763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1496019" y="3051440"/>
              <a:ext cx="21942" cy="1572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1517962" y="3040207"/>
              <a:ext cx="21942" cy="2695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1539904" y="3049194"/>
              <a:ext cx="21942" cy="179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1561846" y="3060427"/>
              <a:ext cx="21942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158378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1605730" y="3060427"/>
              <a:ext cx="21942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62767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64961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671557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693499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71544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73738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75932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78126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80321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82515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84709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86903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89097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91292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93486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rc45"/>
            <p:cNvSpPr/>
            <p:nvPr/>
          </p:nvSpPr>
          <p:spPr>
            <a:xfrm>
              <a:off x="195680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rc46"/>
            <p:cNvSpPr/>
            <p:nvPr/>
          </p:nvSpPr>
          <p:spPr>
            <a:xfrm>
              <a:off x="197874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rc47"/>
            <p:cNvSpPr/>
            <p:nvPr/>
          </p:nvSpPr>
          <p:spPr>
            <a:xfrm>
              <a:off x="200068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rc48"/>
            <p:cNvSpPr/>
            <p:nvPr/>
          </p:nvSpPr>
          <p:spPr>
            <a:xfrm>
              <a:off x="202263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rc49"/>
            <p:cNvSpPr/>
            <p:nvPr/>
          </p:nvSpPr>
          <p:spPr>
            <a:xfrm>
              <a:off x="204457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rc50"/>
            <p:cNvSpPr/>
            <p:nvPr/>
          </p:nvSpPr>
          <p:spPr>
            <a:xfrm>
              <a:off x="206651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F8766D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rc51"/>
            <p:cNvSpPr/>
            <p:nvPr/>
          </p:nvSpPr>
          <p:spPr>
            <a:xfrm>
              <a:off x="139728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rc52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2190960" y="284250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2190960" y="239317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2190960" y="194384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2190960" y="149451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235445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259367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283289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19096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190960" y="261783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190960" y="216850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2190960" y="171917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2190960" y="126984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223484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247406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271328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rc68"/>
            <p:cNvSpPr/>
            <p:nvPr/>
          </p:nvSpPr>
          <p:spPr>
            <a:xfrm>
              <a:off x="2223873" y="1912388"/>
              <a:ext cx="21942" cy="115477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rc69"/>
            <p:cNvSpPr/>
            <p:nvPr/>
          </p:nvSpPr>
          <p:spPr>
            <a:xfrm>
              <a:off x="2245815" y="2851488"/>
              <a:ext cx="21942" cy="21567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rc70"/>
            <p:cNvSpPr/>
            <p:nvPr/>
          </p:nvSpPr>
          <p:spPr>
            <a:xfrm>
              <a:off x="2267757" y="3011001"/>
              <a:ext cx="21942" cy="5616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2289699" y="3037961"/>
              <a:ext cx="21942" cy="2920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2311642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rc73"/>
            <p:cNvSpPr/>
            <p:nvPr/>
          </p:nvSpPr>
          <p:spPr>
            <a:xfrm>
              <a:off x="2333584" y="3062674"/>
              <a:ext cx="21942" cy="44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rc74"/>
            <p:cNvSpPr/>
            <p:nvPr/>
          </p:nvSpPr>
          <p:spPr>
            <a:xfrm>
              <a:off x="235552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rc75"/>
            <p:cNvSpPr/>
            <p:nvPr/>
          </p:nvSpPr>
          <p:spPr>
            <a:xfrm>
              <a:off x="237746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rc76"/>
            <p:cNvSpPr/>
            <p:nvPr/>
          </p:nvSpPr>
          <p:spPr>
            <a:xfrm>
              <a:off x="239941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rc77"/>
            <p:cNvSpPr/>
            <p:nvPr/>
          </p:nvSpPr>
          <p:spPr>
            <a:xfrm>
              <a:off x="2421352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rc78"/>
            <p:cNvSpPr/>
            <p:nvPr/>
          </p:nvSpPr>
          <p:spPr>
            <a:xfrm>
              <a:off x="244329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rc79"/>
            <p:cNvSpPr/>
            <p:nvPr/>
          </p:nvSpPr>
          <p:spPr>
            <a:xfrm>
              <a:off x="246523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rc80"/>
            <p:cNvSpPr/>
            <p:nvPr/>
          </p:nvSpPr>
          <p:spPr>
            <a:xfrm>
              <a:off x="248717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rc81"/>
            <p:cNvSpPr/>
            <p:nvPr/>
          </p:nvSpPr>
          <p:spPr>
            <a:xfrm>
              <a:off x="250912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rc82"/>
            <p:cNvSpPr/>
            <p:nvPr/>
          </p:nvSpPr>
          <p:spPr>
            <a:xfrm>
              <a:off x="253106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rc83"/>
            <p:cNvSpPr/>
            <p:nvPr/>
          </p:nvSpPr>
          <p:spPr>
            <a:xfrm>
              <a:off x="255300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rc84"/>
            <p:cNvSpPr/>
            <p:nvPr/>
          </p:nvSpPr>
          <p:spPr>
            <a:xfrm>
              <a:off x="257494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rc85"/>
            <p:cNvSpPr/>
            <p:nvPr/>
          </p:nvSpPr>
          <p:spPr>
            <a:xfrm>
              <a:off x="259688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rc86"/>
            <p:cNvSpPr/>
            <p:nvPr/>
          </p:nvSpPr>
          <p:spPr>
            <a:xfrm>
              <a:off x="261883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rc87"/>
            <p:cNvSpPr/>
            <p:nvPr/>
          </p:nvSpPr>
          <p:spPr>
            <a:xfrm>
              <a:off x="264077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rc88"/>
            <p:cNvSpPr/>
            <p:nvPr/>
          </p:nvSpPr>
          <p:spPr>
            <a:xfrm>
              <a:off x="266271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rc89"/>
            <p:cNvSpPr/>
            <p:nvPr/>
          </p:nvSpPr>
          <p:spPr>
            <a:xfrm>
              <a:off x="2684658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rc90"/>
            <p:cNvSpPr/>
            <p:nvPr/>
          </p:nvSpPr>
          <p:spPr>
            <a:xfrm>
              <a:off x="270660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rc91"/>
            <p:cNvSpPr/>
            <p:nvPr/>
          </p:nvSpPr>
          <p:spPr>
            <a:xfrm>
              <a:off x="272854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rc92"/>
            <p:cNvSpPr/>
            <p:nvPr/>
          </p:nvSpPr>
          <p:spPr>
            <a:xfrm>
              <a:off x="275048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rc93"/>
            <p:cNvSpPr/>
            <p:nvPr/>
          </p:nvSpPr>
          <p:spPr>
            <a:xfrm>
              <a:off x="277242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rc94"/>
            <p:cNvSpPr/>
            <p:nvPr/>
          </p:nvSpPr>
          <p:spPr>
            <a:xfrm>
              <a:off x="279436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rc95"/>
            <p:cNvSpPr/>
            <p:nvPr/>
          </p:nvSpPr>
          <p:spPr>
            <a:xfrm>
              <a:off x="281631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rc96"/>
            <p:cNvSpPr/>
            <p:nvPr/>
          </p:nvSpPr>
          <p:spPr>
            <a:xfrm>
              <a:off x="283825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rc97"/>
            <p:cNvSpPr/>
            <p:nvPr/>
          </p:nvSpPr>
          <p:spPr>
            <a:xfrm>
              <a:off x="286019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00BA38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rc98"/>
            <p:cNvSpPr/>
            <p:nvPr/>
          </p:nvSpPr>
          <p:spPr>
            <a:xfrm>
              <a:off x="219096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99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pl100"/>
            <p:cNvSpPr/>
            <p:nvPr/>
          </p:nvSpPr>
          <p:spPr>
            <a:xfrm>
              <a:off x="2984640" y="284250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l101"/>
            <p:cNvSpPr/>
            <p:nvPr/>
          </p:nvSpPr>
          <p:spPr>
            <a:xfrm>
              <a:off x="2984640" y="239317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l102"/>
            <p:cNvSpPr/>
            <p:nvPr/>
          </p:nvSpPr>
          <p:spPr>
            <a:xfrm>
              <a:off x="2984640" y="194384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l103"/>
            <p:cNvSpPr/>
            <p:nvPr/>
          </p:nvSpPr>
          <p:spPr>
            <a:xfrm>
              <a:off x="2984640" y="149451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l104"/>
            <p:cNvSpPr/>
            <p:nvPr/>
          </p:nvSpPr>
          <p:spPr>
            <a:xfrm>
              <a:off x="314813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338735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362657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298464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2984640" y="261783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2984640" y="216850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2984640" y="171917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2984640" y="126984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302852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326774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350696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15"/>
            <p:cNvSpPr/>
            <p:nvPr/>
          </p:nvSpPr>
          <p:spPr>
            <a:xfrm>
              <a:off x="3017553" y="1287818"/>
              <a:ext cx="21942" cy="1779348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116"/>
            <p:cNvSpPr/>
            <p:nvPr/>
          </p:nvSpPr>
          <p:spPr>
            <a:xfrm>
              <a:off x="3039495" y="2552684"/>
              <a:ext cx="21942" cy="51448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117"/>
            <p:cNvSpPr/>
            <p:nvPr/>
          </p:nvSpPr>
          <p:spPr>
            <a:xfrm>
              <a:off x="3061437" y="2909901"/>
              <a:ext cx="21942" cy="157265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118"/>
            <p:cNvSpPr/>
            <p:nvPr/>
          </p:nvSpPr>
          <p:spPr>
            <a:xfrm>
              <a:off x="3083379" y="2963821"/>
              <a:ext cx="21942" cy="1033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119"/>
            <p:cNvSpPr/>
            <p:nvPr/>
          </p:nvSpPr>
          <p:spPr>
            <a:xfrm>
              <a:off x="3105321" y="3035714"/>
              <a:ext cx="21942" cy="3145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120"/>
            <p:cNvSpPr/>
            <p:nvPr/>
          </p:nvSpPr>
          <p:spPr>
            <a:xfrm>
              <a:off x="3127264" y="3024481"/>
              <a:ext cx="21942" cy="4268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121"/>
            <p:cNvSpPr/>
            <p:nvPr/>
          </p:nvSpPr>
          <p:spPr>
            <a:xfrm>
              <a:off x="3149206" y="3049194"/>
              <a:ext cx="21942" cy="1797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122"/>
            <p:cNvSpPr/>
            <p:nvPr/>
          </p:nvSpPr>
          <p:spPr>
            <a:xfrm>
              <a:off x="3171148" y="3062674"/>
              <a:ext cx="21942" cy="44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123"/>
            <p:cNvSpPr/>
            <p:nvPr/>
          </p:nvSpPr>
          <p:spPr>
            <a:xfrm>
              <a:off x="3193090" y="3062674"/>
              <a:ext cx="21942" cy="44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124"/>
            <p:cNvSpPr/>
            <p:nvPr/>
          </p:nvSpPr>
          <p:spPr>
            <a:xfrm>
              <a:off x="3215032" y="3060427"/>
              <a:ext cx="21942" cy="6739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125"/>
            <p:cNvSpPr/>
            <p:nvPr/>
          </p:nvSpPr>
          <p:spPr>
            <a:xfrm>
              <a:off x="3236974" y="3062674"/>
              <a:ext cx="21942" cy="4493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3258917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3280859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128"/>
            <p:cNvSpPr/>
            <p:nvPr/>
          </p:nvSpPr>
          <p:spPr>
            <a:xfrm>
              <a:off x="3302801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332474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130"/>
            <p:cNvSpPr/>
            <p:nvPr/>
          </p:nvSpPr>
          <p:spPr>
            <a:xfrm>
              <a:off x="3346685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3368627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132"/>
            <p:cNvSpPr/>
            <p:nvPr/>
          </p:nvSpPr>
          <p:spPr>
            <a:xfrm>
              <a:off x="339056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133"/>
            <p:cNvSpPr/>
            <p:nvPr/>
          </p:nvSpPr>
          <p:spPr>
            <a:xfrm>
              <a:off x="341251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343445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3456396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136"/>
            <p:cNvSpPr/>
            <p:nvPr/>
          </p:nvSpPr>
          <p:spPr>
            <a:xfrm>
              <a:off x="3478338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137"/>
            <p:cNvSpPr/>
            <p:nvPr/>
          </p:nvSpPr>
          <p:spPr>
            <a:xfrm>
              <a:off x="3500280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138"/>
            <p:cNvSpPr/>
            <p:nvPr/>
          </p:nvSpPr>
          <p:spPr>
            <a:xfrm>
              <a:off x="3522222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3544164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140"/>
            <p:cNvSpPr/>
            <p:nvPr/>
          </p:nvSpPr>
          <p:spPr>
            <a:xfrm>
              <a:off x="3566107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rc141"/>
            <p:cNvSpPr/>
            <p:nvPr/>
          </p:nvSpPr>
          <p:spPr>
            <a:xfrm>
              <a:off x="3588049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rc142"/>
            <p:cNvSpPr/>
            <p:nvPr/>
          </p:nvSpPr>
          <p:spPr>
            <a:xfrm>
              <a:off x="3609991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3631933" y="3067167"/>
              <a:ext cx="21942" cy="0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rc144"/>
            <p:cNvSpPr/>
            <p:nvPr/>
          </p:nvSpPr>
          <p:spPr>
            <a:xfrm>
              <a:off x="3653875" y="3064920"/>
              <a:ext cx="21942" cy="2246"/>
            </a:xfrm>
            <a:prstGeom prst="rect">
              <a:avLst/>
            </a:prstGeom>
            <a:solidFill>
              <a:srgbClr val="595959">
                <a:alpha val="100000"/>
              </a:srgbClr>
            </a:solidFill>
            <a:ln w="13550" cap="sq">
              <a:solidFill>
                <a:srgbClr val="619C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rc145"/>
            <p:cNvSpPr/>
            <p:nvPr/>
          </p:nvSpPr>
          <p:spPr>
            <a:xfrm>
              <a:off x="298464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3778320" y="2842502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3778320" y="239317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3778320" y="1943841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3778320" y="1494510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394181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418103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l153"/>
            <p:cNvSpPr/>
            <p:nvPr/>
          </p:nvSpPr>
          <p:spPr>
            <a:xfrm>
              <a:off x="4420251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3778320" y="306716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3778320" y="2617837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3778320" y="216850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157"/>
            <p:cNvSpPr/>
            <p:nvPr/>
          </p:nvSpPr>
          <p:spPr>
            <a:xfrm>
              <a:off x="3778320" y="1719176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3778320" y="1269845"/>
              <a:ext cx="724090" cy="0"/>
            </a:xfrm>
            <a:custGeom>
              <a:avLst/>
              <a:gdLst/>
              <a:ahLst/>
              <a:cxnLst/>
              <a:rect l="0" t="0" r="0" b="0"/>
              <a:pathLst>
                <a:path w="724090">
                  <a:moveTo>
                    <a:pt x="0" y="0"/>
                  </a:moveTo>
                  <a:lnTo>
                    <a:pt x="724090" y="0"/>
                  </a:lnTo>
                  <a:lnTo>
                    <a:pt x="72409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3822204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4061423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4300642" y="1198851"/>
              <a:ext cx="0" cy="1957283"/>
            </a:xfrm>
            <a:custGeom>
              <a:avLst/>
              <a:gdLst/>
              <a:ahLst/>
              <a:cxnLst/>
              <a:rect l="0" t="0" r="0" b="0"/>
              <a:pathLst>
                <a:path h="1957283">
                  <a:moveTo>
                    <a:pt x="0" y="195728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rc162"/>
            <p:cNvSpPr/>
            <p:nvPr/>
          </p:nvSpPr>
          <p:spPr>
            <a:xfrm>
              <a:off x="3778320" y="1198851"/>
              <a:ext cx="724090" cy="195728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rc163"/>
            <p:cNvSpPr/>
            <p:nvPr/>
          </p:nvSpPr>
          <p:spPr>
            <a:xfrm>
              <a:off x="139728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tx164"/>
            <p:cNvSpPr/>
            <p:nvPr/>
          </p:nvSpPr>
          <p:spPr>
            <a:xfrm>
              <a:off x="1582354" y="1048637"/>
              <a:ext cx="353943" cy="8278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LIMON</a:t>
              </a:r>
            </a:p>
          </p:txBody>
        </p:sp>
        <p:sp>
          <p:nvSpPr>
            <p:cNvPr id="165" name="rc165"/>
            <p:cNvSpPr/>
            <p:nvPr/>
          </p:nvSpPr>
          <p:spPr>
            <a:xfrm>
              <a:off x="219096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tx166"/>
            <p:cNvSpPr/>
            <p:nvPr/>
          </p:nvSpPr>
          <p:spPr>
            <a:xfrm>
              <a:off x="2217698" y="1051420"/>
              <a:ext cx="670614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MANDARINA</a:t>
              </a:r>
            </a:p>
          </p:txBody>
        </p:sp>
        <p:sp>
          <p:nvSpPr>
            <p:cNvPr id="167" name="rc167"/>
            <p:cNvSpPr/>
            <p:nvPr/>
          </p:nvSpPr>
          <p:spPr>
            <a:xfrm>
              <a:off x="298464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tx168"/>
            <p:cNvSpPr/>
            <p:nvPr/>
          </p:nvSpPr>
          <p:spPr>
            <a:xfrm>
              <a:off x="3085866" y="1050055"/>
              <a:ext cx="521637" cy="813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NARANJA</a:t>
              </a:r>
            </a:p>
          </p:txBody>
        </p:sp>
        <p:sp>
          <p:nvSpPr>
            <p:cNvPr id="169" name="rc169"/>
            <p:cNvSpPr/>
            <p:nvPr/>
          </p:nvSpPr>
          <p:spPr>
            <a:xfrm>
              <a:off x="3778320" y="983989"/>
              <a:ext cx="724090" cy="21486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170"/>
            <p:cNvSpPr/>
            <p:nvPr/>
          </p:nvSpPr>
          <p:spPr>
            <a:xfrm>
              <a:off x="4062739" y="1051420"/>
              <a:ext cx="15525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</a:t>
              </a:r>
            </a:p>
          </p:txBody>
        </p:sp>
        <p:sp>
          <p:nvSpPr>
            <p:cNvPr id="171" name="pl171"/>
            <p:cNvSpPr/>
            <p:nvPr/>
          </p:nvSpPr>
          <p:spPr>
            <a:xfrm>
              <a:off x="144116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168038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191960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tx174"/>
            <p:cNvSpPr/>
            <p:nvPr/>
          </p:nvSpPr>
          <p:spPr>
            <a:xfrm rot="-2700000">
              <a:off x="1437773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5" name="tx175"/>
            <p:cNvSpPr/>
            <p:nvPr/>
          </p:nvSpPr>
          <p:spPr>
            <a:xfrm rot="-2700000">
              <a:off x="161483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76" name="tx176"/>
            <p:cNvSpPr/>
            <p:nvPr/>
          </p:nvSpPr>
          <p:spPr>
            <a:xfrm rot="-2700000">
              <a:off x="185405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77" name="pl177"/>
            <p:cNvSpPr/>
            <p:nvPr/>
          </p:nvSpPr>
          <p:spPr>
            <a:xfrm>
              <a:off x="223484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l178"/>
            <p:cNvSpPr/>
            <p:nvPr/>
          </p:nvSpPr>
          <p:spPr>
            <a:xfrm>
              <a:off x="247406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271328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tx180"/>
            <p:cNvSpPr/>
            <p:nvPr/>
          </p:nvSpPr>
          <p:spPr>
            <a:xfrm rot="-2700000">
              <a:off x="223145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1" name="tx181"/>
            <p:cNvSpPr/>
            <p:nvPr/>
          </p:nvSpPr>
          <p:spPr>
            <a:xfrm rot="-2700000">
              <a:off x="240851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82" name="tx182"/>
            <p:cNvSpPr/>
            <p:nvPr/>
          </p:nvSpPr>
          <p:spPr>
            <a:xfrm rot="-2700000">
              <a:off x="264773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3" name="pl183"/>
            <p:cNvSpPr/>
            <p:nvPr/>
          </p:nvSpPr>
          <p:spPr>
            <a:xfrm>
              <a:off x="302852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326774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l185"/>
            <p:cNvSpPr/>
            <p:nvPr/>
          </p:nvSpPr>
          <p:spPr>
            <a:xfrm>
              <a:off x="350696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tx186"/>
            <p:cNvSpPr/>
            <p:nvPr/>
          </p:nvSpPr>
          <p:spPr>
            <a:xfrm rot="-2700000">
              <a:off x="302513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7" name="tx187"/>
            <p:cNvSpPr/>
            <p:nvPr/>
          </p:nvSpPr>
          <p:spPr>
            <a:xfrm rot="-2700000">
              <a:off x="320219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88" name="tx188"/>
            <p:cNvSpPr/>
            <p:nvPr/>
          </p:nvSpPr>
          <p:spPr>
            <a:xfrm rot="-2700000">
              <a:off x="344141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89" name="pl189"/>
            <p:cNvSpPr/>
            <p:nvPr/>
          </p:nvSpPr>
          <p:spPr>
            <a:xfrm>
              <a:off x="3822204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4061423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4300642" y="3156134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tx192"/>
            <p:cNvSpPr/>
            <p:nvPr/>
          </p:nvSpPr>
          <p:spPr>
            <a:xfrm rot="-2700000">
              <a:off x="3818812" y="320560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3" name="tx193"/>
            <p:cNvSpPr/>
            <p:nvPr/>
          </p:nvSpPr>
          <p:spPr>
            <a:xfrm rot="-2700000">
              <a:off x="3995876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94" name="tx194"/>
            <p:cNvSpPr/>
            <p:nvPr/>
          </p:nvSpPr>
          <p:spPr>
            <a:xfrm rot="-2700000">
              <a:off x="4235095" y="320560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272494" y="302547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148183" y="2576145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148183" y="212681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148183" y="1677484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600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148183" y="1228153"/>
              <a:ext cx="186466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800</a:t>
              </a:r>
            </a:p>
          </p:txBody>
        </p:sp>
        <p:sp>
          <p:nvSpPr>
            <p:cNvPr id="200" name="pl200"/>
            <p:cNvSpPr/>
            <p:nvPr/>
          </p:nvSpPr>
          <p:spPr>
            <a:xfrm>
              <a:off x="1362485" y="306716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l201"/>
            <p:cNvSpPr/>
            <p:nvPr/>
          </p:nvSpPr>
          <p:spPr>
            <a:xfrm>
              <a:off x="1362485" y="2617837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l202"/>
            <p:cNvSpPr/>
            <p:nvPr/>
          </p:nvSpPr>
          <p:spPr>
            <a:xfrm>
              <a:off x="1362485" y="216850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l203"/>
            <p:cNvSpPr/>
            <p:nvPr/>
          </p:nvSpPr>
          <p:spPr>
            <a:xfrm>
              <a:off x="1362485" y="171917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l204"/>
            <p:cNvSpPr/>
            <p:nvPr/>
          </p:nvSpPr>
          <p:spPr>
            <a:xfrm>
              <a:off x="1362485" y="126984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tx205"/>
            <p:cNvSpPr/>
            <p:nvPr/>
          </p:nvSpPr>
          <p:spPr>
            <a:xfrm>
              <a:off x="2693706" y="3455200"/>
              <a:ext cx="512278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NINFAS</a:t>
              </a:r>
            </a:p>
          </p:txBody>
        </p:sp>
        <p:sp>
          <p:nvSpPr>
            <p:cNvPr id="206" name="tx206"/>
            <p:cNvSpPr/>
            <p:nvPr/>
          </p:nvSpPr>
          <p:spPr>
            <a:xfrm rot="-5400000">
              <a:off x="863422" y="2127800"/>
              <a:ext cx="341746" cy="993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Presentación en pantalla (4:3)</PresentationFormat>
  <Paragraphs>23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/>
  <cp:lastModifiedBy>Jacobo Robledo Buritica</cp:lastModifiedBy>
  <cp:revision>4</cp:revision>
  <dcterms:created xsi:type="dcterms:W3CDTF">2017-02-13T16:18:36Z</dcterms:created>
  <dcterms:modified xsi:type="dcterms:W3CDTF">2021-03-26T03:50:29Z</dcterms:modified>
  <cp:category/>
</cp:coreProperties>
</file>