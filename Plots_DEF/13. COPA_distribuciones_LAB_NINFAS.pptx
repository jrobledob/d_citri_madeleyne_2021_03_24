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1188640" y="908720"/>
            <a:ext cx="10642376" cy="4602832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157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426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696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39728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022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291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561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400988" y="1775156"/>
              <a:ext cx="2472" cy="12920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1403461" y="2829165"/>
              <a:ext cx="2472" cy="2380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05933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08405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108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133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158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182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207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232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257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28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306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33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35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438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440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4430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445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47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450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452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455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457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460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4627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465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467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4702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472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39728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54845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1548457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1548457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1548457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5668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5938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207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54845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548457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548457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548457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553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5803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6073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1552165" y="2500495"/>
              <a:ext cx="2472" cy="5666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1554638" y="2908499"/>
              <a:ext cx="2472" cy="15866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1557110" y="2987833"/>
              <a:ext cx="2472" cy="7933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1559583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1562055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1564527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1567000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5694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57194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5744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5768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5793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5818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584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5867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589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591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594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596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599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601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604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6065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609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611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6139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616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6189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621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623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54845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69963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1699634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1699634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1699634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17180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17450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7719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69963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699634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699634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699634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7045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7315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7584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1703343" y="1888490"/>
              <a:ext cx="2472" cy="117867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1705815" y="2897166"/>
              <a:ext cx="2472" cy="170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1708287" y="2987833"/>
              <a:ext cx="2472" cy="7933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1710760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1713232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17157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17181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17206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17231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17255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17280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7305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7330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735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737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740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742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1745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747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7503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1752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1755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1757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1760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1762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1765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767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7700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1772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1775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69963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185081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1850811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1850811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1850811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18692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18961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19231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185081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1850811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1850811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1850811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8557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18827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19096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1854520" y="1922490"/>
              <a:ext cx="2472" cy="114467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1856992" y="2851832"/>
              <a:ext cx="2472" cy="2153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rc156"/>
            <p:cNvSpPr/>
            <p:nvPr/>
          </p:nvSpPr>
          <p:spPr>
            <a:xfrm>
              <a:off x="1859464" y="2965166"/>
              <a:ext cx="2472" cy="102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1861937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1864409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1866882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18693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1871826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18742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1876771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18792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rc165"/>
            <p:cNvSpPr/>
            <p:nvPr/>
          </p:nvSpPr>
          <p:spPr>
            <a:xfrm>
              <a:off x="18817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18841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18866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1889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1891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1894078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1896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1899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19014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1903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1906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1908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1911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19138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1916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1918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19212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19237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1926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185081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200198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2001988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2001988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2001988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20204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20473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20743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200198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2001988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2001988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95"/>
            <p:cNvSpPr/>
            <p:nvPr/>
          </p:nvSpPr>
          <p:spPr>
            <a:xfrm>
              <a:off x="2001988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96"/>
            <p:cNvSpPr/>
            <p:nvPr/>
          </p:nvSpPr>
          <p:spPr>
            <a:xfrm>
              <a:off x="20069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97"/>
            <p:cNvSpPr/>
            <p:nvPr/>
          </p:nvSpPr>
          <p:spPr>
            <a:xfrm>
              <a:off x="20338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20608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199"/>
            <p:cNvSpPr/>
            <p:nvPr/>
          </p:nvSpPr>
          <p:spPr>
            <a:xfrm>
              <a:off x="2005697" y="2885832"/>
              <a:ext cx="2472" cy="18133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200"/>
            <p:cNvSpPr/>
            <p:nvPr/>
          </p:nvSpPr>
          <p:spPr>
            <a:xfrm>
              <a:off x="2008169" y="2976500"/>
              <a:ext cx="2472" cy="90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201"/>
            <p:cNvSpPr/>
            <p:nvPr/>
          </p:nvSpPr>
          <p:spPr>
            <a:xfrm>
              <a:off x="20106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202"/>
            <p:cNvSpPr/>
            <p:nvPr/>
          </p:nvSpPr>
          <p:spPr>
            <a:xfrm>
              <a:off x="20131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203"/>
            <p:cNvSpPr/>
            <p:nvPr/>
          </p:nvSpPr>
          <p:spPr>
            <a:xfrm>
              <a:off x="20155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204"/>
            <p:cNvSpPr/>
            <p:nvPr/>
          </p:nvSpPr>
          <p:spPr>
            <a:xfrm>
              <a:off x="20180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205"/>
            <p:cNvSpPr/>
            <p:nvPr/>
          </p:nvSpPr>
          <p:spPr>
            <a:xfrm>
              <a:off x="2020531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206"/>
            <p:cNvSpPr/>
            <p:nvPr/>
          </p:nvSpPr>
          <p:spPr>
            <a:xfrm>
              <a:off x="20230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207"/>
            <p:cNvSpPr/>
            <p:nvPr/>
          </p:nvSpPr>
          <p:spPr>
            <a:xfrm>
              <a:off x="20254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208"/>
            <p:cNvSpPr/>
            <p:nvPr/>
          </p:nvSpPr>
          <p:spPr>
            <a:xfrm>
              <a:off x="20279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209"/>
            <p:cNvSpPr/>
            <p:nvPr/>
          </p:nvSpPr>
          <p:spPr>
            <a:xfrm>
              <a:off x="20304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10"/>
            <p:cNvSpPr/>
            <p:nvPr/>
          </p:nvSpPr>
          <p:spPr>
            <a:xfrm>
              <a:off x="20328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1"/>
            <p:cNvSpPr/>
            <p:nvPr/>
          </p:nvSpPr>
          <p:spPr>
            <a:xfrm>
              <a:off x="20353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12"/>
            <p:cNvSpPr/>
            <p:nvPr/>
          </p:nvSpPr>
          <p:spPr>
            <a:xfrm>
              <a:off x="20378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3"/>
            <p:cNvSpPr/>
            <p:nvPr/>
          </p:nvSpPr>
          <p:spPr>
            <a:xfrm>
              <a:off x="20403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14"/>
            <p:cNvSpPr/>
            <p:nvPr/>
          </p:nvSpPr>
          <p:spPr>
            <a:xfrm>
              <a:off x="20427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15"/>
            <p:cNvSpPr/>
            <p:nvPr/>
          </p:nvSpPr>
          <p:spPr>
            <a:xfrm>
              <a:off x="20452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16"/>
            <p:cNvSpPr/>
            <p:nvPr/>
          </p:nvSpPr>
          <p:spPr>
            <a:xfrm>
              <a:off x="20477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17"/>
            <p:cNvSpPr/>
            <p:nvPr/>
          </p:nvSpPr>
          <p:spPr>
            <a:xfrm>
              <a:off x="20501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18"/>
            <p:cNvSpPr/>
            <p:nvPr/>
          </p:nvSpPr>
          <p:spPr>
            <a:xfrm>
              <a:off x="20526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0551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05761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0600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0625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0650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0675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0699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0724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0749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0773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00198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15316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1" name="pl231"/>
            <p:cNvSpPr/>
            <p:nvPr/>
          </p:nvSpPr>
          <p:spPr>
            <a:xfrm>
              <a:off x="2153165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l232"/>
            <p:cNvSpPr/>
            <p:nvPr/>
          </p:nvSpPr>
          <p:spPr>
            <a:xfrm>
              <a:off x="2153165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2153165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l234"/>
            <p:cNvSpPr/>
            <p:nvPr/>
          </p:nvSpPr>
          <p:spPr>
            <a:xfrm>
              <a:off x="21715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l235"/>
            <p:cNvSpPr/>
            <p:nvPr/>
          </p:nvSpPr>
          <p:spPr>
            <a:xfrm>
              <a:off x="21985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l236"/>
            <p:cNvSpPr/>
            <p:nvPr/>
          </p:nvSpPr>
          <p:spPr>
            <a:xfrm>
              <a:off x="22254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l237"/>
            <p:cNvSpPr/>
            <p:nvPr/>
          </p:nvSpPr>
          <p:spPr>
            <a:xfrm>
              <a:off x="215316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l238"/>
            <p:cNvSpPr/>
            <p:nvPr/>
          </p:nvSpPr>
          <p:spPr>
            <a:xfrm>
              <a:off x="2153165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239"/>
            <p:cNvSpPr/>
            <p:nvPr/>
          </p:nvSpPr>
          <p:spPr>
            <a:xfrm>
              <a:off x="2153165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l240"/>
            <p:cNvSpPr/>
            <p:nvPr/>
          </p:nvSpPr>
          <p:spPr>
            <a:xfrm>
              <a:off x="2153165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241"/>
            <p:cNvSpPr/>
            <p:nvPr/>
          </p:nvSpPr>
          <p:spPr>
            <a:xfrm>
              <a:off x="21581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242"/>
            <p:cNvSpPr/>
            <p:nvPr/>
          </p:nvSpPr>
          <p:spPr>
            <a:xfrm>
              <a:off x="21850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l243"/>
            <p:cNvSpPr/>
            <p:nvPr/>
          </p:nvSpPr>
          <p:spPr>
            <a:xfrm>
              <a:off x="22120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156874" y="2171826"/>
              <a:ext cx="2472" cy="8953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159346" y="2772498"/>
              <a:ext cx="2472" cy="2946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rc246"/>
            <p:cNvSpPr/>
            <p:nvPr/>
          </p:nvSpPr>
          <p:spPr>
            <a:xfrm>
              <a:off x="2161819" y="2987833"/>
              <a:ext cx="2472" cy="7933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rc247"/>
            <p:cNvSpPr/>
            <p:nvPr/>
          </p:nvSpPr>
          <p:spPr>
            <a:xfrm>
              <a:off x="2164291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rc248"/>
            <p:cNvSpPr/>
            <p:nvPr/>
          </p:nvSpPr>
          <p:spPr>
            <a:xfrm>
              <a:off x="2166763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rc249"/>
            <p:cNvSpPr/>
            <p:nvPr/>
          </p:nvSpPr>
          <p:spPr>
            <a:xfrm>
              <a:off x="2169236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rc250"/>
            <p:cNvSpPr/>
            <p:nvPr/>
          </p:nvSpPr>
          <p:spPr>
            <a:xfrm>
              <a:off x="21717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rc251"/>
            <p:cNvSpPr/>
            <p:nvPr/>
          </p:nvSpPr>
          <p:spPr>
            <a:xfrm>
              <a:off x="21741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rc252"/>
            <p:cNvSpPr/>
            <p:nvPr/>
          </p:nvSpPr>
          <p:spPr>
            <a:xfrm>
              <a:off x="2176653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rc253"/>
            <p:cNvSpPr/>
            <p:nvPr/>
          </p:nvSpPr>
          <p:spPr>
            <a:xfrm>
              <a:off x="2179125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rc254"/>
            <p:cNvSpPr/>
            <p:nvPr/>
          </p:nvSpPr>
          <p:spPr>
            <a:xfrm>
              <a:off x="21815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rc255"/>
            <p:cNvSpPr/>
            <p:nvPr/>
          </p:nvSpPr>
          <p:spPr>
            <a:xfrm>
              <a:off x="2184070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rc256"/>
            <p:cNvSpPr/>
            <p:nvPr/>
          </p:nvSpPr>
          <p:spPr>
            <a:xfrm>
              <a:off x="21865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rc257"/>
            <p:cNvSpPr/>
            <p:nvPr/>
          </p:nvSpPr>
          <p:spPr>
            <a:xfrm>
              <a:off x="21890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rc258"/>
            <p:cNvSpPr/>
            <p:nvPr/>
          </p:nvSpPr>
          <p:spPr>
            <a:xfrm>
              <a:off x="21914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rc259"/>
            <p:cNvSpPr/>
            <p:nvPr/>
          </p:nvSpPr>
          <p:spPr>
            <a:xfrm>
              <a:off x="21939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rc260"/>
            <p:cNvSpPr/>
            <p:nvPr/>
          </p:nvSpPr>
          <p:spPr>
            <a:xfrm>
              <a:off x="21964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rc261"/>
            <p:cNvSpPr/>
            <p:nvPr/>
          </p:nvSpPr>
          <p:spPr>
            <a:xfrm>
              <a:off x="21989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rc262"/>
            <p:cNvSpPr/>
            <p:nvPr/>
          </p:nvSpPr>
          <p:spPr>
            <a:xfrm>
              <a:off x="22013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rc263"/>
            <p:cNvSpPr/>
            <p:nvPr/>
          </p:nvSpPr>
          <p:spPr>
            <a:xfrm>
              <a:off x="22038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rc264"/>
            <p:cNvSpPr/>
            <p:nvPr/>
          </p:nvSpPr>
          <p:spPr>
            <a:xfrm>
              <a:off x="22063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rc265"/>
            <p:cNvSpPr/>
            <p:nvPr/>
          </p:nvSpPr>
          <p:spPr>
            <a:xfrm>
              <a:off x="22087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rc266"/>
            <p:cNvSpPr/>
            <p:nvPr/>
          </p:nvSpPr>
          <p:spPr>
            <a:xfrm>
              <a:off x="22112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rc267"/>
            <p:cNvSpPr/>
            <p:nvPr/>
          </p:nvSpPr>
          <p:spPr>
            <a:xfrm>
              <a:off x="22137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2162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2186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rc270"/>
            <p:cNvSpPr/>
            <p:nvPr/>
          </p:nvSpPr>
          <p:spPr>
            <a:xfrm>
              <a:off x="22211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271"/>
            <p:cNvSpPr/>
            <p:nvPr/>
          </p:nvSpPr>
          <p:spPr>
            <a:xfrm>
              <a:off x="22236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rc272"/>
            <p:cNvSpPr/>
            <p:nvPr/>
          </p:nvSpPr>
          <p:spPr>
            <a:xfrm>
              <a:off x="22261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rc273"/>
            <p:cNvSpPr/>
            <p:nvPr/>
          </p:nvSpPr>
          <p:spPr>
            <a:xfrm>
              <a:off x="22285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15316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304343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6" name="pl276"/>
            <p:cNvSpPr/>
            <p:nvPr/>
          </p:nvSpPr>
          <p:spPr>
            <a:xfrm>
              <a:off x="2304343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277"/>
            <p:cNvSpPr/>
            <p:nvPr/>
          </p:nvSpPr>
          <p:spPr>
            <a:xfrm>
              <a:off x="2304343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278"/>
            <p:cNvSpPr/>
            <p:nvPr/>
          </p:nvSpPr>
          <p:spPr>
            <a:xfrm>
              <a:off x="2304343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279"/>
            <p:cNvSpPr/>
            <p:nvPr/>
          </p:nvSpPr>
          <p:spPr>
            <a:xfrm>
              <a:off x="23227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280"/>
            <p:cNvSpPr/>
            <p:nvPr/>
          </p:nvSpPr>
          <p:spPr>
            <a:xfrm>
              <a:off x="23497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281"/>
            <p:cNvSpPr/>
            <p:nvPr/>
          </p:nvSpPr>
          <p:spPr>
            <a:xfrm>
              <a:off x="23766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l282"/>
            <p:cNvSpPr/>
            <p:nvPr/>
          </p:nvSpPr>
          <p:spPr>
            <a:xfrm>
              <a:off x="2304343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l283"/>
            <p:cNvSpPr/>
            <p:nvPr/>
          </p:nvSpPr>
          <p:spPr>
            <a:xfrm>
              <a:off x="2304343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l284"/>
            <p:cNvSpPr/>
            <p:nvPr/>
          </p:nvSpPr>
          <p:spPr>
            <a:xfrm>
              <a:off x="2304343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l285"/>
            <p:cNvSpPr/>
            <p:nvPr/>
          </p:nvSpPr>
          <p:spPr>
            <a:xfrm>
              <a:off x="2304343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286"/>
            <p:cNvSpPr/>
            <p:nvPr/>
          </p:nvSpPr>
          <p:spPr>
            <a:xfrm>
              <a:off x="23092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23362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23631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2308051" y="2228493"/>
              <a:ext cx="2472" cy="8386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2310523" y="2874499"/>
              <a:ext cx="2472" cy="19266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2312996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2315468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2317941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rc294"/>
            <p:cNvSpPr/>
            <p:nvPr/>
          </p:nvSpPr>
          <p:spPr>
            <a:xfrm>
              <a:off x="2320413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rc295"/>
            <p:cNvSpPr/>
            <p:nvPr/>
          </p:nvSpPr>
          <p:spPr>
            <a:xfrm>
              <a:off x="2322885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rc296"/>
            <p:cNvSpPr/>
            <p:nvPr/>
          </p:nvSpPr>
          <p:spPr>
            <a:xfrm>
              <a:off x="23253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rc297"/>
            <p:cNvSpPr/>
            <p:nvPr/>
          </p:nvSpPr>
          <p:spPr>
            <a:xfrm>
              <a:off x="23278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rc298"/>
            <p:cNvSpPr/>
            <p:nvPr/>
          </p:nvSpPr>
          <p:spPr>
            <a:xfrm>
              <a:off x="23303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rc299"/>
            <p:cNvSpPr/>
            <p:nvPr/>
          </p:nvSpPr>
          <p:spPr>
            <a:xfrm>
              <a:off x="23327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rc300"/>
            <p:cNvSpPr/>
            <p:nvPr/>
          </p:nvSpPr>
          <p:spPr>
            <a:xfrm>
              <a:off x="23352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rc301"/>
            <p:cNvSpPr/>
            <p:nvPr/>
          </p:nvSpPr>
          <p:spPr>
            <a:xfrm>
              <a:off x="2337720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rc302"/>
            <p:cNvSpPr/>
            <p:nvPr/>
          </p:nvSpPr>
          <p:spPr>
            <a:xfrm>
              <a:off x="23401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rc303"/>
            <p:cNvSpPr/>
            <p:nvPr/>
          </p:nvSpPr>
          <p:spPr>
            <a:xfrm>
              <a:off x="23426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rc304"/>
            <p:cNvSpPr/>
            <p:nvPr/>
          </p:nvSpPr>
          <p:spPr>
            <a:xfrm>
              <a:off x="23451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23476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rc306"/>
            <p:cNvSpPr/>
            <p:nvPr/>
          </p:nvSpPr>
          <p:spPr>
            <a:xfrm>
              <a:off x="23500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rc307"/>
            <p:cNvSpPr/>
            <p:nvPr/>
          </p:nvSpPr>
          <p:spPr>
            <a:xfrm>
              <a:off x="23525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rc308"/>
            <p:cNvSpPr/>
            <p:nvPr/>
          </p:nvSpPr>
          <p:spPr>
            <a:xfrm>
              <a:off x="23550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rc309"/>
            <p:cNvSpPr/>
            <p:nvPr/>
          </p:nvSpPr>
          <p:spPr>
            <a:xfrm>
              <a:off x="23574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23599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23624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23649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23673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rc314"/>
            <p:cNvSpPr/>
            <p:nvPr/>
          </p:nvSpPr>
          <p:spPr>
            <a:xfrm>
              <a:off x="23698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rc315"/>
            <p:cNvSpPr/>
            <p:nvPr/>
          </p:nvSpPr>
          <p:spPr>
            <a:xfrm>
              <a:off x="23723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rc316"/>
            <p:cNvSpPr/>
            <p:nvPr/>
          </p:nvSpPr>
          <p:spPr>
            <a:xfrm>
              <a:off x="23748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rc317"/>
            <p:cNvSpPr/>
            <p:nvPr/>
          </p:nvSpPr>
          <p:spPr>
            <a:xfrm>
              <a:off x="23772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rc318"/>
            <p:cNvSpPr/>
            <p:nvPr/>
          </p:nvSpPr>
          <p:spPr>
            <a:xfrm>
              <a:off x="23797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rc319"/>
            <p:cNvSpPr/>
            <p:nvPr/>
          </p:nvSpPr>
          <p:spPr>
            <a:xfrm>
              <a:off x="2304343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rc320"/>
            <p:cNvSpPr/>
            <p:nvPr/>
          </p:nvSpPr>
          <p:spPr>
            <a:xfrm>
              <a:off x="245552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2455520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2455520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2455520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24739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25008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25278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245552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328"/>
            <p:cNvSpPr/>
            <p:nvPr/>
          </p:nvSpPr>
          <p:spPr>
            <a:xfrm>
              <a:off x="2455520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l329"/>
            <p:cNvSpPr/>
            <p:nvPr/>
          </p:nvSpPr>
          <p:spPr>
            <a:xfrm>
              <a:off x="2455520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l330"/>
            <p:cNvSpPr/>
            <p:nvPr/>
          </p:nvSpPr>
          <p:spPr>
            <a:xfrm>
              <a:off x="2455520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l331"/>
            <p:cNvSpPr/>
            <p:nvPr/>
          </p:nvSpPr>
          <p:spPr>
            <a:xfrm>
              <a:off x="24604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l332"/>
            <p:cNvSpPr/>
            <p:nvPr/>
          </p:nvSpPr>
          <p:spPr>
            <a:xfrm>
              <a:off x="24874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l333"/>
            <p:cNvSpPr/>
            <p:nvPr/>
          </p:nvSpPr>
          <p:spPr>
            <a:xfrm>
              <a:off x="25143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2459228" y="2001824"/>
              <a:ext cx="2472" cy="106534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2461701" y="2863165"/>
              <a:ext cx="2472" cy="204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2464173" y="2931166"/>
              <a:ext cx="2472" cy="136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2466645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2469118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2471590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2474062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24765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rc342"/>
            <p:cNvSpPr/>
            <p:nvPr/>
          </p:nvSpPr>
          <p:spPr>
            <a:xfrm>
              <a:off x="24790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rc343"/>
            <p:cNvSpPr/>
            <p:nvPr/>
          </p:nvSpPr>
          <p:spPr>
            <a:xfrm>
              <a:off x="24814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rc344"/>
            <p:cNvSpPr/>
            <p:nvPr/>
          </p:nvSpPr>
          <p:spPr>
            <a:xfrm>
              <a:off x="24839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rc345"/>
            <p:cNvSpPr/>
            <p:nvPr/>
          </p:nvSpPr>
          <p:spPr>
            <a:xfrm>
              <a:off x="24864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rc346"/>
            <p:cNvSpPr/>
            <p:nvPr/>
          </p:nvSpPr>
          <p:spPr>
            <a:xfrm>
              <a:off x="24888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rc347"/>
            <p:cNvSpPr/>
            <p:nvPr/>
          </p:nvSpPr>
          <p:spPr>
            <a:xfrm>
              <a:off x="24913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rc348"/>
            <p:cNvSpPr/>
            <p:nvPr/>
          </p:nvSpPr>
          <p:spPr>
            <a:xfrm>
              <a:off x="24938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rc349"/>
            <p:cNvSpPr/>
            <p:nvPr/>
          </p:nvSpPr>
          <p:spPr>
            <a:xfrm>
              <a:off x="24963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rc350"/>
            <p:cNvSpPr/>
            <p:nvPr/>
          </p:nvSpPr>
          <p:spPr>
            <a:xfrm>
              <a:off x="24987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rc351"/>
            <p:cNvSpPr/>
            <p:nvPr/>
          </p:nvSpPr>
          <p:spPr>
            <a:xfrm>
              <a:off x="25012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rc352"/>
            <p:cNvSpPr/>
            <p:nvPr/>
          </p:nvSpPr>
          <p:spPr>
            <a:xfrm>
              <a:off x="25037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rc353"/>
            <p:cNvSpPr/>
            <p:nvPr/>
          </p:nvSpPr>
          <p:spPr>
            <a:xfrm>
              <a:off x="25062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rc354"/>
            <p:cNvSpPr/>
            <p:nvPr/>
          </p:nvSpPr>
          <p:spPr>
            <a:xfrm>
              <a:off x="25086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rc355"/>
            <p:cNvSpPr/>
            <p:nvPr/>
          </p:nvSpPr>
          <p:spPr>
            <a:xfrm>
              <a:off x="25111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rc356"/>
            <p:cNvSpPr/>
            <p:nvPr/>
          </p:nvSpPr>
          <p:spPr>
            <a:xfrm>
              <a:off x="25136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rc357"/>
            <p:cNvSpPr/>
            <p:nvPr/>
          </p:nvSpPr>
          <p:spPr>
            <a:xfrm>
              <a:off x="25160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rc358"/>
            <p:cNvSpPr/>
            <p:nvPr/>
          </p:nvSpPr>
          <p:spPr>
            <a:xfrm>
              <a:off x="25185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rc359"/>
            <p:cNvSpPr/>
            <p:nvPr/>
          </p:nvSpPr>
          <p:spPr>
            <a:xfrm>
              <a:off x="25210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rc360"/>
            <p:cNvSpPr/>
            <p:nvPr/>
          </p:nvSpPr>
          <p:spPr>
            <a:xfrm>
              <a:off x="25235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rc361"/>
            <p:cNvSpPr/>
            <p:nvPr/>
          </p:nvSpPr>
          <p:spPr>
            <a:xfrm>
              <a:off x="25259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rc362"/>
            <p:cNvSpPr/>
            <p:nvPr/>
          </p:nvSpPr>
          <p:spPr>
            <a:xfrm>
              <a:off x="25284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rc363"/>
            <p:cNvSpPr/>
            <p:nvPr/>
          </p:nvSpPr>
          <p:spPr>
            <a:xfrm>
              <a:off x="25309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rc364"/>
            <p:cNvSpPr/>
            <p:nvPr/>
          </p:nvSpPr>
          <p:spPr>
            <a:xfrm>
              <a:off x="245552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365"/>
            <p:cNvSpPr/>
            <p:nvPr/>
          </p:nvSpPr>
          <p:spPr>
            <a:xfrm>
              <a:off x="260669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2606697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2606697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2606697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26251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26520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26790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260669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2606697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2606697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2606697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2611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l377"/>
            <p:cNvSpPr/>
            <p:nvPr/>
          </p:nvSpPr>
          <p:spPr>
            <a:xfrm>
              <a:off x="26385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26655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2610405" y="1287818"/>
              <a:ext cx="2472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2612878" y="2749831"/>
              <a:ext cx="2472" cy="3173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2615350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2617822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26202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262276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26252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26277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2630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26326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2635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2637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2640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2642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26450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2647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2649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2652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2654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2657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2659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2662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26647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rc402"/>
            <p:cNvSpPr/>
            <p:nvPr/>
          </p:nvSpPr>
          <p:spPr>
            <a:xfrm>
              <a:off x="2667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rc403"/>
            <p:cNvSpPr/>
            <p:nvPr/>
          </p:nvSpPr>
          <p:spPr>
            <a:xfrm>
              <a:off x="2669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rc404"/>
            <p:cNvSpPr/>
            <p:nvPr/>
          </p:nvSpPr>
          <p:spPr>
            <a:xfrm>
              <a:off x="26722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rc405"/>
            <p:cNvSpPr/>
            <p:nvPr/>
          </p:nvSpPr>
          <p:spPr>
            <a:xfrm>
              <a:off x="2674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26771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26796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26821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260669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275787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2757874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2757874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2757874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l414"/>
            <p:cNvSpPr/>
            <p:nvPr/>
          </p:nvSpPr>
          <p:spPr>
            <a:xfrm>
              <a:off x="27762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l415"/>
            <p:cNvSpPr/>
            <p:nvPr/>
          </p:nvSpPr>
          <p:spPr>
            <a:xfrm>
              <a:off x="28032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l416"/>
            <p:cNvSpPr/>
            <p:nvPr/>
          </p:nvSpPr>
          <p:spPr>
            <a:xfrm>
              <a:off x="28302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l417"/>
            <p:cNvSpPr/>
            <p:nvPr/>
          </p:nvSpPr>
          <p:spPr>
            <a:xfrm>
              <a:off x="275787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l418"/>
            <p:cNvSpPr/>
            <p:nvPr/>
          </p:nvSpPr>
          <p:spPr>
            <a:xfrm>
              <a:off x="2757874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l419"/>
            <p:cNvSpPr/>
            <p:nvPr/>
          </p:nvSpPr>
          <p:spPr>
            <a:xfrm>
              <a:off x="2757874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l420"/>
            <p:cNvSpPr/>
            <p:nvPr/>
          </p:nvSpPr>
          <p:spPr>
            <a:xfrm>
              <a:off x="2757874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l421"/>
            <p:cNvSpPr/>
            <p:nvPr/>
          </p:nvSpPr>
          <p:spPr>
            <a:xfrm>
              <a:off x="27628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l422"/>
            <p:cNvSpPr/>
            <p:nvPr/>
          </p:nvSpPr>
          <p:spPr>
            <a:xfrm>
              <a:off x="27897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l423"/>
            <p:cNvSpPr/>
            <p:nvPr/>
          </p:nvSpPr>
          <p:spPr>
            <a:xfrm>
              <a:off x="28167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2761583" y="1491820"/>
              <a:ext cx="2472" cy="15753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2764055" y="2704497"/>
              <a:ext cx="2472" cy="3626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2766527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2769000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27714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277394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27764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27788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27813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278383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2786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27887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2791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2793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2796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2798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2801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2803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2806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28085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2811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rc445"/>
            <p:cNvSpPr/>
            <p:nvPr/>
          </p:nvSpPr>
          <p:spPr>
            <a:xfrm>
              <a:off x="2813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rc446"/>
            <p:cNvSpPr/>
            <p:nvPr/>
          </p:nvSpPr>
          <p:spPr>
            <a:xfrm>
              <a:off x="28159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rc447"/>
            <p:cNvSpPr/>
            <p:nvPr/>
          </p:nvSpPr>
          <p:spPr>
            <a:xfrm>
              <a:off x="2818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rc448"/>
            <p:cNvSpPr/>
            <p:nvPr/>
          </p:nvSpPr>
          <p:spPr>
            <a:xfrm>
              <a:off x="28209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rc449"/>
            <p:cNvSpPr/>
            <p:nvPr/>
          </p:nvSpPr>
          <p:spPr>
            <a:xfrm>
              <a:off x="2823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rc450"/>
            <p:cNvSpPr/>
            <p:nvPr/>
          </p:nvSpPr>
          <p:spPr>
            <a:xfrm>
              <a:off x="2825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rc451"/>
            <p:cNvSpPr/>
            <p:nvPr/>
          </p:nvSpPr>
          <p:spPr>
            <a:xfrm>
              <a:off x="28283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rc452"/>
            <p:cNvSpPr/>
            <p:nvPr/>
          </p:nvSpPr>
          <p:spPr>
            <a:xfrm>
              <a:off x="28308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rc453"/>
            <p:cNvSpPr/>
            <p:nvPr/>
          </p:nvSpPr>
          <p:spPr>
            <a:xfrm>
              <a:off x="28332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275787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290905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2909051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2909051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2909051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29274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l460"/>
            <p:cNvSpPr/>
            <p:nvPr/>
          </p:nvSpPr>
          <p:spPr>
            <a:xfrm>
              <a:off x="29544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l461"/>
            <p:cNvSpPr/>
            <p:nvPr/>
          </p:nvSpPr>
          <p:spPr>
            <a:xfrm>
              <a:off x="29813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l462"/>
            <p:cNvSpPr/>
            <p:nvPr/>
          </p:nvSpPr>
          <p:spPr>
            <a:xfrm>
              <a:off x="290905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l463"/>
            <p:cNvSpPr/>
            <p:nvPr/>
          </p:nvSpPr>
          <p:spPr>
            <a:xfrm>
              <a:off x="2909051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l464"/>
            <p:cNvSpPr/>
            <p:nvPr/>
          </p:nvSpPr>
          <p:spPr>
            <a:xfrm>
              <a:off x="2909051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l465"/>
            <p:cNvSpPr/>
            <p:nvPr/>
          </p:nvSpPr>
          <p:spPr>
            <a:xfrm>
              <a:off x="2909051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l466"/>
            <p:cNvSpPr/>
            <p:nvPr/>
          </p:nvSpPr>
          <p:spPr>
            <a:xfrm>
              <a:off x="29139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l467"/>
            <p:cNvSpPr/>
            <p:nvPr/>
          </p:nvSpPr>
          <p:spPr>
            <a:xfrm>
              <a:off x="29409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l468"/>
            <p:cNvSpPr/>
            <p:nvPr/>
          </p:nvSpPr>
          <p:spPr>
            <a:xfrm>
              <a:off x="29679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2912760" y="2319161"/>
              <a:ext cx="2472" cy="7480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2915232" y="2908499"/>
              <a:ext cx="2472" cy="15866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2917704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2920177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2922649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2925121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292759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29300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29325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29350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2937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2939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2942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2944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2947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2949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29523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rc486"/>
            <p:cNvSpPr/>
            <p:nvPr/>
          </p:nvSpPr>
          <p:spPr>
            <a:xfrm>
              <a:off x="2954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rc487"/>
            <p:cNvSpPr/>
            <p:nvPr/>
          </p:nvSpPr>
          <p:spPr>
            <a:xfrm>
              <a:off x="2957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rc488"/>
            <p:cNvSpPr/>
            <p:nvPr/>
          </p:nvSpPr>
          <p:spPr>
            <a:xfrm>
              <a:off x="2959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rc489"/>
            <p:cNvSpPr/>
            <p:nvPr/>
          </p:nvSpPr>
          <p:spPr>
            <a:xfrm>
              <a:off x="2962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rc490"/>
            <p:cNvSpPr/>
            <p:nvPr/>
          </p:nvSpPr>
          <p:spPr>
            <a:xfrm>
              <a:off x="2964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rc491"/>
            <p:cNvSpPr/>
            <p:nvPr/>
          </p:nvSpPr>
          <p:spPr>
            <a:xfrm>
              <a:off x="2967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rc492"/>
            <p:cNvSpPr/>
            <p:nvPr/>
          </p:nvSpPr>
          <p:spPr>
            <a:xfrm>
              <a:off x="2969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rc493"/>
            <p:cNvSpPr/>
            <p:nvPr/>
          </p:nvSpPr>
          <p:spPr>
            <a:xfrm>
              <a:off x="29720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rc494"/>
            <p:cNvSpPr/>
            <p:nvPr/>
          </p:nvSpPr>
          <p:spPr>
            <a:xfrm>
              <a:off x="2974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rc495"/>
            <p:cNvSpPr/>
            <p:nvPr/>
          </p:nvSpPr>
          <p:spPr>
            <a:xfrm>
              <a:off x="2977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rc496"/>
            <p:cNvSpPr/>
            <p:nvPr/>
          </p:nvSpPr>
          <p:spPr>
            <a:xfrm>
              <a:off x="29795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rc497"/>
            <p:cNvSpPr/>
            <p:nvPr/>
          </p:nvSpPr>
          <p:spPr>
            <a:xfrm>
              <a:off x="29819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rc498"/>
            <p:cNvSpPr/>
            <p:nvPr/>
          </p:nvSpPr>
          <p:spPr>
            <a:xfrm>
              <a:off x="29844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rc499"/>
            <p:cNvSpPr/>
            <p:nvPr/>
          </p:nvSpPr>
          <p:spPr>
            <a:xfrm>
              <a:off x="290905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rc500"/>
            <p:cNvSpPr/>
            <p:nvPr/>
          </p:nvSpPr>
          <p:spPr>
            <a:xfrm>
              <a:off x="306022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3060228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l502"/>
            <p:cNvSpPr/>
            <p:nvPr/>
          </p:nvSpPr>
          <p:spPr>
            <a:xfrm>
              <a:off x="3060228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l503"/>
            <p:cNvSpPr/>
            <p:nvPr/>
          </p:nvSpPr>
          <p:spPr>
            <a:xfrm>
              <a:off x="3060228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l504"/>
            <p:cNvSpPr/>
            <p:nvPr/>
          </p:nvSpPr>
          <p:spPr>
            <a:xfrm>
              <a:off x="30786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l505"/>
            <p:cNvSpPr/>
            <p:nvPr/>
          </p:nvSpPr>
          <p:spPr>
            <a:xfrm>
              <a:off x="31056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l506"/>
            <p:cNvSpPr/>
            <p:nvPr/>
          </p:nvSpPr>
          <p:spPr>
            <a:xfrm>
              <a:off x="31325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l507"/>
            <p:cNvSpPr/>
            <p:nvPr/>
          </p:nvSpPr>
          <p:spPr>
            <a:xfrm>
              <a:off x="306022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l508"/>
            <p:cNvSpPr/>
            <p:nvPr/>
          </p:nvSpPr>
          <p:spPr>
            <a:xfrm>
              <a:off x="3060228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l509"/>
            <p:cNvSpPr/>
            <p:nvPr/>
          </p:nvSpPr>
          <p:spPr>
            <a:xfrm>
              <a:off x="3060228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l510"/>
            <p:cNvSpPr/>
            <p:nvPr/>
          </p:nvSpPr>
          <p:spPr>
            <a:xfrm>
              <a:off x="3060228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l511"/>
            <p:cNvSpPr/>
            <p:nvPr/>
          </p:nvSpPr>
          <p:spPr>
            <a:xfrm>
              <a:off x="30651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l512"/>
            <p:cNvSpPr/>
            <p:nvPr/>
          </p:nvSpPr>
          <p:spPr>
            <a:xfrm>
              <a:off x="30921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l513"/>
            <p:cNvSpPr/>
            <p:nvPr/>
          </p:nvSpPr>
          <p:spPr>
            <a:xfrm>
              <a:off x="3119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rc514"/>
            <p:cNvSpPr/>
            <p:nvPr/>
          </p:nvSpPr>
          <p:spPr>
            <a:xfrm>
              <a:off x="3063937" y="2749831"/>
              <a:ext cx="2472" cy="3173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rc515"/>
            <p:cNvSpPr/>
            <p:nvPr/>
          </p:nvSpPr>
          <p:spPr>
            <a:xfrm>
              <a:off x="3066409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rc516"/>
            <p:cNvSpPr/>
            <p:nvPr/>
          </p:nvSpPr>
          <p:spPr>
            <a:xfrm>
              <a:off x="3068882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rc517"/>
            <p:cNvSpPr/>
            <p:nvPr/>
          </p:nvSpPr>
          <p:spPr>
            <a:xfrm>
              <a:off x="307135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rc518"/>
            <p:cNvSpPr/>
            <p:nvPr/>
          </p:nvSpPr>
          <p:spPr>
            <a:xfrm>
              <a:off x="3073826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rc519"/>
            <p:cNvSpPr/>
            <p:nvPr/>
          </p:nvSpPr>
          <p:spPr>
            <a:xfrm>
              <a:off x="30762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rc520"/>
            <p:cNvSpPr/>
            <p:nvPr/>
          </p:nvSpPr>
          <p:spPr>
            <a:xfrm>
              <a:off x="30787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rc521"/>
            <p:cNvSpPr/>
            <p:nvPr/>
          </p:nvSpPr>
          <p:spPr>
            <a:xfrm>
              <a:off x="30812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rc522"/>
            <p:cNvSpPr/>
            <p:nvPr/>
          </p:nvSpPr>
          <p:spPr>
            <a:xfrm>
              <a:off x="30837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rc523"/>
            <p:cNvSpPr/>
            <p:nvPr/>
          </p:nvSpPr>
          <p:spPr>
            <a:xfrm>
              <a:off x="30861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rc524"/>
            <p:cNvSpPr/>
            <p:nvPr/>
          </p:nvSpPr>
          <p:spPr>
            <a:xfrm>
              <a:off x="30886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rc525"/>
            <p:cNvSpPr/>
            <p:nvPr/>
          </p:nvSpPr>
          <p:spPr>
            <a:xfrm>
              <a:off x="3091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rc526"/>
            <p:cNvSpPr/>
            <p:nvPr/>
          </p:nvSpPr>
          <p:spPr>
            <a:xfrm>
              <a:off x="3093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rc527"/>
            <p:cNvSpPr/>
            <p:nvPr/>
          </p:nvSpPr>
          <p:spPr>
            <a:xfrm>
              <a:off x="30960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rc528"/>
            <p:cNvSpPr/>
            <p:nvPr/>
          </p:nvSpPr>
          <p:spPr>
            <a:xfrm>
              <a:off x="3098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rc529"/>
            <p:cNvSpPr/>
            <p:nvPr/>
          </p:nvSpPr>
          <p:spPr>
            <a:xfrm>
              <a:off x="3101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rc530"/>
            <p:cNvSpPr/>
            <p:nvPr/>
          </p:nvSpPr>
          <p:spPr>
            <a:xfrm>
              <a:off x="31034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rc531"/>
            <p:cNvSpPr/>
            <p:nvPr/>
          </p:nvSpPr>
          <p:spPr>
            <a:xfrm>
              <a:off x="3105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rc532"/>
            <p:cNvSpPr/>
            <p:nvPr/>
          </p:nvSpPr>
          <p:spPr>
            <a:xfrm>
              <a:off x="3108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rc533"/>
            <p:cNvSpPr/>
            <p:nvPr/>
          </p:nvSpPr>
          <p:spPr>
            <a:xfrm>
              <a:off x="3110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rc534"/>
            <p:cNvSpPr/>
            <p:nvPr/>
          </p:nvSpPr>
          <p:spPr>
            <a:xfrm>
              <a:off x="3113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rc535"/>
            <p:cNvSpPr/>
            <p:nvPr/>
          </p:nvSpPr>
          <p:spPr>
            <a:xfrm>
              <a:off x="31158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rc536"/>
            <p:cNvSpPr/>
            <p:nvPr/>
          </p:nvSpPr>
          <p:spPr>
            <a:xfrm>
              <a:off x="3118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rc537"/>
            <p:cNvSpPr/>
            <p:nvPr/>
          </p:nvSpPr>
          <p:spPr>
            <a:xfrm>
              <a:off x="3120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rc538"/>
            <p:cNvSpPr/>
            <p:nvPr/>
          </p:nvSpPr>
          <p:spPr>
            <a:xfrm>
              <a:off x="31232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rc539"/>
            <p:cNvSpPr/>
            <p:nvPr/>
          </p:nvSpPr>
          <p:spPr>
            <a:xfrm>
              <a:off x="31257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rc540"/>
            <p:cNvSpPr/>
            <p:nvPr/>
          </p:nvSpPr>
          <p:spPr>
            <a:xfrm>
              <a:off x="3128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rc541"/>
            <p:cNvSpPr/>
            <p:nvPr/>
          </p:nvSpPr>
          <p:spPr>
            <a:xfrm>
              <a:off x="31306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rc542"/>
            <p:cNvSpPr/>
            <p:nvPr/>
          </p:nvSpPr>
          <p:spPr>
            <a:xfrm>
              <a:off x="31331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rc543"/>
            <p:cNvSpPr/>
            <p:nvPr/>
          </p:nvSpPr>
          <p:spPr>
            <a:xfrm>
              <a:off x="31356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rc544"/>
            <p:cNvSpPr/>
            <p:nvPr/>
          </p:nvSpPr>
          <p:spPr>
            <a:xfrm>
              <a:off x="306022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rc545"/>
            <p:cNvSpPr/>
            <p:nvPr/>
          </p:nvSpPr>
          <p:spPr>
            <a:xfrm>
              <a:off x="321140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3211405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3211405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l548"/>
            <p:cNvSpPr/>
            <p:nvPr/>
          </p:nvSpPr>
          <p:spPr>
            <a:xfrm>
              <a:off x="3211405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l549"/>
            <p:cNvSpPr/>
            <p:nvPr/>
          </p:nvSpPr>
          <p:spPr>
            <a:xfrm>
              <a:off x="32298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l550"/>
            <p:cNvSpPr/>
            <p:nvPr/>
          </p:nvSpPr>
          <p:spPr>
            <a:xfrm>
              <a:off x="32567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l551"/>
            <p:cNvSpPr/>
            <p:nvPr/>
          </p:nvSpPr>
          <p:spPr>
            <a:xfrm>
              <a:off x="32837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l552"/>
            <p:cNvSpPr/>
            <p:nvPr/>
          </p:nvSpPr>
          <p:spPr>
            <a:xfrm>
              <a:off x="321140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l553"/>
            <p:cNvSpPr/>
            <p:nvPr/>
          </p:nvSpPr>
          <p:spPr>
            <a:xfrm>
              <a:off x="3211405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l554"/>
            <p:cNvSpPr/>
            <p:nvPr/>
          </p:nvSpPr>
          <p:spPr>
            <a:xfrm>
              <a:off x="3211405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l555"/>
            <p:cNvSpPr/>
            <p:nvPr/>
          </p:nvSpPr>
          <p:spPr>
            <a:xfrm>
              <a:off x="3211405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l556"/>
            <p:cNvSpPr/>
            <p:nvPr/>
          </p:nvSpPr>
          <p:spPr>
            <a:xfrm>
              <a:off x="32163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l557"/>
            <p:cNvSpPr/>
            <p:nvPr/>
          </p:nvSpPr>
          <p:spPr>
            <a:xfrm>
              <a:off x="32433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l558"/>
            <p:cNvSpPr/>
            <p:nvPr/>
          </p:nvSpPr>
          <p:spPr>
            <a:xfrm>
              <a:off x="32702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rc559"/>
            <p:cNvSpPr/>
            <p:nvPr/>
          </p:nvSpPr>
          <p:spPr>
            <a:xfrm>
              <a:off x="3215114" y="2160493"/>
              <a:ext cx="2472" cy="90667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rc560"/>
            <p:cNvSpPr/>
            <p:nvPr/>
          </p:nvSpPr>
          <p:spPr>
            <a:xfrm>
              <a:off x="3217586" y="2851832"/>
              <a:ext cx="2472" cy="2153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rc561"/>
            <p:cNvSpPr/>
            <p:nvPr/>
          </p:nvSpPr>
          <p:spPr>
            <a:xfrm>
              <a:off x="3220059" y="2976500"/>
              <a:ext cx="2472" cy="90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rc562"/>
            <p:cNvSpPr/>
            <p:nvPr/>
          </p:nvSpPr>
          <p:spPr>
            <a:xfrm>
              <a:off x="3222531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rc563"/>
            <p:cNvSpPr/>
            <p:nvPr/>
          </p:nvSpPr>
          <p:spPr>
            <a:xfrm>
              <a:off x="32250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rc564"/>
            <p:cNvSpPr/>
            <p:nvPr/>
          </p:nvSpPr>
          <p:spPr>
            <a:xfrm>
              <a:off x="3227476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rc565"/>
            <p:cNvSpPr/>
            <p:nvPr/>
          </p:nvSpPr>
          <p:spPr>
            <a:xfrm>
              <a:off x="32299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rc566"/>
            <p:cNvSpPr/>
            <p:nvPr/>
          </p:nvSpPr>
          <p:spPr>
            <a:xfrm>
              <a:off x="32324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rc567"/>
            <p:cNvSpPr/>
            <p:nvPr/>
          </p:nvSpPr>
          <p:spPr>
            <a:xfrm>
              <a:off x="3234893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rc568"/>
            <p:cNvSpPr/>
            <p:nvPr/>
          </p:nvSpPr>
          <p:spPr>
            <a:xfrm>
              <a:off x="32373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rc569"/>
            <p:cNvSpPr/>
            <p:nvPr/>
          </p:nvSpPr>
          <p:spPr>
            <a:xfrm>
              <a:off x="32398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rc570"/>
            <p:cNvSpPr/>
            <p:nvPr/>
          </p:nvSpPr>
          <p:spPr>
            <a:xfrm>
              <a:off x="32423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rc571"/>
            <p:cNvSpPr/>
            <p:nvPr/>
          </p:nvSpPr>
          <p:spPr>
            <a:xfrm>
              <a:off x="32447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rc572"/>
            <p:cNvSpPr/>
            <p:nvPr/>
          </p:nvSpPr>
          <p:spPr>
            <a:xfrm>
              <a:off x="32472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rc573"/>
            <p:cNvSpPr/>
            <p:nvPr/>
          </p:nvSpPr>
          <p:spPr>
            <a:xfrm>
              <a:off x="32497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rc574"/>
            <p:cNvSpPr/>
            <p:nvPr/>
          </p:nvSpPr>
          <p:spPr>
            <a:xfrm>
              <a:off x="32521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rc575"/>
            <p:cNvSpPr/>
            <p:nvPr/>
          </p:nvSpPr>
          <p:spPr>
            <a:xfrm>
              <a:off x="32546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rc576"/>
            <p:cNvSpPr/>
            <p:nvPr/>
          </p:nvSpPr>
          <p:spPr>
            <a:xfrm>
              <a:off x="32571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rc577"/>
            <p:cNvSpPr/>
            <p:nvPr/>
          </p:nvSpPr>
          <p:spPr>
            <a:xfrm>
              <a:off x="32596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rc578"/>
            <p:cNvSpPr/>
            <p:nvPr/>
          </p:nvSpPr>
          <p:spPr>
            <a:xfrm>
              <a:off x="32620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rc579"/>
            <p:cNvSpPr/>
            <p:nvPr/>
          </p:nvSpPr>
          <p:spPr>
            <a:xfrm>
              <a:off x="32645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rc580"/>
            <p:cNvSpPr/>
            <p:nvPr/>
          </p:nvSpPr>
          <p:spPr>
            <a:xfrm>
              <a:off x="32670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rc581"/>
            <p:cNvSpPr/>
            <p:nvPr/>
          </p:nvSpPr>
          <p:spPr>
            <a:xfrm>
              <a:off x="32695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rc582"/>
            <p:cNvSpPr/>
            <p:nvPr/>
          </p:nvSpPr>
          <p:spPr>
            <a:xfrm>
              <a:off x="32719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rc583"/>
            <p:cNvSpPr/>
            <p:nvPr/>
          </p:nvSpPr>
          <p:spPr>
            <a:xfrm>
              <a:off x="32744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rc584"/>
            <p:cNvSpPr/>
            <p:nvPr/>
          </p:nvSpPr>
          <p:spPr>
            <a:xfrm>
              <a:off x="32769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rc585"/>
            <p:cNvSpPr/>
            <p:nvPr/>
          </p:nvSpPr>
          <p:spPr>
            <a:xfrm>
              <a:off x="32793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rc586"/>
            <p:cNvSpPr/>
            <p:nvPr/>
          </p:nvSpPr>
          <p:spPr>
            <a:xfrm>
              <a:off x="32818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rc587"/>
            <p:cNvSpPr/>
            <p:nvPr/>
          </p:nvSpPr>
          <p:spPr>
            <a:xfrm>
              <a:off x="32843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rc588"/>
            <p:cNvSpPr/>
            <p:nvPr/>
          </p:nvSpPr>
          <p:spPr>
            <a:xfrm>
              <a:off x="32868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rc589"/>
            <p:cNvSpPr/>
            <p:nvPr/>
          </p:nvSpPr>
          <p:spPr>
            <a:xfrm>
              <a:off x="321140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rc590"/>
            <p:cNvSpPr/>
            <p:nvPr/>
          </p:nvSpPr>
          <p:spPr>
            <a:xfrm>
              <a:off x="3362582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91" name="pl591"/>
            <p:cNvSpPr/>
            <p:nvPr/>
          </p:nvSpPr>
          <p:spPr>
            <a:xfrm>
              <a:off x="3362582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l592"/>
            <p:cNvSpPr/>
            <p:nvPr/>
          </p:nvSpPr>
          <p:spPr>
            <a:xfrm>
              <a:off x="3362582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l593"/>
            <p:cNvSpPr/>
            <p:nvPr/>
          </p:nvSpPr>
          <p:spPr>
            <a:xfrm>
              <a:off x="3362582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33810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34079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34349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3362582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3362582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3362582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3362582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l601"/>
            <p:cNvSpPr/>
            <p:nvPr/>
          </p:nvSpPr>
          <p:spPr>
            <a:xfrm>
              <a:off x="33675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l602"/>
            <p:cNvSpPr/>
            <p:nvPr/>
          </p:nvSpPr>
          <p:spPr>
            <a:xfrm>
              <a:off x="33944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l603"/>
            <p:cNvSpPr/>
            <p:nvPr/>
          </p:nvSpPr>
          <p:spPr>
            <a:xfrm>
              <a:off x="34214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rc604"/>
            <p:cNvSpPr/>
            <p:nvPr/>
          </p:nvSpPr>
          <p:spPr>
            <a:xfrm>
              <a:off x="3366291" y="2545829"/>
              <a:ext cx="2472" cy="52133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rc605"/>
            <p:cNvSpPr/>
            <p:nvPr/>
          </p:nvSpPr>
          <p:spPr>
            <a:xfrm>
              <a:off x="3368763" y="2931166"/>
              <a:ext cx="2472" cy="136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rc606"/>
            <p:cNvSpPr/>
            <p:nvPr/>
          </p:nvSpPr>
          <p:spPr>
            <a:xfrm>
              <a:off x="3371236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rc607"/>
            <p:cNvSpPr/>
            <p:nvPr/>
          </p:nvSpPr>
          <p:spPr>
            <a:xfrm>
              <a:off x="3373708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rc608"/>
            <p:cNvSpPr/>
            <p:nvPr/>
          </p:nvSpPr>
          <p:spPr>
            <a:xfrm>
              <a:off x="33761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rc609"/>
            <p:cNvSpPr/>
            <p:nvPr/>
          </p:nvSpPr>
          <p:spPr>
            <a:xfrm>
              <a:off x="3378653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rc610"/>
            <p:cNvSpPr/>
            <p:nvPr/>
          </p:nvSpPr>
          <p:spPr>
            <a:xfrm>
              <a:off x="33811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rc611"/>
            <p:cNvSpPr/>
            <p:nvPr/>
          </p:nvSpPr>
          <p:spPr>
            <a:xfrm>
              <a:off x="33835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rc612"/>
            <p:cNvSpPr/>
            <p:nvPr/>
          </p:nvSpPr>
          <p:spPr>
            <a:xfrm>
              <a:off x="33860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rc613"/>
            <p:cNvSpPr/>
            <p:nvPr/>
          </p:nvSpPr>
          <p:spPr>
            <a:xfrm>
              <a:off x="33885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rc614"/>
            <p:cNvSpPr/>
            <p:nvPr/>
          </p:nvSpPr>
          <p:spPr>
            <a:xfrm>
              <a:off x="3391015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rc615"/>
            <p:cNvSpPr/>
            <p:nvPr/>
          </p:nvSpPr>
          <p:spPr>
            <a:xfrm>
              <a:off x="33934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rc616"/>
            <p:cNvSpPr/>
            <p:nvPr/>
          </p:nvSpPr>
          <p:spPr>
            <a:xfrm>
              <a:off x="33959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rc617"/>
            <p:cNvSpPr/>
            <p:nvPr/>
          </p:nvSpPr>
          <p:spPr>
            <a:xfrm>
              <a:off x="33984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rc618"/>
            <p:cNvSpPr/>
            <p:nvPr/>
          </p:nvSpPr>
          <p:spPr>
            <a:xfrm>
              <a:off x="34009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rc619"/>
            <p:cNvSpPr/>
            <p:nvPr/>
          </p:nvSpPr>
          <p:spPr>
            <a:xfrm>
              <a:off x="34033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rc620"/>
            <p:cNvSpPr/>
            <p:nvPr/>
          </p:nvSpPr>
          <p:spPr>
            <a:xfrm>
              <a:off x="34058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rc621"/>
            <p:cNvSpPr/>
            <p:nvPr/>
          </p:nvSpPr>
          <p:spPr>
            <a:xfrm>
              <a:off x="34083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rc622"/>
            <p:cNvSpPr/>
            <p:nvPr/>
          </p:nvSpPr>
          <p:spPr>
            <a:xfrm>
              <a:off x="34107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rc623"/>
            <p:cNvSpPr/>
            <p:nvPr/>
          </p:nvSpPr>
          <p:spPr>
            <a:xfrm>
              <a:off x="34132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rc624"/>
            <p:cNvSpPr/>
            <p:nvPr/>
          </p:nvSpPr>
          <p:spPr>
            <a:xfrm>
              <a:off x="34157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rc625"/>
            <p:cNvSpPr/>
            <p:nvPr/>
          </p:nvSpPr>
          <p:spPr>
            <a:xfrm>
              <a:off x="34182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rc626"/>
            <p:cNvSpPr/>
            <p:nvPr/>
          </p:nvSpPr>
          <p:spPr>
            <a:xfrm>
              <a:off x="34206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rc627"/>
            <p:cNvSpPr/>
            <p:nvPr/>
          </p:nvSpPr>
          <p:spPr>
            <a:xfrm>
              <a:off x="34231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rc628"/>
            <p:cNvSpPr/>
            <p:nvPr/>
          </p:nvSpPr>
          <p:spPr>
            <a:xfrm>
              <a:off x="34256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rc629"/>
            <p:cNvSpPr/>
            <p:nvPr/>
          </p:nvSpPr>
          <p:spPr>
            <a:xfrm>
              <a:off x="34281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rc630"/>
            <p:cNvSpPr/>
            <p:nvPr/>
          </p:nvSpPr>
          <p:spPr>
            <a:xfrm>
              <a:off x="34305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rc631"/>
            <p:cNvSpPr/>
            <p:nvPr/>
          </p:nvSpPr>
          <p:spPr>
            <a:xfrm>
              <a:off x="34330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rc632"/>
            <p:cNvSpPr/>
            <p:nvPr/>
          </p:nvSpPr>
          <p:spPr>
            <a:xfrm>
              <a:off x="34355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rc633"/>
            <p:cNvSpPr/>
            <p:nvPr/>
          </p:nvSpPr>
          <p:spPr>
            <a:xfrm>
              <a:off x="34379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rc634"/>
            <p:cNvSpPr/>
            <p:nvPr/>
          </p:nvSpPr>
          <p:spPr>
            <a:xfrm>
              <a:off x="3362582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rc635"/>
            <p:cNvSpPr/>
            <p:nvPr/>
          </p:nvSpPr>
          <p:spPr>
            <a:xfrm>
              <a:off x="351376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3513760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3513760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3513760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l639"/>
            <p:cNvSpPr/>
            <p:nvPr/>
          </p:nvSpPr>
          <p:spPr>
            <a:xfrm>
              <a:off x="35321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l640"/>
            <p:cNvSpPr/>
            <p:nvPr/>
          </p:nvSpPr>
          <p:spPr>
            <a:xfrm>
              <a:off x="3559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l641"/>
            <p:cNvSpPr/>
            <p:nvPr/>
          </p:nvSpPr>
          <p:spPr>
            <a:xfrm>
              <a:off x="35860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l642"/>
            <p:cNvSpPr/>
            <p:nvPr/>
          </p:nvSpPr>
          <p:spPr>
            <a:xfrm>
              <a:off x="351376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l643"/>
            <p:cNvSpPr/>
            <p:nvPr/>
          </p:nvSpPr>
          <p:spPr>
            <a:xfrm>
              <a:off x="3513760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l644"/>
            <p:cNvSpPr/>
            <p:nvPr/>
          </p:nvSpPr>
          <p:spPr>
            <a:xfrm>
              <a:off x="3513760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3513760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35187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l647"/>
            <p:cNvSpPr/>
            <p:nvPr/>
          </p:nvSpPr>
          <p:spPr>
            <a:xfrm>
              <a:off x="35456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l648"/>
            <p:cNvSpPr/>
            <p:nvPr/>
          </p:nvSpPr>
          <p:spPr>
            <a:xfrm>
              <a:off x="35726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rc649"/>
            <p:cNvSpPr/>
            <p:nvPr/>
          </p:nvSpPr>
          <p:spPr>
            <a:xfrm>
              <a:off x="3517468" y="1797823"/>
              <a:ext cx="2472" cy="12693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rc650"/>
            <p:cNvSpPr/>
            <p:nvPr/>
          </p:nvSpPr>
          <p:spPr>
            <a:xfrm>
              <a:off x="3519941" y="2693164"/>
              <a:ext cx="2472" cy="3740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rc651"/>
            <p:cNvSpPr/>
            <p:nvPr/>
          </p:nvSpPr>
          <p:spPr>
            <a:xfrm>
              <a:off x="3522413" y="2829165"/>
              <a:ext cx="2472" cy="2380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rc652"/>
            <p:cNvSpPr/>
            <p:nvPr/>
          </p:nvSpPr>
          <p:spPr>
            <a:xfrm>
              <a:off x="3524885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rc653"/>
            <p:cNvSpPr/>
            <p:nvPr/>
          </p:nvSpPr>
          <p:spPr>
            <a:xfrm>
              <a:off x="3527358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rc654"/>
            <p:cNvSpPr/>
            <p:nvPr/>
          </p:nvSpPr>
          <p:spPr>
            <a:xfrm>
              <a:off x="3529830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rc655"/>
            <p:cNvSpPr/>
            <p:nvPr/>
          </p:nvSpPr>
          <p:spPr>
            <a:xfrm>
              <a:off x="35323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rc656"/>
            <p:cNvSpPr/>
            <p:nvPr/>
          </p:nvSpPr>
          <p:spPr>
            <a:xfrm>
              <a:off x="35347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rc657"/>
            <p:cNvSpPr/>
            <p:nvPr/>
          </p:nvSpPr>
          <p:spPr>
            <a:xfrm>
              <a:off x="3537247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rc658"/>
            <p:cNvSpPr/>
            <p:nvPr/>
          </p:nvSpPr>
          <p:spPr>
            <a:xfrm>
              <a:off x="35397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rc659"/>
            <p:cNvSpPr/>
            <p:nvPr/>
          </p:nvSpPr>
          <p:spPr>
            <a:xfrm>
              <a:off x="35421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rc660"/>
            <p:cNvSpPr/>
            <p:nvPr/>
          </p:nvSpPr>
          <p:spPr>
            <a:xfrm>
              <a:off x="354466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rc661"/>
            <p:cNvSpPr/>
            <p:nvPr/>
          </p:nvSpPr>
          <p:spPr>
            <a:xfrm>
              <a:off x="354713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rc662"/>
            <p:cNvSpPr/>
            <p:nvPr/>
          </p:nvSpPr>
          <p:spPr>
            <a:xfrm>
              <a:off x="35496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rc663"/>
            <p:cNvSpPr/>
            <p:nvPr/>
          </p:nvSpPr>
          <p:spPr>
            <a:xfrm>
              <a:off x="35520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rc664"/>
            <p:cNvSpPr/>
            <p:nvPr/>
          </p:nvSpPr>
          <p:spPr>
            <a:xfrm>
              <a:off x="35545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rc665"/>
            <p:cNvSpPr/>
            <p:nvPr/>
          </p:nvSpPr>
          <p:spPr>
            <a:xfrm>
              <a:off x="35570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rc666"/>
            <p:cNvSpPr/>
            <p:nvPr/>
          </p:nvSpPr>
          <p:spPr>
            <a:xfrm>
              <a:off x="35594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rc667"/>
            <p:cNvSpPr/>
            <p:nvPr/>
          </p:nvSpPr>
          <p:spPr>
            <a:xfrm>
              <a:off x="35619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rc668"/>
            <p:cNvSpPr/>
            <p:nvPr/>
          </p:nvSpPr>
          <p:spPr>
            <a:xfrm>
              <a:off x="35644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rc669"/>
            <p:cNvSpPr/>
            <p:nvPr/>
          </p:nvSpPr>
          <p:spPr>
            <a:xfrm>
              <a:off x="35669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rc670"/>
            <p:cNvSpPr/>
            <p:nvPr/>
          </p:nvSpPr>
          <p:spPr>
            <a:xfrm>
              <a:off x="35693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rc671"/>
            <p:cNvSpPr/>
            <p:nvPr/>
          </p:nvSpPr>
          <p:spPr>
            <a:xfrm>
              <a:off x="35718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rc672"/>
            <p:cNvSpPr/>
            <p:nvPr/>
          </p:nvSpPr>
          <p:spPr>
            <a:xfrm>
              <a:off x="35743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rc673"/>
            <p:cNvSpPr/>
            <p:nvPr/>
          </p:nvSpPr>
          <p:spPr>
            <a:xfrm>
              <a:off x="35768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rc674"/>
            <p:cNvSpPr/>
            <p:nvPr/>
          </p:nvSpPr>
          <p:spPr>
            <a:xfrm>
              <a:off x="35792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rc675"/>
            <p:cNvSpPr/>
            <p:nvPr/>
          </p:nvSpPr>
          <p:spPr>
            <a:xfrm>
              <a:off x="35817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rc676"/>
            <p:cNvSpPr/>
            <p:nvPr/>
          </p:nvSpPr>
          <p:spPr>
            <a:xfrm>
              <a:off x="35842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rc677"/>
            <p:cNvSpPr/>
            <p:nvPr/>
          </p:nvSpPr>
          <p:spPr>
            <a:xfrm>
              <a:off x="35866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rc678"/>
            <p:cNvSpPr/>
            <p:nvPr/>
          </p:nvSpPr>
          <p:spPr>
            <a:xfrm>
              <a:off x="35891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rc679"/>
            <p:cNvSpPr/>
            <p:nvPr/>
          </p:nvSpPr>
          <p:spPr>
            <a:xfrm>
              <a:off x="351376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rc680"/>
            <p:cNvSpPr/>
            <p:nvPr/>
          </p:nvSpPr>
          <p:spPr>
            <a:xfrm>
              <a:off x="366493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81" name="pl681"/>
            <p:cNvSpPr/>
            <p:nvPr/>
          </p:nvSpPr>
          <p:spPr>
            <a:xfrm>
              <a:off x="3664937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l682"/>
            <p:cNvSpPr/>
            <p:nvPr/>
          </p:nvSpPr>
          <p:spPr>
            <a:xfrm>
              <a:off x="3664937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l683"/>
            <p:cNvSpPr/>
            <p:nvPr/>
          </p:nvSpPr>
          <p:spPr>
            <a:xfrm>
              <a:off x="3664937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l684"/>
            <p:cNvSpPr/>
            <p:nvPr/>
          </p:nvSpPr>
          <p:spPr>
            <a:xfrm>
              <a:off x="36833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l685"/>
            <p:cNvSpPr/>
            <p:nvPr/>
          </p:nvSpPr>
          <p:spPr>
            <a:xfrm>
              <a:off x="37103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l686"/>
            <p:cNvSpPr/>
            <p:nvPr/>
          </p:nvSpPr>
          <p:spPr>
            <a:xfrm>
              <a:off x="37372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l687"/>
            <p:cNvSpPr/>
            <p:nvPr/>
          </p:nvSpPr>
          <p:spPr>
            <a:xfrm>
              <a:off x="366493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l688"/>
            <p:cNvSpPr/>
            <p:nvPr/>
          </p:nvSpPr>
          <p:spPr>
            <a:xfrm>
              <a:off x="3664937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l689"/>
            <p:cNvSpPr/>
            <p:nvPr/>
          </p:nvSpPr>
          <p:spPr>
            <a:xfrm>
              <a:off x="3664937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l690"/>
            <p:cNvSpPr/>
            <p:nvPr/>
          </p:nvSpPr>
          <p:spPr>
            <a:xfrm>
              <a:off x="3664937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l691"/>
            <p:cNvSpPr/>
            <p:nvPr/>
          </p:nvSpPr>
          <p:spPr>
            <a:xfrm>
              <a:off x="36698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l692"/>
            <p:cNvSpPr/>
            <p:nvPr/>
          </p:nvSpPr>
          <p:spPr>
            <a:xfrm>
              <a:off x="36968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l693"/>
            <p:cNvSpPr/>
            <p:nvPr/>
          </p:nvSpPr>
          <p:spPr>
            <a:xfrm>
              <a:off x="37237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rc694"/>
            <p:cNvSpPr/>
            <p:nvPr/>
          </p:nvSpPr>
          <p:spPr>
            <a:xfrm>
              <a:off x="3668645" y="2137826"/>
              <a:ext cx="2472" cy="9293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rc695"/>
            <p:cNvSpPr/>
            <p:nvPr/>
          </p:nvSpPr>
          <p:spPr>
            <a:xfrm>
              <a:off x="3671118" y="2681830"/>
              <a:ext cx="2472" cy="3853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rc696"/>
            <p:cNvSpPr/>
            <p:nvPr/>
          </p:nvSpPr>
          <p:spPr>
            <a:xfrm>
              <a:off x="3673590" y="2931166"/>
              <a:ext cx="2472" cy="136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rc697"/>
            <p:cNvSpPr/>
            <p:nvPr/>
          </p:nvSpPr>
          <p:spPr>
            <a:xfrm>
              <a:off x="3676062" y="2976500"/>
              <a:ext cx="2472" cy="90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rc698"/>
            <p:cNvSpPr/>
            <p:nvPr/>
          </p:nvSpPr>
          <p:spPr>
            <a:xfrm>
              <a:off x="3678535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rc699"/>
            <p:cNvSpPr/>
            <p:nvPr/>
          </p:nvSpPr>
          <p:spPr>
            <a:xfrm>
              <a:off x="3681007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rc700"/>
            <p:cNvSpPr/>
            <p:nvPr/>
          </p:nvSpPr>
          <p:spPr>
            <a:xfrm>
              <a:off x="36834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rc701"/>
            <p:cNvSpPr/>
            <p:nvPr/>
          </p:nvSpPr>
          <p:spPr>
            <a:xfrm>
              <a:off x="36859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rc702"/>
            <p:cNvSpPr/>
            <p:nvPr/>
          </p:nvSpPr>
          <p:spPr>
            <a:xfrm>
              <a:off x="36884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rc703"/>
            <p:cNvSpPr/>
            <p:nvPr/>
          </p:nvSpPr>
          <p:spPr>
            <a:xfrm>
              <a:off x="36908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rc704"/>
            <p:cNvSpPr/>
            <p:nvPr/>
          </p:nvSpPr>
          <p:spPr>
            <a:xfrm>
              <a:off x="36933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rc705"/>
            <p:cNvSpPr/>
            <p:nvPr/>
          </p:nvSpPr>
          <p:spPr>
            <a:xfrm>
              <a:off x="36958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rc706"/>
            <p:cNvSpPr/>
            <p:nvPr/>
          </p:nvSpPr>
          <p:spPr>
            <a:xfrm>
              <a:off x="36983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rc707"/>
            <p:cNvSpPr/>
            <p:nvPr/>
          </p:nvSpPr>
          <p:spPr>
            <a:xfrm>
              <a:off x="37007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rc708"/>
            <p:cNvSpPr/>
            <p:nvPr/>
          </p:nvSpPr>
          <p:spPr>
            <a:xfrm>
              <a:off x="37032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rc709"/>
            <p:cNvSpPr/>
            <p:nvPr/>
          </p:nvSpPr>
          <p:spPr>
            <a:xfrm>
              <a:off x="37057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rc710"/>
            <p:cNvSpPr/>
            <p:nvPr/>
          </p:nvSpPr>
          <p:spPr>
            <a:xfrm>
              <a:off x="37082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rc711"/>
            <p:cNvSpPr/>
            <p:nvPr/>
          </p:nvSpPr>
          <p:spPr>
            <a:xfrm>
              <a:off x="37106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rc712"/>
            <p:cNvSpPr/>
            <p:nvPr/>
          </p:nvSpPr>
          <p:spPr>
            <a:xfrm>
              <a:off x="37131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rc713"/>
            <p:cNvSpPr/>
            <p:nvPr/>
          </p:nvSpPr>
          <p:spPr>
            <a:xfrm>
              <a:off x="37156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rc714"/>
            <p:cNvSpPr/>
            <p:nvPr/>
          </p:nvSpPr>
          <p:spPr>
            <a:xfrm>
              <a:off x="37180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rc715"/>
            <p:cNvSpPr/>
            <p:nvPr/>
          </p:nvSpPr>
          <p:spPr>
            <a:xfrm>
              <a:off x="37205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rc716"/>
            <p:cNvSpPr/>
            <p:nvPr/>
          </p:nvSpPr>
          <p:spPr>
            <a:xfrm>
              <a:off x="37230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rc717"/>
            <p:cNvSpPr/>
            <p:nvPr/>
          </p:nvSpPr>
          <p:spPr>
            <a:xfrm>
              <a:off x="37255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rc718"/>
            <p:cNvSpPr/>
            <p:nvPr/>
          </p:nvSpPr>
          <p:spPr>
            <a:xfrm>
              <a:off x="37279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rc719"/>
            <p:cNvSpPr/>
            <p:nvPr/>
          </p:nvSpPr>
          <p:spPr>
            <a:xfrm>
              <a:off x="37304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rc720"/>
            <p:cNvSpPr/>
            <p:nvPr/>
          </p:nvSpPr>
          <p:spPr>
            <a:xfrm>
              <a:off x="37329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rc721"/>
            <p:cNvSpPr/>
            <p:nvPr/>
          </p:nvSpPr>
          <p:spPr>
            <a:xfrm>
              <a:off x="37353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rc722"/>
            <p:cNvSpPr/>
            <p:nvPr/>
          </p:nvSpPr>
          <p:spPr>
            <a:xfrm>
              <a:off x="37378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rc723"/>
            <p:cNvSpPr/>
            <p:nvPr/>
          </p:nvSpPr>
          <p:spPr>
            <a:xfrm>
              <a:off x="3740344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rc724"/>
            <p:cNvSpPr/>
            <p:nvPr/>
          </p:nvSpPr>
          <p:spPr>
            <a:xfrm>
              <a:off x="366493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725" name="rc725"/>
            <p:cNvSpPr/>
            <p:nvPr/>
          </p:nvSpPr>
          <p:spPr>
            <a:xfrm>
              <a:off x="381611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26" name="pl726"/>
            <p:cNvSpPr/>
            <p:nvPr/>
          </p:nvSpPr>
          <p:spPr>
            <a:xfrm>
              <a:off x="3816114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l727"/>
            <p:cNvSpPr/>
            <p:nvPr/>
          </p:nvSpPr>
          <p:spPr>
            <a:xfrm>
              <a:off x="3816114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l728"/>
            <p:cNvSpPr/>
            <p:nvPr/>
          </p:nvSpPr>
          <p:spPr>
            <a:xfrm>
              <a:off x="3816114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l729"/>
            <p:cNvSpPr/>
            <p:nvPr/>
          </p:nvSpPr>
          <p:spPr>
            <a:xfrm>
              <a:off x="38345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l730"/>
            <p:cNvSpPr/>
            <p:nvPr/>
          </p:nvSpPr>
          <p:spPr>
            <a:xfrm>
              <a:off x="38614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l731"/>
            <p:cNvSpPr/>
            <p:nvPr/>
          </p:nvSpPr>
          <p:spPr>
            <a:xfrm>
              <a:off x="38884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l732"/>
            <p:cNvSpPr/>
            <p:nvPr/>
          </p:nvSpPr>
          <p:spPr>
            <a:xfrm>
              <a:off x="381611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l733"/>
            <p:cNvSpPr/>
            <p:nvPr/>
          </p:nvSpPr>
          <p:spPr>
            <a:xfrm>
              <a:off x="3816114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l734"/>
            <p:cNvSpPr/>
            <p:nvPr/>
          </p:nvSpPr>
          <p:spPr>
            <a:xfrm>
              <a:off x="3816114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l735"/>
            <p:cNvSpPr/>
            <p:nvPr/>
          </p:nvSpPr>
          <p:spPr>
            <a:xfrm>
              <a:off x="3816114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l736"/>
            <p:cNvSpPr/>
            <p:nvPr/>
          </p:nvSpPr>
          <p:spPr>
            <a:xfrm>
              <a:off x="38210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l737"/>
            <p:cNvSpPr/>
            <p:nvPr/>
          </p:nvSpPr>
          <p:spPr>
            <a:xfrm>
              <a:off x="38480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l738"/>
            <p:cNvSpPr/>
            <p:nvPr/>
          </p:nvSpPr>
          <p:spPr>
            <a:xfrm>
              <a:off x="38749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rc739"/>
            <p:cNvSpPr/>
            <p:nvPr/>
          </p:nvSpPr>
          <p:spPr>
            <a:xfrm>
              <a:off x="3819822" y="2953833"/>
              <a:ext cx="2472" cy="11333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rc740"/>
            <p:cNvSpPr/>
            <p:nvPr/>
          </p:nvSpPr>
          <p:spPr>
            <a:xfrm>
              <a:off x="3822295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rc741"/>
            <p:cNvSpPr/>
            <p:nvPr/>
          </p:nvSpPr>
          <p:spPr>
            <a:xfrm>
              <a:off x="382476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rc742"/>
            <p:cNvSpPr/>
            <p:nvPr/>
          </p:nvSpPr>
          <p:spPr>
            <a:xfrm>
              <a:off x="3827240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rc743"/>
            <p:cNvSpPr/>
            <p:nvPr/>
          </p:nvSpPr>
          <p:spPr>
            <a:xfrm>
              <a:off x="38297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rc744"/>
            <p:cNvSpPr/>
            <p:nvPr/>
          </p:nvSpPr>
          <p:spPr>
            <a:xfrm>
              <a:off x="3832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rc745"/>
            <p:cNvSpPr/>
            <p:nvPr/>
          </p:nvSpPr>
          <p:spPr>
            <a:xfrm>
              <a:off x="38346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rc746"/>
            <p:cNvSpPr/>
            <p:nvPr/>
          </p:nvSpPr>
          <p:spPr>
            <a:xfrm>
              <a:off x="3837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rc747"/>
            <p:cNvSpPr/>
            <p:nvPr/>
          </p:nvSpPr>
          <p:spPr>
            <a:xfrm>
              <a:off x="3839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rc748"/>
            <p:cNvSpPr/>
            <p:nvPr/>
          </p:nvSpPr>
          <p:spPr>
            <a:xfrm>
              <a:off x="3842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rc749"/>
            <p:cNvSpPr/>
            <p:nvPr/>
          </p:nvSpPr>
          <p:spPr>
            <a:xfrm>
              <a:off x="3844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rc750"/>
            <p:cNvSpPr/>
            <p:nvPr/>
          </p:nvSpPr>
          <p:spPr>
            <a:xfrm>
              <a:off x="38470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rc751"/>
            <p:cNvSpPr/>
            <p:nvPr/>
          </p:nvSpPr>
          <p:spPr>
            <a:xfrm>
              <a:off x="3849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rc752"/>
            <p:cNvSpPr/>
            <p:nvPr/>
          </p:nvSpPr>
          <p:spPr>
            <a:xfrm>
              <a:off x="3851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rc753"/>
            <p:cNvSpPr/>
            <p:nvPr/>
          </p:nvSpPr>
          <p:spPr>
            <a:xfrm>
              <a:off x="3854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rc754"/>
            <p:cNvSpPr/>
            <p:nvPr/>
          </p:nvSpPr>
          <p:spPr>
            <a:xfrm>
              <a:off x="3856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rc755"/>
            <p:cNvSpPr/>
            <p:nvPr/>
          </p:nvSpPr>
          <p:spPr>
            <a:xfrm>
              <a:off x="3859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rc756"/>
            <p:cNvSpPr/>
            <p:nvPr/>
          </p:nvSpPr>
          <p:spPr>
            <a:xfrm>
              <a:off x="3861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rc757"/>
            <p:cNvSpPr/>
            <p:nvPr/>
          </p:nvSpPr>
          <p:spPr>
            <a:xfrm>
              <a:off x="3864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rc758"/>
            <p:cNvSpPr/>
            <p:nvPr/>
          </p:nvSpPr>
          <p:spPr>
            <a:xfrm>
              <a:off x="38667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rc759"/>
            <p:cNvSpPr/>
            <p:nvPr/>
          </p:nvSpPr>
          <p:spPr>
            <a:xfrm>
              <a:off x="3869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rc760"/>
            <p:cNvSpPr/>
            <p:nvPr/>
          </p:nvSpPr>
          <p:spPr>
            <a:xfrm>
              <a:off x="3871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rc761"/>
            <p:cNvSpPr/>
            <p:nvPr/>
          </p:nvSpPr>
          <p:spPr>
            <a:xfrm>
              <a:off x="38742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rc762"/>
            <p:cNvSpPr/>
            <p:nvPr/>
          </p:nvSpPr>
          <p:spPr>
            <a:xfrm>
              <a:off x="3876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rc763"/>
            <p:cNvSpPr/>
            <p:nvPr/>
          </p:nvSpPr>
          <p:spPr>
            <a:xfrm>
              <a:off x="38791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rc764"/>
            <p:cNvSpPr/>
            <p:nvPr/>
          </p:nvSpPr>
          <p:spPr>
            <a:xfrm>
              <a:off x="38816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rc765"/>
            <p:cNvSpPr/>
            <p:nvPr/>
          </p:nvSpPr>
          <p:spPr>
            <a:xfrm>
              <a:off x="38841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rc766"/>
            <p:cNvSpPr/>
            <p:nvPr/>
          </p:nvSpPr>
          <p:spPr>
            <a:xfrm>
              <a:off x="38865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rc767"/>
            <p:cNvSpPr/>
            <p:nvPr/>
          </p:nvSpPr>
          <p:spPr>
            <a:xfrm>
              <a:off x="38890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rc768"/>
            <p:cNvSpPr/>
            <p:nvPr/>
          </p:nvSpPr>
          <p:spPr>
            <a:xfrm>
              <a:off x="38915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rc769"/>
            <p:cNvSpPr/>
            <p:nvPr/>
          </p:nvSpPr>
          <p:spPr>
            <a:xfrm>
              <a:off x="381611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rc770"/>
            <p:cNvSpPr/>
            <p:nvPr/>
          </p:nvSpPr>
          <p:spPr>
            <a:xfrm>
              <a:off x="396729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71" name="pl771"/>
            <p:cNvSpPr/>
            <p:nvPr/>
          </p:nvSpPr>
          <p:spPr>
            <a:xfrm>
              <a:off x="3967291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l772"/>
            <p:cNvSpPr/>
            <p:nvPr/>
          </p:nvSpPr>
          <p:spPr>
            <a:xfrm>
              <a:off x="3967291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l773"/>
            <p:cNvSpPr/>
            <p:nvPr/>
          </p:nvSpPr>
          <p:spPr>
            <a:xfrm>
              <a:off x="3967291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l774"/>
            <p:cNvSpPr/>
            <p:nvPr/>
          </p:nvSpPr>
          <p:spPr>
            <a:xfrm>
              <a:off x="39857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l775"/>
            <p:cNvSpPr/>
            <p:nvPr/>
          </p:nvSpPr>
          <p:spPr>
            <a:xfrm>
              <a:off x="40126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l776"/>
            <p:cNvSpPr/>
            <p:nvPr/>
          </p:nvSpPr>
          <p:spPr>
            <a:xfrm>
              <a:off x="40396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l777"/>
            <p:cNvSpPr/>
            <p:nvPr/>
          </p:nvSpPr>
          <p:spPr>
            <a:xfrm>
              <a:off x="396729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l778"/>
            <p:cNvSpPr/>
            <p:nvPr/>
          </p:nvSpPr>
          <p:spPr>
            <a:xfrm>
              <a:off x="3967291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l779"/>
            <p:cNvSpPr/>
            <p:nvPr/>
          </p:nvSpPr>
          <p:spPr>
            <a:xfrm>
              <a:off x="3967291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l780"/>
            <p:cNvSpPr/>
            <p:nvPr/>
          </p:nvSpPr>
          <p:spPr>
            <a:xfrm>
              <a:off x="3967291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l781"/>
            <p:cNvSpPr/>
            <p:nvPr/>
          </p:nvSpPr>
          <p:spPr>
            <a:xfrm>
              <a:off x="39722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l782"/>
            <p:cNvSpPr/>
            <p:nvPr/>
          </p:nvSpPr>
          <p:spPr>
            <a:xfrm>
              <a:off x="39991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l783"/>
            <p:cNvSpPr/>
            <p:nvPr/>
          </p:nvSpPr>
          <p:spPr>
            <a:xfrm>
              <a:off x="40261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rc784"/>
            <p:cNvSpPr/>
            <p:nvPr/>
          </p:nvSpPr>
          <p:spPr>
            <a:xfrm>
              <a:off x="3971000" y="2897166"/>
              <a:ext cx="2472" cy="1700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rc785"/>
            <p:cNvSpPr/>
            <p:nvPr/>
          </p:nvSpPr>
          <p:spPr>
            <a:xfrm>
              <a:off x="3973472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rc786"/>
            <p:cNvSpPr/>
            <p:nvPr/>
          </p:nvSpPr>
          <p:spPr>
            <a:xfrm>
              <a:off x="3975944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rc787"/>
            <p:cNvSpPr/>
            <p:nvPr/>
          </p:nvSpPr>
          <p:spPr>
            <a:xfrm>
              <a:off x="397841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rc788"/>
            <p:cNvSpPr/>
            <p:nvPr/>
          </p:nvSpPr>
          <p:spPr>
            <a:xfrm>
              <a:off x="39808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rc789"/>
            <p:cNvSpPr/>
            <p:nvPr/>
          </p:nvSpPr>
          <p:spPr>
            <a:xfrm>
              <a:off x="39833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rc790"/>
            <p:cNvSpPr/>
            <p:nvPr/>
          </p:nvSpPr>
          <p:spPr>
            <a:xfrm>
              <a:off x="39858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rc791"/>
            <p:cNvSpPr/>
            <p:nvPr/>
          </p:nvSpPr>
          <p:spPr>
            <a:xfrm>
              <a:off x="3988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rc792"/>
            <p:cNvSpPr/>
            <p:nvPr/>
          </p:nvSpPr>
          <p:spPr>
            <a:xfrm>
              <a:off x="39907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rc793"/>
            <p:cNvSpPr/>
            <p:nvPr/>
          </p:nvSpPr>
          <p:spPr>
            <a:xfrm>
              <a:off x="3993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rc794"/>
            <p:cNvSpPr/>
            <p:nvPr/>
          </p:nvSpPr>
          <p:spPr>
            <a:xfrm>
              <a:off x="3995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rc795"/>
            <p:cNvSpPr/>
            <p:nvPr/>
          </p:nvSpPr>
          <p:spPr>
            <a:xfrm>
              <a:off x="3998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rc796"/>
            <p:cNvSpPr/>
            <p:nvPr/>
          </p:nvSpPr>
          <p:spPr>
            <a:xfrm>
              <a:off x="4000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rc797"/>
            <p:cNvSpPr/>
            <p:nvPr/>
          </p:nvSpPr>
          <p:spPr>
            <a:xfrm>
              <a:off x="4003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rc798"/>
            <p:cNvSpPr/>
            <p:nvPr/>
          </p:nvSpPr>
          <p:spPr>
            <a:xfrm>
              <a:off x="4005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rc799"/>
            <p:cNvSpPr/>
            <p:nvPr/>
          </p:nvSpPr>
          <p:spPr>
            <a:xfrm>
              <a:off x="4008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rc800"/>
            <p:cNvSpPr/>
            <p:nvPr/>
          </p:nvSpPr>
          <p:spPr>
            <a:xfrm>
              <a:off x="40105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rc801"/>
            <p:cNvSpPr/>
            <p:nvPr/>
          </p:nvSpPr>
          <p:spPr>
            <a:xfrm>
              <a:off x="4013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rc802"/>
            <p:cNvSpPr/>
            <p:nvPr/>
          </p:nvSpPr>
          <p:spPr>
            <a:xfrm>
              <a:off x="4015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rc803"/>
            <p:cNvSpPr/>
            <p:nvPr/>
          </p:nvSpPr>
          <p:spPr>
            <a:xfrm>
              <a:off x="40179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rc804"/>
            <p:cNvSpPr/>
            <p:nvPr/>
          </p:nvSpPr>
          <p:spPr>
            <a:xfrm>
              <a:off x="4020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rc805"/>
            <p:cNvSpPr/>
            <p:nvPr/>
          </p:nvSpPr>
          <p:spPr>
            <a:xfrm>
              <a:off x="40229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rc806"/>
            <p:cNvSpPr/>
            <p:nvPr/>
          </p:nvSpPr>
          <p:spPr>
            <a:xfrm>
              <a:off x="4025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rc807"/>
            <p:cNvSpPr/>
            <p:nvPr/>
          </p:nvSpPr>
          <p:spPr>
            <a:xfrm>
              <a:off x="4027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rc808"/>
            <p:cNvSpPr/>
            <p:nvPr/>
          </p:nvSpPr>
          <p:spPr>
            <a:xfrm>
              <a:off x="40303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rc809"/>
            <p:cNvSpPr/>
            <p:nvPr/>
          </p:nvSpPr>
          <p:spPr>
            <a:xfrm>
              <a:off x="40328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rc810"/>
            <p:cNvSpPr/>
            <p:nvPr/>
          </p:nvSpPr>
          <p:spPr>
            <a:xfrm>
              <a:off x="40352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rc811"/>
            <p:cNvSpPr/>
            <p:nvPr/>
          </p:nvSpPr>
          <p:spPr>
            <a:xfrm>
              <a:off x="40377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rc812"/>
            <p:cNvSpPr/>
            <p:nvPr/>
          </p:nvSpPr>
          <p:spPr>
            <a:xfrm>
              <a:off x="40402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rc813"/>
            <p:cNvSpPr/>
            <p:nvPr/>
          </p:nvSpPr>
          <p:spPr>
            <a:xfrm>
              <a:off x="40426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rc814"/>
            <p:cNvSpPr/>
            <p:nvPr/>
          </p:nvSpPr>
          <p:spPr>
            <a:xfrm>
              <a:off x="396729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rc815"/>
            <p:cNvSpPr/>
            <p:nvPr/>
          </p:nvSpPr>
          <p:spPr>
            <a:xfrm>
              <a:off x="411846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6" name="pl816"/>
            <p:cNvSpPr/>
            <p:nvPr/>
          </p:nvSpPr>
          <p:spPr>
            <a:xfrm>
              <a:off x="4118468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l817"/>
            <p:cNvSpPr/>
            <p:nvPr/>
          </p:nvSpPr>
          <p:spPr>
            <a:xfrm>
              <a:off x="4118468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l818"/>
            <p:cNvSpPr/>
            <p:nvPr/>
          </p:nvSpPr>
          <p:spPr>
            <a:xfrm>
              <a:off x="4118468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l819"/>
            <p:cNvSpPr/>
            <p:nvPr/>
          </p:nvSpPr>
          <p:spPr>
            <a:xfrm>
              <a:off x="41368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l820"/>
            <p:cNvSpPr/>
            <p:nvPr/>
          </p:nvSpPr>
          <p:spPr>
            <a:xfrm>
              <a:off x="4163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l821"/>
            <p:cNvSpPr/>
            <p:nvPr/>
          </p:nvSpPr>
          <p:spPr>
            <a:xfrm>
              <a:off x="419079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l822"/>
            <p:cNvSpPr/>
            <p:nvPr/>
          </p:nvSpPr>
          <p:spPr>
            <a:xfrm>
              <a:off x="411846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l823"/>
            <p:cNvSpPr/>
            <p:nvPr/>
          </p:nvSpPr>
          <p:spPr>
            <a:xfrm>
              <a:off x="4118468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l824"/>
            <p:cNvSpPr/>
            <p:nvPr/>
          </p:nvSpPr>
          <p:spPr>
            <a:xfrm>
              <a:off x="4118468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l825"/>
            <p:cNvSpPr/>
            <p:nvPr/>
          </p:nvSpPr>
          <p:spPr>
            <a:xfrm>
              <a:off x="4118468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l826"/>
            <p:cNvSpPr/>
            <p:nvPr/>
          </p:nvSpPr>
          <p:spPr>
            <a:xfrm>
              <a:off x="41234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l827"/>
            <p:cNvSpPr/>
            <p:nvPr/>
          </p:nvSpPr>
          <p:spPr>
            <a:xfrm>
              <a:off x="41503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l828"/>
            <p:cNvSpPr/>
            <p:nvPr/>
          </p:nvSpPr>
          <p:spPr>
            <a:xfrm>
              <a:off x="41773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rc829"/>
            <p:cNvSpPr/>
            <p:nvPr/>
          </p:nvSpPr>
          <p:spPr>
            <a:xfrm>
              <a:off x="4122177" y="2069825"/>
              <a:ext cx="2472" cy="9973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rc830"/>
            <p:cNvSpPr/>
            <p:nvPr/>
          </p:nvSpPr>
          <p:spPr>
            <a:xfrm>
              <a:off x="4124649" y="2602496"/>
              <a:ext cx="2472" cy="4646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rc831"/>
            <p:cNvSpPr/>
            <p:nvPr/>
          </p:nvSpPr>
          <p:spPr>
            <a:xfrm>
              <a:off x="4127121" y="2965166"/>
              <a:ext cx="2472" cy="102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rc832"/>
            <p:cNvSpPr/>
            <p:nvPr/>
          </p:nvSpPr>
          <p:spPr>
            <a:xfrm>
              <a:off x="4129594" y="3010500"/>
              <a:ext cx="2472" cy="56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rc833"/>
            <p:cNvSpPr/>
            <p:nvPr/>
          </p:nvSpPr>
          <p:spPr>
            <a:xfrm>
              <a:off x="4132066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rc834"/>
            <p:cNvSpPr/>
            <p:nvPr/>
          </p:nvSpPr>
          <p:spPr>
            <a:xfrm>
              <a:off x="41345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rc835"/>
            <p:cNvSpPr/>
            <p:nvPr/>
          </p:nvSpPr>
          <p:spPr>
            <a:xfrm>
              <a:off x="4137011" y="3033167"/>
              <a:ext cx="2472" cy="34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rc836"/>
            <p:cNvSpPr/>
            <p:nvPr/>
          </p:nvSpPr>
          <p:spPr>
            <a:xfrm>
              <a:off x="4139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rc837"/>
            <p:cNvSpPr/>
            <p:nvPr/>
          </p:nvSpPr>
          <p:spPr>
            <a:xfrm>
              <a:off x="4141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rc838"/>
            <p:cNvSpPr/>
            <p:nvPr/>
          </p:nvSpPr>
          <p:spPr>
            <a:xfrm>
              <a:off x="4144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rc839"/>
            <p:cNvSpPr/>
            <p:nvPr/>
          </p:nvSpPr>
          <p:spPr>
            <a:xfrm>
              <a:off x="4146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rc840"/>
            <p:cNvSpPr/>
            <p:nvPr/>
          </p:nvSpPr>
          <p:spPr>
            <a:xfrm>
              <a:off x="4149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rc841"/>
            <p:cNvSpPr/>
            <p:nvPr/>
          </p:nvSpPr>
          <p:spPr>
            <a:xfrm>
              <a:off x="4151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rc842"/>
            <p:cNvSpPr/>
            <p:nvPr/>
          </p:nvSpPr>
          <p:spPr>
            <a:xfrm>
              <a:off x="41543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rc843"/>
            <p:cNvSpPr/>
            <p:nvPr/>
          </p:nvSpPr>
          <p:spPr>
            <a:xfrm>
              <a:off x="4156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rc844"/>
            <p:cNvSpPr/>
            <p:nvPr/>
          </p:nvSpPr>
          <p:spPr>
            <a:xfrm>
              <a:off x="4159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rc845"/>
            <p:cNvSpPr/>
            <p:nvPr/>
          </p:nvSpPr>
          <p:spPr>
            <a:xfrm>
              <a:off x="4161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rc846"/>
            <p:cNvSpPr/>
            <p:nvPr/>
          </p:nvSpPr>
          <p:spPr>
            <a:xfrm>
              <a:off x="4164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rc847"/>
            <p:cNvSpPr/>
            <p:nvPr/>
          </p:nvSpPr>
          <p:spPr>
            <a:xfrm>
              <a:off x="4166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rc848"/>
            <p:cNvSpPr/>
            <p:nvPr/>
          </p:nvSpPr>
          <p:spPr>
            <a:xfrm>
              <a:off x="4169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rc849"/>
            <p:cNvSpPr/>
            <p:nvPr/>
          </p:nvSpPr>
          <p:spPr>
            <a:xfrm>
              <a:off x="4171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rc850"/>
            <p:cNvSpPr/>
            <p:nvPr/>
          </p:nvSpPr>
          <p:spPr>
            <a:xfrm>
              <a:off x="41740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rc851"/>
            <p:cNvSpPr/>
            <p:nvPr/>
          </p:nvSpPr>
          <p:spPr>
            <a:xfrm>
              <a:off x="4176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rc852"/>
            <p:cNvSpPr/>
            <p:nvPr/>
          </p:nvSpPr>
          <p:spPr>
            <a:xfrm>
              <a:off x="4179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rc853"/>
            <p:cNvSpPr/>
            <p:nvPr/>
          </p:nvSpPr>
          <p:spPr>
            <a:xfrm>
              <a:off x="41815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rc854"/>
            <p:cNvSpPr/>
            <p:nvPr/>
          </p:nvSpPr>
          <p:spPr>
            <a:xfrm>
              <a:off x="41839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rc855"/>
            <p:cNvSpPr/>
            <p:nvPr/>
          </p:nvSpPr>
          <p:spPr>
            <a:xfrm>
              <a:off x="41864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rc856"/>
            <p:cNvSpPr/>
            <p:nvPr/>
          </p:nvSpPr>
          <p:spPr>
            <a:xfrm>
              <a:off x="41889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rc857"/>
            <p:cNvSpPr/>
            <p:nvPr/>
          </p:nvSpPr>
          <p:spPr>
            <a:xfrm>
              <a:off x="41914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rc858"/>
            <p:cNvSpPr/>
            <p:nvPr/>
          </p:nvSpPr>
          <p:spPr>
            <a:xfrm>
              <a:off x="41938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rc859"/>
            <p:cNvSpPr/>
            <p:nvPr/>
          </p:nvSpPr>
          <p:spPr>
            <a:xfrm>
              <a:off x="411846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rc860"/>
            <p:cNvSpPr/>
            <p:nvPr/>
          </p:nvSpPr>
          <p:spPr>
            <a:xfrm>
              <a:off x="426964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61" name="pl861"/>
            <p:cNvSpPr/>
            <p:nvPr/>
          </p:nvSpPr>
          <p:spPr>
            <a:xfrm>
              <a:off x="4269645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l862"/>
            <p:cNvSpPr/>
            <p:nvPr/>
          </p:nvSpPr>
          <p:spPr>
            <a:xfrm>
              <a:off x="4269645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l863"/>
            <p:cNvSpPr/>
            <p:nvPr/>
          </p:nvSpPr>
          <p:spPr>
            <a:xfrm>
              <a:off x="4269645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l864"/>
            <p:cNvSpPr/>
            <p:nvPr/>
          </p:nvSpPr>
          <p:spPr>
            <a:xfrm>
              <a:off x="42880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l865"/>
            <p:cNvSpPr/>
            <p:nvPr/>
          </p:nvSpPr>
          <p:spPr>
            <a:xfrm>
              <a:off x="43150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l866"/>
            <p:cNvSpPr/>
            <p:nvPr/>
          </p:nvSpPr>
          <p:spPr>
            <a:xfrm>
              <a:off x="43419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l867"/>
            <p:cNvSpPr/>
            <p:nvPr/>
          </p:nvSpPr>
          <p:spPr>
            <a:xfrm>
              <a:off x="426964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l868"/>
            <p:cNvSpPr/>
            <p:nvPr/>
          </p:nvSpPr>
          <p:spPr>
            <a:xfrm>
              <a:off x="4269645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l869"/>
            <p:cNvSpPr/>
            <p:nvPr/>
          </p:nvSpPr>
          <p:spPr>
            <a:xfrm>
              <a:off x="4269645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l870"/>
            <p:cNvSpPr/>
            <p:nvPr/>
          </p:nvSpPr>
          <p:spPr>
            <a:xfrm>
              <a:off x="4269645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l871"/>
            <p:cNvSpPr/>
            <p:nvPr/>
          </p:nvSpPr>
          <p:spPr>
            <a:xfrm>
              <a:off x="42745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l872"/>
            <p:cNvSpPr/>
            <p:nvPr/>
          </p:nvSpPr>
          <p:spPr>
            <a:xfrm>
              <a:off x="43015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l873"/>
            <p:cNvSpPr/>
            <p:nvPr/>
          </p:nvSpPr>
          <p:spPr>
            <a:xfrm>
              <a:off x="432849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rc874"/>
            <p:cNvSpPr/>
            <p:nvPr/>
          </p:nvSpPr>
          <p:spPr>
            <a:xfrm>
              <a:off x="4273354" y="1854490"/>
              <a:ext cx="2472" cy="12126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rc875"/>
            <p:cNvSpPr/>
            <p:nvPr/>
          </p:nvSpPr>
          <p:spPr>
            <a:xfrm>
              <a:off x="4275826" y="2749831"/>
              <a:ext cx="2472" cy="3173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rc876"/>
            <p:cNvSpPr/>
            <p:nvPr/>
          </p:nvSpPr>
          <p:spPr>
            <a:xfrm>
              <a:off x="4278299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rc877"/>
            <p:cNvSpPr/>
            <p:nvPr/>
          </p:nvSpPr>
          <p:spPr>
            <a:xfrm>
              <a:off x="4280771" y="2999166"/>
              <a:ext cx="2472" cy="680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rc878"/>
            <p:cNvSpPr/>
            <p:nvPr/>
          </p:nvSpPr>
          <p:spPr>
            <a:xfrm>
              <a:off x="4283243" y="3044500"/>
              <a:ext cx="2472" cy="226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rc879"/>
            <p:cNvSpPr/>
            <p:nvPr/>
          </p:nvSpPr>
          <p:spPr>
            <a:xfrm>
              <a:off x="4285716" y="3021833"/>
              <a:ext cx="2472" cy="45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rc880"/>
            <p:cNvSpPr/>
            <p:nvPr/>
          </p:nvSpPr>
          <p:spPr>
            <a:xfrm>
              <a:off x="4288188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rc881"/>
            <p:cNvSpPr/>
            <p:nvPr/>
          </p:nvSpPr>
          <p:spPr>
            <a:xfrm>
              <a:off x="42906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rc882"/>
            <p:cNvSpPr/>
            <p:nvPr/>
          </p:nvSpPr>
          <p:spPr>
            <a:xfrm>
              <a:off x="4293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rc883"/>
            <p:cNvSpPr/>
            <p:nvPr/>
          </p:nvSpPr>
          <p:spPr>
            <a:xfrm>
              <a:off x="4295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rc884"/>
            <p:cNvSpPr/>
            <p:nvPr/>
          </p:nvSpPr>
          <p:spPr>
            <a:xfrm>
              <a:off x="4298077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rc885"/>
            <p:cNvSpPr/>
            <p:nvPr/>
          </p:nvSpPr>
          <p:spPr>
            <a:xfrm>
              <a:off x="4300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rc886"/>
            <p:cNvSpPr/>
            <p:nvPr/>
          </p:nvSpPr>
          <p:spPr>
            <a:xfrm>
              <a:off x="4303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rc887"/>
            <p:cNvSpPr/>
            <p:nvPr/>
          </p:nvSpPr>
          <p:spPr>
            <a:xfrm>
              <a:off x="4305495" y="3055834"/>
              <a:ext cx="2472" cy="113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rc888"/>
            <p:cNvSpPr/>
            <p:nvPr/>
          </p:nvSpPr>
          <p:spPr>
            <a:xfrm>
              <a:off x="4307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rc889"/>
            <p:cNvSpPr/>
            <p:nvPr/>
          </p:nvSpPr>
          <p:spPr>
            <a:xfrm>
              <a:off x="4310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rc890"/>
            <p:cNvSpPr/>
            <p:nvPr/>
          </p:nvSpPr>
          <p:spPr>
            <a:xfrm>
              <a:off x="4312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rc891"/>
            <p:cNvSpPr/>
            <p:nvPr/>
          </p:nvSpPr>
          <p:spPr>
            <a:xfrm>
              <a:off x="4315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rc892"/>
            <p:cNvSpPr/>
            <p:nvPr/>
          </p:nvSpPr>
          <p:spPr>
            <a:xfrm>
              <a:off x="43178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rc893"/>
            <p:cNvSpPr/>
            <p:nvPr/>
          </p:nvSpPr>
          <p:spPr>
            <a:xfrm>
              <a:off x="4320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rc894"/>
            <p:cNvSpPr/>
            <p:nvPr/>
          </p:nvSpPr>
          <p:spPr>
            <a:xfrm>
              <a:off x="4322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rc895"/>
            <p:cNvSpPr/>
            <p:nvPr/>
          </p:nvSpPr>
          <p:spPr>
            <a:xfrm>
              <a:off x="43252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rc896"/>
            <p:cNvSpPr/>
            <p:nvPr/>
          </p:nvSpPr>
          <p:spPr>
            <a:xfrm>
              <a:off x="43277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rc897"/>
            <p:cNvSpPr/>
            <p:nvPr/>
          </p:nvSpPr>
          <p:spPr>
            <a:xfrm>
              <a:off x="4330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rc898"/>
            <p:cNvSpPr/>
            <p:nvPr/>
          </p:nvSpPr>
          <p:spPr>
            <a:xfrm>
              <a:off x="43326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rc899"/>
            <p:cNvSpPr/>
            <p:nvPr/>
          </p:nvSpPr>
          <p:spPr>
            <a:xfrm>
              <a:off x="43351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rc900"/>
            <p:cNvSpPr/>
            <p:nvPr/>
          </p:nvSpPr>
          <p:spPr>
            <a:xfrm>
              <a:off x="43376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rc901"/>
            <p:cNvSpPr/>
            <p:nvPr/>
          </p:nvSpPr>
          <p:spPr>
            <a:xfrm>
              <a:off x="43401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rc902"/>
            <p:cNvSpPr/>
            <p:nvPr/>
          </p:nvSpPr>
          <p:spPr>
            <a:xfrm>
              <a:off x="43425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rc903"/>
            <p:cNvSpPr/>
            <p:nvPr/>
          </p:nvSpPr>
          <p:spPr>
            <a:xfrm>
              <a:off x="43450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rc904"/>
            <p:cNvSpPr/>
            <p:nvPr/>
          </p:nvSpPr>
          <p:spPr>
            <a:xfrm>
              <a:off x="426964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rc905"/>
            <p:cNvSpPr/>
            <p:nvPr/>
          </p:nvSpPr>
          <p:spPr>
            <a:xfrm>
              <a:off x="4420822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06" name="pl906"/>
            <p:cNvSpPr/>
            <p:nvPr/>
          </p:nvSpPr>
          <p:spPr>
            <a:xfrm>
              <a:off x="4420822" y="2783831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l907"/>
            <p:cNvSpPr/>
            <p:nvPr/>
          </p:nvSpPr>
          <p:spPr>
            <a:xfrm>
              <a:off x="4420822" y="221716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l908"/>
            <p:cNvSpPr/>
            <p:nvPr/>
          </p:nvSpPr>
          <p:spPr>
            <a:xfrm>
              <a:off x="4420822" y="165048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l909"/>
            <p:cNvSpPr/>
            <p:nvPr/>
          </p:nvSpPr>
          <p:spPr>
            <a:xfrm>
              <a:off x="44392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l910"/>
            <p:cNvSpPr/>
            <p:nvPr/>
          </p:nvSpPr>
          <p:spPr>
            <a:xfrm>
              <a:off x="446619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l911"/>
            <p:cNvSpPr/>
            <p:nvPr/>
          </p:nvSpPr>
          <p:spPr>
            <a:xfrm>
              <a:off x="44931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l912"/>
            <p:cNvSpPr/>
            <p:nvPr/>
          </p:nvSpPr>
          <p:spPr>
            <a:xfrm>
              <a:off x="4420822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l913"/>
            <p:cNvSpPr/>
            <p:nvPr/>
          </p:nvSpPr>
          <p:spPr>
            <a:xfrm>
              <a:off x="4420822" y="2500495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l914"/>
            <p:cNvSpPr/>
            <p:nvPr/>
          </p:nvSpPr>
          <p:spPr>
            <a:xfrm>
              <a:off x="4420822" y="193382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l915"/>
            <p:cNvSpPr/>
            <p:nvPr/>
          </p:nvSpPr>
          <p:spPr>
            <a:xfrm>
              <a:off x="4420822" y="136715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l916"/>
            <p:cNvSpPr/>
            <p:nvPr/>
          </p:nvSpPr>
          <p:spPr>
            <a:xfrm>
              <a:off x="44257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l917"/>
            <p:cNvSpPr/>
            <p:nvPr/>
          </p:nvSpPr>
          <p:spPr>
            <a:xfrm>
              <a:off x="445272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l918"/>
            <p:cNvSpPr/>
            <p:nvPr/>
          </p:nvSpPr>
          <p:spPr>
            <a:xfrm>
              <a:off x="44796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rc919"/>
            <p:cNvSpPr/>
            <p:nvPr/>
          </p:nvSpPr>
          <p:spPr>
            <a:xfrm>
              <a:off x="4420822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rc920"/>
            <p:cNvSpPr/>
            <p:nvPr/>
          </p:nvSpPr>
          <p:spPr>
            <a:xfrm>
              <a:off x="139728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tx921"/>
            <p:cNvSpPr/>
            <p:nvPr/>
          </p:nvSpPr>
          <p:spPr>
            <a:xfrm>
              <a:off x="1211334" y="1027900"/>
              <a:ext cx="453479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Arrayana</a:t>
              </a:r>
            </a:p>
          </p:txBody>
        </p:sp>
        <p:sp>
          <p:nvSpPr>
            <p:cNvPr id="922" name="rc922"/>
            <p:cNvSpPr/>
            <p:nvPr/>
          </p:nvSpPr>
          <p:spPr>
            <a:xfrm>
              <a:off x="154845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tx923"/>
            <p:cNvSpPr/>
            <p:nvPr/>
          </p:nvSpPr>
          <p:spPr>
            <a:xfrm>
              <a:off x="1412198" y="1050110"/>
              <a:ext cx="35410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Eureka</a:t>
              </a:r>
            </a:p>
          </p:txBody>
        </p:sp>
        <p:sp>
          <p:nvSpPr>
            <p:cNvPr id="924" name="rc924"/>
            <p:cNvSpPr/>
            <p:nvPr/>
          </p:nvSpPr>
          <p:spPr>
            <a:xfrm>
              <a:off x="169963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tx925"/>
            <p:cNvSpPr/>
            <p:nvPr/>
          </p:nvSpPr>
          <p:spPr>
            <a:xfrm>
              <a:off x="1529268" y="1050110"/>
              <a:ext cx="42231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Fairchild</a:t>
              </a:r>
            </a:p>
          </p:txBody>
        </p:sp>
        <p:sp>
          <p:nvSpPr>
            <p:cNvPr id="926" name="rc926"/>
            <p:cNvSpPr/>
            <p:nvPr/>
          </p:nvSpPr>
          <p:spPr>
            <a:xfrm>
              <a:off x="185081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tx927"/>
            <p:cNvSpPr/>
            <p:nvPr/>
          </p:nvSpPr>
          <p:spPr>
            <a:xfrm>
              <a:off x="1534443" y="1050110"/>
              <a:ext cx="7143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Frost Valencia</a:t>
              </a:r>
            </a:p>
          </p:txBody>
        </p:sp>
        <p:sp>
          <p:nvSpPr>
            <p:cNvPr id="928" name="rc928"/>
            <p:cNvSpPr/>
            <p:nvPr/>
          </p:nvSpPr>
          <p:spPr>
            <a:xfrm>
              <a:off x="200198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tx929"/>
            <p:cNvSpPr/>
            <p:nvPr/>
          </p:nvSpPr>
          <p:spPr>
            <a:xfrm>
              <a:off x="1648321" y="1048691"/>
              <a:ext cx="788923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Garcia Valencia</a:t>
              </a:r>
            </a:p>
          </p:txBody>
        </p:sp>
        <p:sp>
          <p:nvSpPr>
            <p:cNvPr id="930" name="rc930"/>
            <p:cNvSpPr/>
            <p:nvPr/>
          </p:nvSpPr>
          <p:spPr>
            <a:xfrm>
              <a:off x="215316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tx931"/>
            <p:cNvSpPr/>
            <p:nvPr/>
          </p:nvSpPr>
          <p:spPr>
            <a:xfrm>
              <a:off x="1796387" y="1048691"/>
              <a:ext cx="79514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García Valencia</a:t>
              </a:r>
            </a:p>
          </p:txBody>
        </p:sp>
        <p:sp>
          <p:nvSpPr>
            <p:cNvPr id="932" name="rc932"/>
            <p:cNvSpPr/>
            <p:nvPr/>
          </p:nvSpPr>
          <p:spPr>
            <a:xfrm>
              <a:off x="2304343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tx933"/>
            <p:cNvSpPr/>
            <p:nvPr/>
          </p:nvSpPr>
          <p:spPr>
            <a:xfrm>
              <a:off x="2171248" y="1050110"/>
              <a:ext cx="34777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Hamlin</a:t>
              </a:r>
            </a:p>
          </p:txBody>
        </p:sp>
        <p:sp>
          <p:nvSpPr>
            <p:cNvPr id="934" name="rc934"/>
            <p:cNvSpPr/>
            <p:nvPr/>
          </p:nvSpPr>
          <p:spPr>
            <a:xfrm>
              <a:off x="245552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tx935"/>
            <p:cNvSpPr/>
            <p:nvPr/>
          </p:nvSpPr>
          <p:spPr>
            <a:xfrm>
              <a:off x="2250829" y="1050110"/>
              <a:ext cx="49096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Lannelate</a:t>
              </a:r>
            </a:p>
          </p:txBody>
        </p:sp>
        <p:sp>
          <p:nvSpPr>
            <p:cNvPr id="936" name="rc936"/>
            <p:cNvSpPr/>
            <p:nvPr/>
          </p:nvSpPr>
          <p:spPr>
            <a:xfrm>
              <a:off x="260669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tx937"/>
            <p:cNvSpPr/>
            <p:nvPr/>
          </p:nvSpPr>
          <p:spPr>
            <a:xfrm>
              <a:off x="2482852" y="1048637"/>
              <a:ext cx="329277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Oneco</a:t>
              </a:r>
            </a:p>
          </p:txBody>
        </p:sp>
        <p:sp>
          <p:nvSpPr>
            <p:cNvPr id="938" name="rc938"/>
            <p:cNvSpPr/>
            <p:nvPr/>
          </p:nvSpPr>
          <p:spPr>
            <a:xfrm>
              <a:off x="275787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tx939"/>
            <p:cNvSpPr/>
            <p:nvPr/>
          </p:nvSpPr>
          <p:spPr>
            <a:xfrm>
              <a:off x="2416703" y="1048637"/>
              <a:ext cx="763929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Owari Satsuma</a:t>
              </a:r>
            </a:p>
          </p:txBody>
        </p:sp>
        <p:sp>
          <p:nvSpPr>
            <p:cNvPr id="940" name="rc940"/>
            <p:cNvSpPr/>
            <p:nvPr/>
          </p:nvSpPr>
          <p:spPr>
            <a:xfrm>
              <a:off x="290905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tx941"/>
            <p:cNvSpPr/>
            <p:nvPr/>
          </p:nvSpPr>
          <p:spPr>
            <a:xfrm>
              <a:off x="2760377" y="1027900"/>
              <a:ext cx="378936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Pajarito</a:t>
              </a:r>
            </a:p>
          </p:txBody>
        </p:sp>
        <p:sp>
          <p:nvSpPr>
            <p:cNvPr id="942" name="rc942"/>
            <p:cNvSpPr/>
            <p:nvPr/>
          </p:nvSpPr>
          <p:spPr>
            <a:xfrm>
              <a:off x="306022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tx943"/>
            <p:cNvSpPr/>
            <p:nvPr/>
          </p:nvSpPr>
          <p:spPr>
            <a:xfrm>
              <a:off x="2911554" y="1027463"/>
              <a:ext cx="378936" cy="1039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Pajárito</a:t>
              </a:r>
            </a:p>
          </p:txBody>
        </p:sp>
        <p:sp>
          <p:nvSpPr>
            <p:cNvPr id="944" name="rc944"/>
            <p:cNvSpPr/>
            <p:nvPr/>
          </p:nvSpPr>
          <p:spPr>
            <a:xfrm>
              <a:off x="321140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tx945"/>
            <p:cNvSpPr/>
            <p:nvPr/>
          </p:nvSpPr>
          <p:spPr>
            <a:xfrm>
              <a:off x="2901230" y="1050110"/>
              <a:ext cx="7019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Parson Brown</a:t>
              </a:r>
            </a:p>
          </p:txBody>
        </p:sp>
        <p:sp>
          <p:nvSpPr>
            <p:cNvPr id="946" name="rc946"/>
            <p:cNvSpPr/>
            <p:nvPr/>
          </p:nvSpPr>
          <p:spPr>
            <a:xfrm>
              <a:off x="336258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tx947"/>
            <p:cNvSpPr/>
            <p:nvPr/>
          </p:nvSpPr>
          <p:spPr>
            <a:xfrm>
              <a:off x="3092762" y="1049673"/>
              <a:ext cx="621228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Pera del Río</a:t>
              </a:r>
            </a:p>
          </p:txBody>
        </p:sp>
        <p:sp>
          <p:nvSpPr>
            <p:cNvPr id="948" name="rc948"/>
            <p:cNvSpPr/>
            <p:nvPr/>
          </p:nvSpPr>
          <p:spPr>
            <a:xfrm>
              <a:off x="351376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tx949"/>
            <p:cNvSpPr/>
            <p:nvPr/>
          </p:nvSpPr>
          <p:spPr>
            <a:xfrm>
              <a:off x="3374417" y="1050110"/>
              <a:ext cx="360273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Perrine</a:t>
              </a:r>
            </a:p>
          </p:txBody>
        </p:sp>
        <p:sp>
          <p:nvSpPr>
            <p:cNvPr id="950" name="rc950"/>
            <p:cNvSpPr/>
            <p:nvPr/>
          </p:nvSpPr>
          <p:spPr>
            <a:xfrm>
              <a:off x="366493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tx951"/>
            <p:cNvSpPr/>
            <p:nvPr/>
          </p:nvSpPr>
          <p:spPr>
            <a:xfrm>
              <a:off x="3457163" y="1029210"/>
              <a:ext cx="497135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Pinneaple</a:t>
              </a:r>
            </a:p>
          </p:txBody>
        </p:sp>
        <p:sp>
          <p:nvSpPr>
            <p:cNvPr id="952" name="rc952"/>
            <p:cNvSpPr/>
            <p:nvPr/>
          </p:nvSpPr>
          <p:spPr>
            <a:xfrm>
              <a:off x="381611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tx953"/>
            <p:cNvSpPr/>
            <p:nvPr/>
          </p:nvSpPr>
          <p:spPr>
            <a:xfrm>
              <a:off x="3577262" y="1029210"/>
              <a:ext cx="559291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Pinneapple</a:t>
              </a:r>
            </a:p>
          </p:txBody>
        </p:sp>
        <p:sp>
          <p:nvSpPr>
            <p:cNvPr id="954" name="rc954"/>
            <p:cNvSpPr/>
            <p:nvPr/>
          </p:nvSpPr>
          <p:spPr>
            <a:xfrm>
              <a:off x="396729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tx955"/>
            <p:cNvSpPr/>
            <p:nvPr/>
          </p:nvSpPr>
          <p:spPr>
            <a:xfrm>
              <a:off x="3635315" y="1026536"/>
              <a:ext cx="745539" cy="1048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956" name="rc956"/>
            <p:cNvSpPr/>
            <p:nvPr/>
          </p:nvSpPr>
          <p:spPr>
            <a:xfrm>
              <a:off x="411846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tx957"/>
            <p:cNvSpPr/>
            <p:nvPr/>
          </p:nvSpPr>
          <p:spPr>
            <a:xfrm>
              <a:off x="3774105" y="1026481"/>
              <a:ext cx="770314" cy="1049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958" name="rc958"/>
            <p:cNvSpPr/>
            <p:nvPr/>
          </p:nvSpPr>
          <p:spPr>
            <a:xfrm>
              <a:off x="426964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tx959"/>
            <p:cNvSpPr/>
            <p:nvPr/>
          </p:nvSpPr>
          <p:spPr>
            <a:xfrm>
              <a:off x="4015350" y="1027900"/>
              <a:ext cx="590177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Washington</a:t>
              </a:r>
            </a:p>
          </p:txBody>
        </p:sp>
        <p:sp>
          <p:nvSpPr>
            <p:cNvPr id="960" name="rc960"/>
            <p:cNvSpPr/>
            <p:nvPr/>
          </p:nvSpPr>
          <p:spPr>
            <a:xfrm>
              <a:off x="442082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tx961"/>
            <p:cNvSpPr/>
            <p:nvPr/>
          </p:nvSpPr>
          <p:spPr>
            <a:xfrm>
              <a:off x="4383990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962" name="pl962"/>
            <p:cNvSpPr/>
            <p:nvPr/>
          </p:nvSpPr>
          <p:spPr>
            <a:xfrm>
              <a:off x="14022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142917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14561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tx965"/>
            <p:cNvSpPr/>
            <p:nvPr/>
          </p:nvSpPr>
          <p:spPr>
            <a:xfrm rot="-2700000">
              <a:off x="139883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66" name="tx966"/>
            <p:cNvSpPr/>
            <p:nvPr/>
          </p:nvSpPr>
          <p:spPr>
            <a:xfrm rot="-2700000">
              <a:off x="136363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67" name="tx967"/>
            <p:cNvSpPr/>
            <p:nvPr/>
          </p:nvSpPr>
          <p:spPr>
            <a:xfrm rot="-2700000">
              <a:off x="139058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68" name="pl968"/>
            <p:cNvSpPr/>
            <p:nvPr/>
          </p:nvSpPr>
          <p:spPr>
            <a:xfrm>
              <a:off x="1553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15803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16073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tx971"/>
            <p:cNvSpPr/>
            <p:nvPr/>
          </p:nvSpPr>
          <p:spPr>
            <a:xfrm rot="-2700000">
              <a:off x="155001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72" name="tx972"/>
            <p:cNvSpPr/>
            <p:nvPr/>
          </p:nvSpPr>
          <p:spPr>
            <a:xfrm rot="-2700000">
              <a:off x="151480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73" name="tx973"/>
            <p:cNvSpPr/>
            <p:nvPr/>
          </p:nvSpPr>
          <p:spPr>
            <a:xfrm rot="-2700000">
              <a:off x="154176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74" name="pl974"/>
            <p:cNvSpPr/>
            <p:nvPr/>
          </p:nvSpPr>
          <p:spPr>
            <a:xfrm>
              <a:off x="170457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17315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17584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tx977"/>
            <p:cNvSpPr/>
            <p:nvPr/>
          </p:nvSpPr>
          <p:spPr>
            <a:xfrm rot="-2700000">
              <a:off x="170118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78" name="tx978"/>
            <p:cNvSpPr/>
            <p:nvPr/>
          </p:nvSpPr>
          <p:spPr>
            <a:xfrm rot="-2700000">
              <a:off x="166598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79" name="tx979"/>
            <p:cNvSpPr/>
            <p:nvPr/>
          </p:nvSpPr>
          <p:spPr>
            <a:xfrm rot="-2700000">
              <a:off x="169294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80" name="pl980"/>
            <p:cNvSpPr/>
            <p:nvPr/>
          </p:nvSpPr>
          <p:spPr>
            <a:xfrm>
              <a:off x="18557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l981"/>
            <p:cNvSpPr/>
            <p:nvPr/>
          </p:nvSpPr>
          <p:spPr>
            <a:xfrm>
              <a:off x="18827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l982"/>
            <p:cNvSpPr/>
            <p:nvPr/>
          </p:nvSpPr>
          <p:spPr>
            <a:xfrm>
              <a:off x="19096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tx983"/>
            <p:cNvSpPr/>
            <p:nvPr/>
          </p:nvSpPr>
          <p:spPr>
            <a:xfrm rot="-2700000">
              <a:off x="18523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4" name="tx984"/>
            <p:cNvSpPr/>
            <p:nvPr/>
          </p:nvSpPr>
          <p:spPr>
            <a:xfrm rot="-2700000">
              <a:off x="181716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85" name="tx985"/>
            <p:cNvSpPr/>
            <p:nvPr/>
          </p:nvSpPr>
          <p:spPr>
            <a:xfrm rot="-2700000">
              <a:off x="184411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86" name="pl986"/>
            <p:cNvSpPr/>
            <p:nvPr/>
          </p:nvSpPr>
          <p:spPr>
            <a:xfrm>
              <a:off x="20069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l987"/>
            <p:cNvSpPr/>
            <p:nvPr/>
          </p:nvSpPr>
          <p:spPr>
            <a:xfrm>
              <a:off x="20338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l988"/>
            <p:cNvSpPr/>
            <p:nvPr/>
          </p:nvSpPr>
          <p:spPr>
            <a:xfrm>
              <a:off x="20608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tx989"/>
            <p:cNvSpPr/>
            <p:nvPr/>
          </p:nvSpPr>
          <p:spPr>
            <a:xfrm rot="-2700000">
              <a:off x="200354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0" name="tx990"/>
            <p:cNvSpPr/>
            <p:nvPr/>
          </p:nvSpPr>
          <p:spPr>
            <a:xfrm rot="-2700000">
              <a:off x="196834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91" name="tx991"/>
            <p:cNvSpPr/>
            <p:nvPr/>
          </p:nvSpPr>
          <p:spPr>
            <a:xfrm rot="-2700000">
              <a:off x="19952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92" name="pl992"/>
            <p:cNvSpPr/>
            <p:nvPr/>
          </p:nvSpPr>
          <p:spPr>
            <a:xfrm>
              <a:off x="21581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l993"/>
            <p:cNvSpPr/>
            <p:nvPr/>
          </p:nvSpPr>
          <p:spPr>
            <a:xfrm>
              <a:off x="21850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l994"/>
            <p:cNvSpPr/>
            <p:nvPr/>
          </p:nvSpPr>
          <p:spPr>
            <a:xfrm>
              <a:off x="22120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tx995"/>
            <p:cNvSpPr/>
            <p:nvPr/>
          </p:nvSpPr>
          <p:spPr>
            <a:xfrm rot="-2700000">
              <a:off x="215471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6" name="tx996"/>
            <p:cNvSpPr/>
            <p:nvPr/>
          </p:nvSpPr>
          <p:spPr>
            <a:xfrm rot="-2700000">
              <a:off x="211951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97" name="tx997"/>
            <p:cNvSpPr/>
            <p:nvPr/>
          </p:nvSpPr>
          <p:spPr>
            <a:xfrm rot="-2700000">
              <a:off x="214647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98" name="pl998"/>
            <p:cNvSpPr/>
            <p:nvPr/>
          </p:nvSpPr>
          <p:spPr>
            <a:xfrm>
              <a:off x="23092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l999"/>
            <p:cNvSpPr/>
            <p:nvPr/>
          </p:nvSpPr>
          <p:spPr>
            <a:xfrm>
              <a:off x="23362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l1000"/>
            <p:cNvSpPr/>
            <p:nvPr/>
          </p:nvSpPr>
          <p:spPr>
            <a:xfrm>
              <a:off x="23631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tx1001"/>
            <p:cNvSpPr/>
            <p:nvPr/>
          </p:nvSpPr>
          <p:spPr>
            <a:xfrm rot="-2700000">
              <a:off x="230589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2" name="tx1002"/>
            <p:cNvSpPr/>
            <p:nvPr/>
          </p:nvSpPr>
          <p:spPr>
            <a:xfrm rot="-2700000">
              <a:off x="22706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03" name="tx1003"/>
            <p:cNvSpPr/>
            <p:nvPr/>
          </p:nvSpPr>
          <p:spPr>
            <a:xfrm rot="-2700000">
              <a:off x="229764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04" name="pl1004"/>
            <p:cNvSpPr/>
            <p:nvPr/>
          </p:nvSpPr>
          <p:spPr>
            <a:xfrm>
              <a:off x="24604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l1005"/>
            <p:cNvSpPr/>
            <p:nvPr/>
          </p:nvSpPr>
          <p:spPr>
            <a:xfrm>
              <a:off x="24874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l1006"/>
            <p:cNvSpPr/>
            <p:nvPr/>
          </p:nvSpPr>
          <p:spPr>
            <a:xfrm>
              <a:off x="251437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tx1007"/>
            <p:cNvSpPr/>
            <p:nvPr/>
          </p:nvSpPr>
          <p:spPr>
            <a:xfrm rot="-2700000">
              <a:off x="24570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8" name="tx1008"/>
            <p:cNvSpPr/>
            <p:nvPr/>
          </p:nvSpPr>
          <p:spPr>
            <a:xfrm rot="-2700000">
              <a:off x="242187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09" name="tx1009"/>
            <p:cNvSpPr/>
            <p:nvPr/>
          </p:nvSpPr>
          <p:spPr>
            <a:xfrm rot="-2700000">
              <a:off x="244882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10" name="pl1010"/>
            <p:cNvSpPr/>
            <p:nvPr/>
          </p:nvSpPr>
          <p:spPr>
            <a:xfrm>
              <a:off x="26116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l1011"/>
            <p:cNvSpPr/>
            <p:nvPr/>
          </p:nvSpPr>
          <p:spPr>
            <a:xfrm>
              <a:off x="26385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l1012"/>
            <p:cNvSpPr/>
            <p:nvPr/>
          </p:nvSpPr>
          <p:spPr>
            <a:xfrm>
              <a:off x="266555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tx1013"/>
            <p:cNvSpPr/>
            <p:nvPr/>
          </p:nvSpPr>
          <p:spPr>
            <a:xfrm rot="-2700000">
              <a:off x="260825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14" name="tx1014"/>
            <p:cNvSpPr/>
            <p:nvPr/>
          </p:nvSpPr>
          <p:spPr>
            <a:xfrm rot="-2700000">
              <a:off x="257304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15" name="tx1015"/>
            <p:cNvSpPr/>
            <p:nvPr/>
          </p:nvSpPr>
          <p:spPr>
            <a:xfrm rot="-2700000">
              <a:off x="260000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16" name="pl1016"/>
            <p:cNvSpPr/>
            <p:nvPr/>
          </p:nvSpPr>
          <p:spPr>
            <a:xfrm>
              <a:off x="27628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l1017"/>
            <p:cNvSpPr/>
            <p:nvPr/>
          </p:nvSpPr>
          <p:spPr>
            <a:xfrm>
              <a:off x="278977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l1018"/>
            <p:cNvSpPr/>
            <p:nvPr/>
          </p:nvSpPr>
          <p:spPr>
            <a:xfrm>
              <a:off x="28167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tx1019"/>
            <p:cNvSpPr/>
            <p:nvPr/>
          </p:nvSpPr>
          <p:spPr>
            <a:xfrm rot="-2700000">
              <a:off x="275942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0" name="tx1020"/>
            <p:cNvSpPr/>
            <p:nvPr/>
          </p:nvSpPr>
          <p:spPr>
            <a:xfrm rot="-2700000">
              <a:off x="272422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21" name="tx1021"/>
            <p:cNvSpPr/>
            <p:nvPr/>
          </p:nvSpPr>
          <p:spPr>
            <a:xfrm rot="-2700000">
              <a:off x="275118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22" name="pl1022"/>
            <p:cNvSpPr/>
            <p:nvPr/>
          </p:nvSpPr>
          <p:spPr>
            <a:xfrm>
              <a:off x="29139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l1023"/>
            <p:cNvSpPr/>
            <p:nvPr/>
          </p:nvSpPr>
          <p:spPr>
            <a:xfrm>
              <a:off x="294095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l1024"/>
            <p:cNvSpPr/>
            <p:nvPr/>
          </p:nvSpPr>
          <p:spPr>
            <a:xfrm>
              <a:off x="29679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tx1025"/>
            <p:cNvSpPr/>
            <p:nvPr/>
          </p:nvSpPr>
          <p:spPr>
            <a:xfrm rot="-2700000">
              <a:off x="291060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6" name="tx1026"/>
            <p:cNvSpPr/>
            <p:nvPr/>
          </p:nvSpPr>
          <p:spPr>
            <a:xfrm rot="-2700000">
              <a:off x="287540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27" name="tx1027"/>
            <p:cNvSpPr/>
            <p:nvPr/>
          </p:nvSpPr>
          <p:spPr>
            <a:xfrm rot="-2700000">
              <a:off x="29023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28" name="pl1028"/>
            <p:cNvSpPr/>
            <p:nvPr/>
          </p:nvSpPr>
          <p:spPr>
            <a:xfrm>
              <a:off x="306517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l1029"/>
            <p:cNvSpPr/>
            <p:nvPr/>
          </p:nvSpPr>
          <p:spPr>
            <a:xfrm>
              <a:off x="30921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l1030"/>
            <p:cNvSpPr/>
            <p:nvPr/>
          </p:nvSpPr>
          <p:spPr>
            <a:xfrm>
              <a:off x="3119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tx1031"/>
            <p:cNvSpPr/>
            <p:nvPr/>
          </p:nvSpPr>
          <p:spPr>
            <a:xfrm rot="-2700000">
              <a:off x="306178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32" name="tx1032"/>
            <p:cNvSpPr/>
            <p:nvPr/>
          </p:nvSpPr>
          <p:spPr>
            <a:xfrm rot="-2700000">
              <a:off x="302658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33" name="tx1033"/>
            <p:cNvSpPr/>
            <p:nvPr/>
          </p:nvSpPr>
          <p:spPr>
            <a:xfrm rot="-2700000">
              <a:off x="30535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34" name="pl1034"/>
            <p:cNvSpPr/>
            <p:nvPr/>
          </p:nvSpPr>
          <p:spPr>
            <a:xfrm>
              <a:off x="321635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l1035"/>
            <p:cNvSpPr/>
            <p:nvPr/>
          </p:nvSpPr>
          <p:spPr>
            <a:xfrm>
              <a:off x="32433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l1036"/>
            <p:cNvSpPr/>
            <p:nvPr/>
          </p:nvSpPr>
          <p:spPr>
            <a:xfrm>
              <a:off x="32702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tx1037"/>
            <p:cNvSpPr/>
            <p:nvPr/>
          </p:nvSpPr>
          <p:spPr>
            <a:xfrm rot="-2700000">
              <a:off x="321295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38" name="tx1038"/>
            <p:cNvSpPr/>
            <p:nvPr/>
          </p:nvSpPr>
          <p:spPr>
            <a:xfrm rot="-2700000">
              <a:off x="31777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39" name="tx1039"/>
            <p:cNvSpPr/>
            <p:nvPr/>
          </p:nvSpPr>
          <p:spPr>
            <a:xfrm rot="-2700000">
              <a:off x="320471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40" name="pl1040"/>
            <p:cNvSpPr/>
            <p:nvPr/>
          </p:nvSpPr>
          <p:spPr>
            <a:xfrm>
              <a:off x="33675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l1041"/>
            <p:cNvSpPr/>
            <p:nvPr/>
          </p:nvSpPr>
          <p:spPr>
            <a:xfrm>
              <a:off x="33944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l1042"/>
            <p:cNvSpPr/>
            <p:nvPr/>
          </p:nvSpPr>
          <p:spPr>
            <a:xfrm>
              <a:off x="34214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tx1043"/>
            <p:cNvSpPr/>
            <p:nvPr/>
          </p:nvSpPr>
          <p:spPr>
            <a:xfrm rot="-2700000">
              <a:off x="336413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44" name="tx1044"/>
            <p:cNvSpPr/>
            <p:nvPr/>
          </p:nvSpPr>
          <p:spPr>
            <a:xfrm rot="-2700000">
              <a:off x="332893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45" name="tx1045"/>
            <p:cNvSpPr/>
            <p:nvPr/>
          </p:nvSpPr>
          <p:spPr>
            <a:xfrm rot="-2700000">
              <a:off x="335588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46" name="pl1046"/>
            <p:cNvSpPr/>
            <p:nvPr/>
          </p:nvSpPr>
          <p:spPr>
            <a:xfrm>
              <a:off x="35187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l1047"/>
            <p:cNvSpPr/>
            <p:nvPr/>
          </p:nvSpPr>
          <p:spPr>
            <a:xfrm>
              <a:off x="35456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l1048"/>
            <p:cNvSpPr/>
            <p:nvPr/>
          </p:nvSpPr>
          <p:spPr>
            <a:xfrm>
              <a:off x="357261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tx1049"/>
            <p:cNvSpPr/>
            <p:nvPr/>
          </p:nvSpPr>
          <p:spPr>
            <a:xfrm rot="-2700000">
              <a:off x="351531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50" name="tx1050"/>
            <p:cNvSpPr/>
            <p:nvPr/>
          </p:nvSpPr>
          <p:spPr>
            <a:xfrm rot="-2700000">
              <a:off x="348011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51" name="tx1051"/>
            <p:cNvSpPr/>
            <p:nvPr/>
          </p:nvSpPr>
          <p:spPr>
            <a:xfrm rot="-2700000">
              <a:off x="350706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52" name="pl1052"/>
            <p:cNvSpPr/>
            <p:nvPr/>
          </p:nvSpPr>
          <p:spPr>
            <a:xfrm>
              <a:off x="36698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l1053"/>
            <p:cNvSpPr/>
            <p:nvPr/>
          </p:nvSpPr>
          <p:spPr>
            <a:xfrm>
              <a:off x="36968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l1054"/>
            <p:cNvSpPr/>
            <p:nvPr/>
          </p:nvSpPr>
          <p:spPr>
            <a:xfrm>
              <a:off x="372379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tx1055"/>
            <p:cNvSpPr/>
            <p:nvPr/>
          </p:nvSpPr>
          <p:spPr>
            <a:xfrm rot="-2700000">
              <a:off x="366649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56" name="tx1056"/>
            <p:cNvSpPr/>
            <p:nvPr/>
          </p:nvSpPr>
          <p:spPr>
            <a:xfrm rot="-2700000">
              <a:off x="363128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57" name="tx1057"/>
            <p:cNvSpPr/>
            <p:nvPr/>
          </p:nvSpPr>
          <p:spPr>
            <a:xfrm rot="-2700000">
              <a:off x="365824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58" name="pl1058"/>
            <p:cNvSpPr/>
            <p:nvPr/>
          </p:nvSpPr>
          <p:spPr>
            <a:xfrm>
              <a:off x="38210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l1059"/>
            <p:cNvSpPr/>
            <p:nvPr/>
          </p:nvSpPr>
          <p:spPr>
            <a:xfrm>
              <a:off x="384801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l1060"/>
            <p:cNvSpPr/>
            <p:nvPr/>
          </p:nvSpPr>
          <p:spPr>
            <a:xfrm>
              <a:off x="38749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tx1061"/>
            <p:cNvSpPr/>
            <p:nvPr/>
          </p:nvSpPr>
          <p:spPr>
            <a:xfrm rot="-2700000">
              <a:off x="381766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2" name="tx1062"/>
            <p:cNvSpPr/>
            <p:nvPr/>
          </p:nvSpPr>
          <p:spPr>
            <a:xfrm rot="-2700000">
              <a:off x="378246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63" name="tx1063"/>
            <p:cNvSpPr/>
            <p:nvPr/>
          </p:nvSpPr>
          <p:spPr>
            <a:xfrm rot="-2700000">
              <a:off x="380942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64" name="pl1064"/>
            <p:cNvSpPr/>
            <p:nvPr/>
          </p:nvSpPr>
          <p:spPr>
            <a:xfrm>
              <a:off x="39722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l1065"/>
            <p:cNvSpPr/>
            <p:nvPr/>
          </p:nvSpPr>
          <p:spPr>
            <a:xfrm>
              <a:off x="399919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l1066"/>
            <p:cNvSpPr/>
            <p:nvPr/>
          </p:nvSpPr>
          <p:spPr>
            <a:xfrm>
              <a:off x="40261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tx1067"/>
            <p:cNvSpPr/>
            <p:nvPr/>
          </p:nvSpPr>
          <p:spPr>
            <a:xfrm rot="-2700000">
              <a:off x="396884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8" name="tx1068"/>
            <p:cNvSpPr/>
            <p:nvPr/>
          </p:nvSpPr>
          <p:spPr>
            <a:xfrm rot="-2700000">
              <a:off x="393364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69" name="tx1069"/>
            <p:cNvSpPr/>
            <p:nvPr/>
          </p:nvSpPr>
          <p:spPr>
            <a:xfrm rot="-2700000">
              <a:off x="396059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70" name="pl1070"/>
            <p:cNvSpPr/>
            <p:nvPr/>
          </p:nvSpPr>
          <p:spPr>
            <a:xfrm>
              <a:off x="412341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l1071"/>
            <p:cNvSpPr/>
            <p:nvPr/>
          </p:nvSpPr>
          <p:spPr>
            <a:xfrm>
              <a:off x="41503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l1072"/>
            <p:cNvSpPr/>
            <p:nvPr/>
          </p:nvSpPr>
          <p:spPr>
            <a:xfrm>
              <a:off x="41773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tx1073"/>
            <p:cNvSpPr/>
            <p:nvPr/>
          </p:nvSpPr>
          <p:spPr>
            <a:xfrm rot="-2700000">
              <a:off x="412002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4" name="tx1074"/>
            <p:cNvSpPr/>
            <p:nvPr/>
          </p:nvSpPr>
          <p:spPr>
            <a:xfrm rot="-2700000">
              <a:off x="408482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75" name="tx1075"/>
            <p:cNvSpPr/>
            <p:nvPr/>
          </p:nvSpPr>
          <p:spPr>
            <a:xfrm rot="-2700000">
              <a:off x="411177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76" name="pl1076"/>
            <p:cNvSpPr/>
            <p:nvPr/>
          </p:nvSpPr>
          <p:spPr>
            <a:xfrm>
              <a:off x="427459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l1077"/>
            <p:cNvSpPr/>
            <p:nvPr/>
          </p:nvSpPr>
          <p:spPr>
            <a:xfrm>
              <a:off x="43015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l1078"/>
            <p:cNvSpPr/>
            <p:nvPr/>
          </p:nvSpPr>
          <p:spPr>
            <a:xfrm>
              <a:off x="432849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tx1079"/>
            <p:cNvSpPr/>
            <p:nvPr/>
          </p:nvSpPr>
          <p:spPr>
            <a:xfrm rot="-2700000">
              <a:off x="427119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0" name="tx1080"/>
            <p:cNvSpPr/>
            <p:nvPr/>
          </p:nvSpPr>
          <p:spPr>
            <a:xfrm rot="-2700000">
              <a:off x="423599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81" name="tx1081"/>
            <p:cNvSpPr/>
            <p:nvPr/>
          </p:nvSpPr>
          <p:spPr>
            <a:xfrm rot="-2700000">
              <a:off x="426295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82" name="pl1082"/>
            <p:cNvSpPr/>
            <p:nvPr/>
          </p:nvSpPr>
          <p:spPr>
            <a:xfrm>
              <a:off x="44257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l1083"/>
            <p:cNvSpPr/>
            <p:nvPr/>
          </p:nvSpPr>
          <p:spPr>
            <a:xfrm>
              <a:off x="445272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l1084"/>
            <p:cNvSpPr/>
            <p:nvPr/>
          </p:nvSpPr>
          <p:spPr>
            <a:xfrm>
              <a:off x="44796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tx1085"/>
            <p:cNvSpPr/>
            <p:nvPr/>
          </p:nvSpPr>
          <p:spPr>
            <a:xfrm rot="-2700000">
              <a:off x="442237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6" name="tx1086"/>
            <p:cNvSpPr/>
            <p:nvPr/>
          </p:nvSpPr>
          <p:spPr>
            <a:xfrm rot="-2700000">
              <a:off x="438717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87" name="tx1087"/>
            <p:cNvSpPr/>
            <p:nvPr/>
          </p:nvSpPr>
          <p:spPr>
            <a:xfrm rot="-2700000">
              <a:off x="441412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88" name="tx1088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9" name="tx1089"/>
            <p:cNvSpPr/>
            <p:nvPr/>
          </p:nvSpPr>
          <p:spPr>
            <a:xfrm>
              <a:off x="1210339" y="245880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090" name="tx1090"/>
            <p:cNvSpPr/>
            <p:nvPr/>
          </p:nvSpPr>
          <p:spPr>
            <a:xfrm>
              <a:off x="1148183" y="1892132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91" name="tx1091"/>
            <p:cNvSpPr/>
            <p:nvPr/>
          </p:nvSpPr>
          <p:spPr>
            <a:xfrm>
              <a:off x="1148183" y="1325461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092" name="pl1092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l1093"/>
            <p:cNvSpPr/>
            <p:nvPr/>
          </p:nvSpPr>
          <p:spPr>
            <a:xfrm>
              <a:off x="1362485" y="25004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l1094"/>
            <p:cNvSpPr/>
            <p:nvPr/>
          </p:nvSpPr>
          <p:spPr>
            <a:xfrm>
              <a:off x="1362485" y="193382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l1095"/>
            <p:cNvSpPr/>
            <p:nvPr/>
          </p:nvSpPr>
          <p:spPr>
            <a:xfrm>
              <a:off x="1362485" y="13671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tx1096"/>
            <p:cNvSpPr/>
            <p:nvPr/>
          </p:nvSpPr>
          <p:spPr>
            <a:xfrm>
              <a:off x="2693706" y="3455200"/>
              <a:ext cx="512278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NINFAS</a:t>
              </a:r>
            </a:p>
          </p:txBody>
        </p:sp>
        <p:sp>
          <p:nvSpPr>
            <p:cNvPr id="1097" name="tx1097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Presentación en pantalla (4:3)</PresentationFormat>
  <Paragraphs>90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2021-03-26T03:50:52Z</dcterms:modified>
  <cp:category/>
</cp:coreProperties>
</file>