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972616" y="188640"/>
            <a:ext cx="10570368" cy="6042992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72409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90383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40934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91486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42038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52793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70147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87502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04856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315107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265658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216210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166762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411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61470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78824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96179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30193" y="2549451"/>
              <a:ext cx="21942" cy="6016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5213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7407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496019" y="3116459"/>
              <a:ext cx="21942" cy="346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51796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539904" y="3149424"/>
              <a:ext cx="21942" cy="16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61846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583788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605730" y="3147776"/>
              <a:ext cx="21942" cy="329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62767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64961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67155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693499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715441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737383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75932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78126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803210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82515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847094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869036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890978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912920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93486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95680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97874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000689" y="3149424"/>
              <a:ext cx="21942" cy="16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022631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044573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206651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1397280" y="1198851"/>
              <a:ext cx="72409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2190960" y="1198851"/>
              <a:ext cx="72409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190960" y="290383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2190960" y="240934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190960" y="191486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2190960" y="142038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32161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49515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66870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84224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190960" y="315107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190960" y="265658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190960" y="216210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2190960" y="166762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2348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40838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58192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75547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2223873" y="2134084"/>
              <a:ext cx="21942" cy="101698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224581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226775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2289699" y="3106569"/>
              <a:ext cx="21942" cy="4450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231164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2333584" y="3142831"/>
              <a:ext cx="21942" cy="82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2355526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2377468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399410" y="3147776"/>
              <a:ext cx="21942" cy="329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42135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443294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46523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487179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509121" y="3149424"/>
              <a:ext cx="21942" cy="16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531063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55300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57494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596889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61883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640774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662716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684658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2706600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272854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275048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277242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2794369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2816311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2838253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286019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2190960" y="1198851"/>
              <a:ext cx="72409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2984640" y="1198851"/>
              <a:ext cx="72409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102" name="pl102"/>
            <p:cNvSpPr/>
            <p:nvPr/>
          </p:nvSpPr>
          <p:spPr>
            <a:xfrm>
              <a:off x="2984640" y="290383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2984640" y="240934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2984640" y="191486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2984640" y="142038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311529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328883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346238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363592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2984640" y="315107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2984640" y="265658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2984640" y="216210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2984640" y="166762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302852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320206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337560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354915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3017553" y="1291814"/>
              <a:ext cx="21942" cy="185925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303949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306143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3083379" y="3083493"/>
              <a:ext cx="21942" cy="675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3105321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3127264" y="3124700"/>
              <a:ext cx="21942" cy="263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3149206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3171148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3193090" y="3146128"/>
              <a:ext cx="21942" cy="49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321503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3236974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3258917" y="3146128"/>
              <a:ext cx="21942" cy="49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3280859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3302801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324743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346685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36862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3390569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341251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3434454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3456396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3478338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3500280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3522222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3544164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3566107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3588049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3609991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3631933" y="3151073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3653875" y="3149424"/>
              <a:ext cx="21942" cy="16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2984640" y="1198851"/>
              <a:ext cx="72409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3778320" y="1198851"/>
              <a:ext cx="72409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3778320" y="290383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3778320" y="240934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3778320" y="191486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3778320" y="142038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390897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408251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425606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442960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3778320" y="315107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3778320" y="265658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3778320" y="216210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3778320" y="166762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38222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399574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416928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434283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rc166"/>
            <p:cNvSpPr/>
            <p:nvPr/>
          </p:nvSpPr>
          <p:spPr>
            <a:xfrm>
              <a:off x="3778320" y="1198851"/>
              <a:ext cx="72409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139728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tx168"/>
            <p:cNvSpPr/>
            <p:nvPr/>
          </p:nvSpPr>
          <p:spPr>
            <a:xfrm>
              <a:off x="1582354" y="1048637"/>
              <a:ext cx="353943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LIMON</a:t>
              </a:r>
            </a:p>
          </p:txBody>
        </p:sp>
        <p:sp>
          <p:nvSpPr>
            <p:cNvPr id="169" name="rc169"/>
            <p:cNvSpPr/>
            <p:nvPr/>
          </p:nvSpPr>
          <p:spPr>
            <a:xfrm>
              <a:off x="219096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tx170"/>
            <p:cNvSpPr/>
            <p:nvPr/>
          </p:nvSpPr>
          <p:spPr>
            <a:xfrm>
              <a:off x="2217698" y="1051420"/>
              <a:ext cx="670614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MANDARINA</a:t>
              </a:r>
            </a:p>
          </p:txBody>
        </p:sp>
        <p:sp>
          <p:nvSpPr>
            <p:cNvPr id="171" name="rc171"/>
            <p:cNvSpPr/>
            <p:nvPr/>
          </p:nvSpPr>
          <p:spPr>
            <a:xfrm>
              <a:off x="298464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tx172"/>
            <p:cNvSpPr/>
            <p:nvPr/>
          </p:nvSpPr>
          <p:spPr>
            <a:xfrm>
              <a:off x="3085866" y="1050055"/>
              <a:ext cx="521637" cy="813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NARANJA</a:t>
              </a:r>
            </a:p>
          </p:txBody>
        </p:sp>
        <p:sp>
          <p:nvSpPr>
            <p:cNvPr id="173" name="rc173"/>
            <p:cNvSpPr/>
            <p:nvPr/>
          </p:nvSpPr>
          <p:spPr>
            <a:xfrm>
              <a:off x="377832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tx174"/>
            <p:cNvSpPr/>
            <p:nvPr/>
          </p:nvSpPr>
          <p:spPr>
            <a:xfrm>
              <a:off x="4062739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75" name="pl175"/>
            <p:cNvSpPr/>
            <p:nvPr/>
          </p:nvSpPr>
          <p:spPr>
            <a:xfrm>
              <a:off x="144116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l176"/>
            <p:cNvSpPr/>
            <p:nvPr/>
          </p:nvSpPr>
          <p:spPr>
            <a:xfrm>
              <a:off x="161470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l177"/>
            <p:cNvSpPr/>
            <p:nvPr/>
          </p:nvSpPr>
          <p:spPr>
            <a:xfrm>
              <a:off x="178824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l178"/>
            <p:cNvSpPr/>
            <p:nvPr/>
          </p:nvSpPr>
          <p:spPr>
            <a:xfrm>
              <a:off x="196179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tx179"/>
            <p:cNvSpPr/>
            <p:nvPr/>
          </p:nvSpPr>
          <p:spPr>
            <a:xfrm rot="-2700000">
              <a:off x="143777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0" name="tx180"/>
            <p:cNvSpPr/>
            <p:nvPr/>
          </p:nvSpPr>
          <p:spPr>
            <a:xfrm rot="-2700000">
              <a:off x="1611296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81" name="tx181"/>
            <p:cNvSpPr/>
            <p:nvPr/>
          </p:nvSpPr>
          <p:spPr>
            <a:xfrm rot="-2700000">
              <a:off x="178485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82" name="tx182"/>
            <p:cNvSpPr/>
            <p:nvPr/>
          </p:nvSpPr>
          <p:spPr>
            <a:xfrm rot="-2700000">
              <a:off x="195840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83" name="pl183"/>
            <p:cNvSpPr/>
            <p:nvPr/>
          </p:nvSpPr>
          <p:spPr>
            <a:xfrm>
              <a:off x="223484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240838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258192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275547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tx187"/>
            <p:cNvSpPr/>
            <p:nvPr/>
          </p:nvSpPr>
          <p:spPr>
            <a:xfrm rot="-2700000">
              <a:off x="223145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8" name="tx188"/>
            <p:cNvSpPr/>
            <p:nvPr/>
          </p:nvSpPr>
          <p:spPr>
            <a:xfrm rot="-2700000">
              <a:off x="2404976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89" name="tx189"/>
            <p:cNvSpPr/>
            <p:nvPr/>
          </p:nvSpPr>
          <p:spPr>
            <a:xfrm rot="-2700000">
              <a:off x="257853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0" name="tx190"/>
            <p:cNvSpPr/>
            <p:nvPr/>
          </p:nvSpPr>
          <p:spPr>
            <a:xfrm rot="-2700000">
              <a:off x="275208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1" name="pl191"/>
            <p:cNvSpPr/>
            <p:nvPr/>
          </p:nvSpPr>
          <p:spPr>
            <a:xfrm>
              <a:off x="302852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l192"/>
            <p:cNvSpPr/>
            <p:nvPr/>
          </p:nvSpPr>
          <p:spPr>
            <a:xfrm>
              <a:off x="320206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l193"/>
            <p:cNvSpPr/>
            <p:nvPr/>
          </p:nvSpPr>
          <p:spPr>
            <a:xfrm>
              <a:off x="337560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l194"/>
            <p:cNvSpPr/>
            <p:nvPr/>
          </p:nvSpPr>
          <p:spPr>
            <a:xfrm>
              <a:off x="354915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tx195"/>
            <p:cNvSpPr/>
            <p:nvPr/>
          </p:nvSpPr>
          <p:spPr>
            <a:xfrm rot="-2700000">
              <a:off x="302513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6" name="tx196"/>
            <p:cNvSpPr/>
            <p:nvPr/>
          </p:nvSpPr>
          <p:spPr>
            <a:xfrm rot="-2700000">
              <a:off x="3198656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7" name="tx197"/>
            <p:cNvSpPr/>
            <p:nvPr/>
          </p:nvSpPr>
          <p:spPr>
            <a:xfrm rot="-2700000">
              <a:off x="337221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8" name="tx198"/>
            <p:cNvSpPr/>
            <p:nvPr/>
          </p:nvSpPr>
          <p:spPr>
            <a:xfrm rot="-2700000">
              <a:off x="354576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9" name="pl199"/>
            <p:cNvSpPr/>
            <p:nvPr/>
          </p:nvSpPr>
          <p:spPr>
            <a:xfrm>
              <a:off x="382220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l200"/>
            <p:cNvSpPr/>
            <p:nvPr/>
          </p:nvSpPr>
          <p:spPr>
            <a:xfrm>
              <a:off x="399574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201"/>
            <p:cNvSpPr/>
            <p:nvPr/>
          </p:nvSpPr>
          <p:spPr>
            <a:xfrm>
              <a:off x="416928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434283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tx203"/>
            <p:cNvSpPr/>
            <p:nvPr/>
          </p:nvSpPr>
          <p:spPr>
            <a:xfrm rot="-2700000">
              <a:off x="381881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4" name="tx204"/>
            <p:cNvSpPr/>
            <p:nvPr/>
          </p:nvSpPr>
          <p:spPr>
            <a:xfrm rot="-2700000">
              <a:off x="3992335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05" name="tx205"/>
            <p:cNvSpPr/>
            <p:nvPr/>
          </p:nvSpPr>
          <p:spPr>
            <a:xfrm rot="-2700000">
              <a:off x="416589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06" name="tx206"/>
            <p:cNvSpPr/>
            <p:nvPr/>
          </p:nvSpPr>
          <p:spPr>
            <a:xfrm rot="-2700000">
              <a:off x="433944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1272494" y="310938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148183" y="2614843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1148183" y="2120414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1148183" y="1625930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900</a:t>
              </a:r>
            </a:p>
          </p:txBody>
        </p:sp>
        <p:sp>
          <p:nvSpPr>
            <p:cNvPr id="211" name="pl211"/>
            <p:cNvSpPr/>
            <p:nvPr/>
          </p:nvSpPr>
          <p:spPr>
            <a:xfrm>
              <a:off x="1362485" y="31510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l212"/>
            <p:cNvSpPr/>
            <p:nvPr/>
          </p:nvSpPr>
          <p:spPr>
            <a:xfrm>
              <a:off x="1362485" y="265658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l213"/>
            <p:cNvSpPr/>
            <p:nvPr/>
          </p:nvSpPr>
          <p:spPr>
            <a:xfrm>
              <a:off x="1362485" y="216210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l214"/>
            <p:cNvSpPr/>
            <p:nvPr/>
          </p:nvSpPr>
          <p:spPr>
            <a:xfrm>
              <a:off x="1362485" y="166762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tx215"/>
            <p:cNvSpPr/>
            <p:nvPr/>
          </p:nvSpPr>
          <p:spPr>
            <a:xfrm>
              <a:off x="2666523" y="3455132"/>
              <a:ext cx="566644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ADULTO</a:t>
              </a:r>
            </a:p>
          </p:txBody>
        </p:sp>
        <p:sp>
          <p:nvSpPr>
            <p:cNvPr id="216" name="tx216"/>
            <p:cNvSpPr/>
            <p:nvPr/>
          </p:nvSpPr>
          <p:spPr>
            <a:xfrm rot="-5400000">
              <a:off x="863422" y="217175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Presentación en pantalla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2021-03-26T03:52:09Z</dcterms:modified>
  <cp:category/>
</cp:coreProperties>
</file>