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212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2628800" y="335496"/>
            <a:ext cx="15985776" cy="3813584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1200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43155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45111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47066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397280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0222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42177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44133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46088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400988" y="1774216"/>
              <a:ext cx="2472" cy="13768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40346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0593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408405" y="3110873"/>
              <a:ext cx="2472" cy="402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41087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13350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41582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41829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420767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42324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42571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42818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43065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43312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43560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43807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44054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44301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44549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44796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45043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45290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45538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45785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46032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46279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46527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46774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47021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147268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1397280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1548457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1548457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1548457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548457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548457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56317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58273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60228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62184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548457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548457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548457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548457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5340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57295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159251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161206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1552165" y="2387269"/>
              <a:ext cx="2472" cy="76380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155463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155711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1559583" y="3110873"/>
              <a:ext cx="2472" cy="402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156205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1564527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156700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156947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157194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157441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157688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157936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158183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158430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158677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158925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159172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159419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159666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59914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160161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160408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160655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160903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161150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161397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161644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161891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162139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162386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A8331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1548457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1699634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1699634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1699634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1699634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1699634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171435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173391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175346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177301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1699634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1699634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1699634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1699634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170457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172413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174368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176324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1703343" y="1935017"/>
              <a:ext cx="2472" cy="12160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170581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170828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710760" y="3080722"/>
              <a:ext cx="2472" cy="703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71323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71570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71817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172064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172312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172559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172806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173053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173301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1735483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173795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174042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174290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174537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174784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175031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175279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175526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175773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176020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176267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176515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176762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177009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177256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rc147"/>
            <p:cNvSpPr/>
            <p:nvPr/>
          </p:nvSpPr>
          <p:spPr>
            <a:xfrm>
              <a:off x="177504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89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rc148"/>
            <p:cNvSpPr/>
            <p:nvPr/>
          </p:nvSpPr>
          <p:spPr>
            <a:xfrm>
              <a:off x="1699634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rc149"/>
            <p:cNvSpPr/>
            <p:nvPr/>
          </p:nvSpPr>
          <p:spPr>
            <a:xfrm>
              <a:off x="1850811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1850811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1850811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1850811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1850811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186553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188508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190464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19241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1850811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1850811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1850811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1850811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185575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187531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189486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191441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rc166"/>
            <p:cNvSpPr/>
            <p:nvPr/>
          </p:nvSpPr>
          <p:spPr>
            <a:xfrm>
              <a:off x="1854520" y="1844566"/>
              <a:ext cx="2472" cy="130650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rc167"/>
            <p:cNvSpPr/>
            <p:nvPr/>
          </p:nvSpPr>
          <p:spPr>
            <a:xfrm>
              <a:off x="185699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rc168"/>
            <p:cNvSpPr/>
            <p:nvPr/>
          </p:nvSpPr>
          <p:spPr>
            <a:xfrm>
              <a:off x="185946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rc169"/>
            <p:cNvSpPr/>
            <p:nvPr/>
          </p:nvSpPr>
          <p:spPr>
            <a:xfrm>
              <a:off x="1861937" y="3080722"/>
              <a:ext cx="2472" cy="703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rc170"/>
            <p:cNvSpPr/>
            <p:nvPr/>
          </p:nvSpPr>
          <p:spPr>
            <a:xfrm>
              <a:off x="186440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rc171"/>
            <p:cNvSpPr/>
            <p:nvPr/>
          </p:nvSpPr>
          <p:spPr>
            <a:xfrm>
              <a:off x="1866882" y="3110873"/>
              <a:ext cx="2472" cy="402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rc172"/>
            <p:cNvSpPr/>
            <p:nvPr/>
          </p:nvSpPr>
          <p:spPr>
            <a:xfrm>
              <a:off x="186935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rc173"/>
            <p:cNvSpPr/>
            <p:nvPr/>
          </p:nvSpPr>
          <p:spPr>
            <a:xfrm>
              <a:off x="187182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1874299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187677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rc176"/>
            <p:cNvSpPr/>
            <p:nvPr/>
          </p:nvSpPr>
          <p:spPr>
            <a:xfrm>
              <a:off x="187924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rc177"/>
            <p:cNvSpPr/>
            <p:nvPr/>
          </p:nvSpPr>
          <p:spPr>
            <a:xfrm>
              <a:off x="188171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188418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rc179"/>
            <p:cNvSpPr/>
            <p:nvPr/>
          </p:nvSpPr>
          <p:spPr>
            <a:xfrm>
              <a:off x="188666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rc180"/>
            <p:cNvSpPr/>
            <p:nvPr/>
          </p:nvSpPr>
          <p:spPr>
            <a:xfrm>
              <a:off x="188913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189160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rc182"/>
            <p:cNvSpPr/>
            <p:nvPr/>
          </p:nvSpPr>
          <p:spPr>
            <a:xfrm>
              <a:off x="189407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rc183"/>
            <p:cNvSpPr/>
            <p:nvPr/>
          </p:nvSpPr>
          <p:spPr>
            <a:xfrm>
              <a:off x="189655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rc184"/>
            <p:cNvSpPr/>
            <p:nvPr/>
          </p:nvSpPr>
          <p:spPr>
            <a:xfrm>
              <a:off x="189902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190149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rc186"/>
            <p:cNvSpPr/>
            <p:nvPr/>
          </p:nvSpPr>
          <p:spPr>
            <a:xfrm>
              <a:off x="190396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rc187"/>
            <p:cNvSpPr/>
            <p:nvPr/>
          </p:nvSpPr>
          <p:spPr>
            <a:xfrm>
              <a:off x="190643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rc188"/>
            <p:cNvSpPr/>
            <p:nvPr/>
          </p:nvSpPr>
          <p:spPr>
            <a:xfrm>
              <a:off x="190891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rc189"/>
            <p:cNvSpPr/>
            <p:nvPr/>
          </p:nvSpPr>
          <p:spPr>
            <a:xfrm>
              <a:off x="191138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rc190"/>
            <p:cNvSpPr/>
            <p:nvPr/>
          </p:nvSpPr>
          <p:spPr>
            <a:xfrm>
              <a:off x="191385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rc191"/>
            <p:cNvSpPr/>
            <p:nvPr/>
          </p:nvSpPr>
          <p:spPr>
            <a:xfrm>
              <a:off x="191632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rc192"/>
            <p:cNvSpPr/>
            <p:nvPr/>
          </p:nvSpPr>
          <p:spPr>
            <a:xfrm>
              <a:off x="191880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rc193"/>
            <p:cNvSpPr/>
            <p:nvPr/>
          </p:nvSpPr>
          <p:spPr>
            <a:xfrm>
              <a:off x="192127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194"/>
            <p:cNvSpPr/>
            <p:nvPr/>
          </p:nvSpPr>
          <p:spPr>
            <a:xfrm>
              <a:off x="192374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rc195"/>
            <p:cNvSpPr/>
            <p:nvPr/>
          </p:nvSpPr>
          <p:spPr>
            <a:xfrm>
              <a:off x="192621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09B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196"/>
            <p:cNvSpPr/>
            <p:nvPr/>
          </p:nvSpPr>
          <p:spPr>
            <a:xfrm>
              <a:off x="1850811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197"/>
            <p:cNvSpPr/>
            <p:nvPr/>
          </p:nvSpPr>
          <p:spPr>
            <a:xfrm>
              <a:off x="2001988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8" name="pl198"/>
            <p:cNvSpPr/>
            <p:nvPr/>
          </p:nvSpPr>
          <p:spPr>
            <a:xfrm>
              <a:off x="2001988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l199"/>
            <p:cNvSpPr/>
            <p:nvPr/>
          </p:nvSpPr>
          <p:spPr>
            <a:xfrm>
              <a:off x="2001988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l200"/>
            <p:cNvSpPr/>
            <p:nvPr/>
          </p:nvSpPr>
          <p:spPr>
            <a:xfrm>
              <a:off x="2001988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l201"/>
            <p:cNvSpPr/>
            <p:nvPr/>
          </p:nvSpPr>
          <p:spPr>
            <a:xfrm>
              <a:off x="2001988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202"/>
            <p:cNvSpPr/>
            <p:nvPr/>
          </p:nvSpPr>
          <p:spPr>
            <a:xfrm>
              <a:off x="201671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203"/>
            <p:cNvSpPr/>
            <p:nvPr/>
          </p:nvSpPr>
          <p:spPr>
            <a:xfrm>
              <a:off x="203626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204"/>
            <p:cNvSpPr/>
            <p:nvPr/>
          </p:nvSpPr>
          <p:spPr>
            <a:xfrm>
              <a:off x="205581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205"/>
            <p:cNvSpPr/>
            <p:nvPr/>
          </p:nvSpPr>
          <p:spPr>
            <a:xfrm>
              <a:off x="20753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l206"/>
            <p:cNvSpPr/>
            <p:nvPr/>
          </p:nvSpPr>
          <p:spPr>
            <a:xfrm>
              <a:off x="2001988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207"/>
            <p:cNvSpPr/>
            <p:nvPr/>
          </p:nvSpPr>
          <p:spPr>
            <a:xfrm>
              <a:off x="2001988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l208"/>
            <p:cNvSpPr/>
            <p:nvPr/>
          </p:nvSpPr>
          <p:spPr>
            <a:xfrm>
              <a:off x="2001988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l209"/>
            <p:cNvSpPr/>
            <p:nvPr/>
          </p:nvSpPr>
          <p:spPr>
            <a:xfrm>
              <a:off x="2001988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l210"/>
            <p:cNvSpPr/>
            <p:nvPr/>
          </p:nvSpPr>
          <p:spPr>
            <a:xfrm>
              <a:off x="200693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l211"/>
            <p:cNvSpPr/>
            <p:nvPr/>
          </p:nvSpPr>
          <p:spPr>
            <a:xfrm>
              <a:off x="202648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l212"/>
            <p:cNvSpPr/>
            <p:nvPr/>
          </p:nvSpPr>
          <p:spPr>
            <a:xfrm>
              <a:off x="204604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l213"/>
            <p:cNvSpPr/>
            <p:nvPr/>
          </p:nvSpPr>
          <p:spPr>
            <a:xfrm>
              <a:off x="20655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14"/>
            <p:cNvSpPr/>
            <p:nvPr/>
          </p:nvSpPr>
          <p:spPr>
            <a:xfrm>
              <a:off x="2005697" y="2899822"/>
              <a:ext cx="2472" cy="2512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15"/>
            <p:cNvSpPr/>
            <p:nvPr/>
          </p:nvSpPr>
          <p:spPr>
            <a:xfrm>
              <a:off x="200816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16"/>
            <p:cNvSpPr/>
            <p:nvPr/>
          </p:nvSpPr>
          <p:spPr>
            <a:xfrm>
              <a:off x="201064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17"/>
            <p:cNvSpPr/>
            <p:nvPr/>
          </p:nvSpPr>
          <p:spPr>
            <a:xfrm>
              <a:off x="2013114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18"/>
            <p:cNvSpPr/>
            <p:nvPr/>
          </p:nvSpPr>
          <p:spPr>
            <a:xfrm>
              <a:off x="201558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19"/>
            <p:cNvSpPr/>
            <p:nvPr/>
          </p:nvSpPr>
          <p:spPr>
            <a:xfrm>
              <a:off x="201805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220"/>
            <p:cNvSpPr/>
            <p:nvPr/>
          </p:nvSpPr>
          <p:spPr>
            <a:xfrm>
              <a:off x="202053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221"/>
            <p:cNvSpPr/>
            <p:nvPr/>
          </p:nvSpPr>
          <p:spPr>
            <a:xfrm>
              <a:off x="202300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222"/>
            <p:cNvSpPr/>
            <p:nvPr/>
          </p:nvSpPr>
          <p:spPr>
            <a:xfrm>
              <a:off x="202547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223"/>
            <p:cNvSpPr/>
            <p:nvPr/>
          </p:nvSpPr>
          <p:spPr>
            <a:xfrm>
              <a:off x="202794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224"/>
            <p:cNvSpPr/>
            <p:nvPr/>
          </p:nvSpPr>
          <p:spPr>
            <a:xfrm>
              <a:off x="203042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225"/>
            <p:cNvSpPr/>
            <p:nvPr/>
          </p:nvSpPr>
          <p:spPr>
            <a:xfrm>
              <a:off x="203289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226"/>
            <p:cNvSpPr/>
            <p:nvPr/>
          </p:nvSpPr>
          <p:spPr>
            <a:xfrm>
              <a:off x="203536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227"/>
            <p:cNvSpPr/>
            <p:nvPr/>
          </p:nvSpPr>
          <p:spPr>
            <a:xfrm>
              <a:off x="203783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228"/>
            <p:cNvSpPr/>
            <p:nvPr/>
          </p:nvSpPr>
          <p:spPr>
            <a:xfrm>
              <a:off x="204031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229"/>
            <p:cNvSpPr/>
            <p:nvPr/>
          </p:nvSpPr>
          <p:spPr>
            <a:xfrm>
              <a:off x="204278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230"/>
            <p:cNvSpPr/>
            <p:nvPr/>
          </p:nvSpPr>
          <p:spPr>
            <a:xfrm>
              <a:off x="204525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231"/>
            <p:cNvSpPr/>
            <p:nvPr/>
          </p:nvSpPr>
          <p:spPr>
            <a:xfrm>
              <a:off x="204772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232"/>
            <p:cNvSpPr/>
            <p:nvPr/>
          </p:nvSpPr>
          <p:spPr>
            <a:xfrm>
              <a:off x="205019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233"/>
            <p:cNvSpPr/>
            <p:nvPr/>
          </p:nvSpPr>
          <p:spPr>
            <a:xfrm>
              <a:off x="205267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234"/>
            <p:cNvSpPr/>
            <p:nvPr/>
          </p:nvSpPr>
          <p:spPr>
            <a:xfrm>
              <a:off x="205514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rc235"/>
            <p:cNvSpPr/>
            <p:nvPr/>
          </p:nvSpPr>
          <p:spPr>
            <a:xfrm>
              <a:off x="205761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rc236"/>
            <p:cNvSpPr/>
            <p:nvPr/>
          </p:nvSpPr>
          <p:spPr>
            <a:xfrm>
              <a:off x="206008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rc237"/>
            <p:cNvSpPr/>
            <p:nvPr/>
          </p:nvSpPr>
          <p:spPr>
            <a:xfrm>
              <a:off x="206256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rc238"/>
            <p:cNvSpPr/>
            <p:nvPr/>
          </p:nvSpPr>
          <p:spPr>
            <a:xfrm>
              <a:off x="206503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rc239"/>
            <p:cNvSpPr/>
            <p:nvPr/>
          </p:nvSpPr>
          <p:spPr>
            <a:xfrm>
              <a:off x="206750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rc240"/>
            <p:cNvSpPr/>
            <p:nvPr/>
          </p:nvSpPr>
          <p:spPr>
            <a:xfrm>
              <a:off x="206997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rc241"/>
            <p:cNvSpPr/>
            <p:nvPr/>
          </p:nvSpPr>
          <p:spPr>
            <a:xfrm>
              <a:off x="207245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rc242"/>
            <p:cNvSpPr/>
            <p:nvPr/>
          </p:nvSpPr>
          <p:spPr>
            <a:xfrm>
              <a:off x="207492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rc243"/>
            <p:cNvSpPr/>
            <p:nvPr/>
          </p:nvSpPr>
          <p:spPr>
            <a:xfrm>
              <a:off x="207739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3A5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rc244"/>
            <p:cNvSpPr/>
            <p:nvPr/>
          </p:nvSpPr>
          <p:spPr>
            <a:xfrm>
              <a:off x="2001988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rc245"/>
            <p:cNvSpPr/>
            <p:nvPr/>
          </p:nvSpPr>
          <p:spPr>
            <a:xfrm>
              <a:off x="2153165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6" name="pl246"/>
            <p:cNvSpPr/>
            <p:nvPr/>
          </p:nvSpPr>
          <p:spPr>
            <a:xfrm>
              <a:off x="2153165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l247"/>
            <p:cNvSpPr/>
            <p:nvPr/>
          </p:nvSpPr>
          <p:spPr>
            <a:xfrm>
              <a:off x="2153165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l248"/>
            <p:cNvSpPr/>
            <p:nvPr/>
          </p:nvSpPr>
          <p:spPr>
            <a:xfrm>
              <a:off x="2153165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249"/>
            <p:cNvSpPr/>
            <p:nvPr/>
          </p:nvSpPr>
          <p:spPr>
            <a:xfrm>
              <a:off x="2153165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250"/>
            <p:cNvSpPr/>
            <p:nvPr/>
          </p:nvSpPr>
          <p:spPr>
            <a:xfrm>
              <a:off x="216788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251"/>
            <p:cNvSpPr/>
            <p:nvPr/>
          </p:nvSpPr>
          <p:spPr>
            <a:xfrm>
              <a:off x="218744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252"/>
            <p:cNvSpPr/>
            <p:nvPr/>
          </p:nvSpPr>
          <p:spPr>
            <a:xfrm>
              <a:off x="22069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253"/>
            <p:cNvSpPr/>
            <p:nvPr/>
          </p:nvSpPr>
          <p:spPr>
            <a:xfrm>
              <a:off x="222655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254"/>
            <p:cNvSpPr/>
            <p:nvPr/>
          </p:nvSpPr>
          <p:spPr>
            <a:xfrm>
              <a:off x="2153165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255"/>
            <p:cNvSpPr/>
            <p:nvPr/>
          </p:nvSpPr>
          <p:spPr>
            <a:xfrm>
              <a:off x="2153165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256"/>
            <p:cNvSpPr/>
            <p:nvPr/>
          </p:nvSpPr>
          <p:spPr>
            <a:xfrm>
              <a:off x="2153165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257"/>
            <p:cNvSpPr/>
            <p:nvPr/>
          </p:nvSpPr>
          <p:spPr>
            <a:xfrm>
              <a:off x="2153165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258"/>
            <p:cNvSpPr/>
            <p:nvPr/>
          </p:nvSpPr>
          <p:spPr>
            <a:xfrm>
              <a:off x="215811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217766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260"/>
            <p:cNvSpPr/>
            <p:nvPr/>
          </p:nvSpPr>
          <p:spPr>
            <a:xfrm>
              <a:off x="219721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261"/>
            <p:cNvSpPr/>
            <p:nvPr/>
          </p:nvSpPr>
          <p:spPr>
            <a:xfrm>
              <a:off x="22167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rc262"/>
            <p:cNvSpPr/>
            <p:nvPr/>
          </p:nvSpPr>
          <p:spPr>
            <a:xfrm>
              <a:off x="2156874" y="1975217"/>
              <a:ext cx="2472" cy="11758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rc263"/>
            <p:cNvSpPr/>
            <p:nvPr/>
          </p:nvSpPr>
          <p:spPr>
            <a:xfrm>
              <a:off x="215934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rc264"/>
            <p:cNvSpPr/>
            <p:nvPr/>
          </p:nvSpPr>
          <p:spPr>
            <a:xfrm>
              <a:off x="216181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rc265"/>
            <p:cNvSpPr/>
            <p:nvPr/>
          </p:nvSpPr>
          <p:spPr>
            <a:xfrm>
              <a:off x="2164291" y="3100823"/>
              <a:ext cx="2472" cy="502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rc266"/>
            <p:cNvSpPr/>
            <p:nvPr/>
          </p:nvSpPr>
          <p:spPr>
            <a:xfrm>
              <a:off x="216676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rc267"/>
            <p:cNvSpPr/>
            <p:nvPr/>
          </p:nvSpPr>
          <p:spPr>
            <a:xfrm>
              <a:off x="216923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rc268"/>
            <p:cNvSpPr/>
            <p:nvPr/>
          </p:nvSpPr>
          <p:spPr>
            <a:xfrm>
              <a:off x="217170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rc269"/>
            <p:cNvSpPr/>
            <p:nvPr/>
          </p:nvSpPr>
          <p:spPr>
            <a:xfrm>
              <a:off x="217418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rc270"/>
            <p:cNvSpPr/>
            <p:nvPr/>
          </p:nvSpPr>
          <p:spPr>
            <a:xfrm>
              <a:off x="217665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rc271"/>
            <p:cNvSpPr/>
            <p:nvPr/>
          </p:nvSpPr>
          <p:spPr>
            <a:xfrm>
              <a:off x="217912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rc272"/>
            <p:cNvSpPr/>
            <p:nvPr/>
          </p:nvSpPr>
          <p:spPr>
            <a:xfrm>
              <a:off x="218159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rc273"/>
            <p:cNvSpPr/>
            <p:nvPr/>
          </p:nvSpPr>
          <p:spPr>
            <a:xfrm>
              <a:off x="218407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rc274"/>
            <p:cNvSpPr/>
            <p:nvPr/>
          </p:nvSpPr>
          <p:spPr>
            <a:xfrm>
              <a:off x="218654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rc275"/>
            <p:cNvSpPr/>
            <p:nvPr/>
          </p:nvSpPr>
          <p:spPr>
            <a:xfrm>
              <a:off x="218901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rc276"/>
            <p:cNvSpPr/>
            <p:nvPr/>
          </p:nvSpPr>
          <p:spPr>
            <a:xfrm>
              <a:off x="219148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rc277"/>
            <p:cNvSpPr/>
            <p:nvPr/>
          </p:nvSpPr>
          <p:spPr>
            <a:xfrm>
              <a:off x="219395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rc278"/>
            <p:cNvSpPr/>
            <p:nvPr/>
          </p:nvSpPr>
          <p:spPr>
            <a:xfrm>
              <a:off x="219643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rc279"/>
            <p:cNvSpPr/>
            <p:nvPr/>
          </p:nvSpPr>
          <p:spPr>
            <a:xfrm>
              <a:off x="219890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rc280"/>
            <p:cNvSpPr/>
            <p:nvPr/>
          </p:nvSpPr>
          <p:spPr>
            <a:xfrm>
              <a:off x="220137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rc281"/>
            <p:cNvSpPr/>
            <p:nvPr/>
          </p:nvSpPr>
          <p:spPr>
            <a:xfrm>
              <a:off x="220384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rc282"/>
            <p:cNvSpPr/>
            <p:nvPr/>
          </p:nvSpPr>
          <p:spPr>
            <a:xfrm>
              <a:off x="220632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rc283"/>
            <p:cNvSpPr/>
            <p:nvPr/>
          </p:nvSpPr>
          <p:spPr>
            <a:xfrm>
              <a:off x="220879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rc284"/>
            <p:cNvSpPr/>
            <p:nvPr/>
          </p:nvSpPr>
          <p:spPr>
            <a:xfrm>
              <a:off x="221126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rc285"/>
            <p:cNvSpPr/>
            <p:nvPr/>
          </p:nvSpPr>
          <p:spPr>
            <a:xfrm>
              <a:off x="221373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rc286"/>
            <p:cNvSpPr/>
            <p:nvPr/>
          </p:nvSpPr>
          <p:spPr>
            <a:xfrm>
              <a:off x="221621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rc287"/>
            <p:cNvSpPr/>
            <p:nvPr/>
          </p:nvSpPr>
          <p:spPr>
            <a:xfrm>
              <a:off x="221868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rc288"/>
            <p:cNvSpPr/>
            <p:nvPr/>
          </p:nvSpPr>
          <p:spPr>
            <a:xfrm>
              <a:off x="222115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rc289"/>
            <p:cNvSpPr/>
            <p:nvPr/>
          </p:nvSpPr>
          <p:spPr>
            <a:xfrm>
              <a:off x="222362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rc290"/>
            <p:cNvSpPr/>
            <p:nvPr/>
          </p:nvSpPr>
          <p:spPr>
            <a:xfrm>
              <a:off x="222610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rc291"/>
            <p:cNvSpPr/>
            <p:nvPr/>
          </p:nvSpPr>
          <p:spPr>
            <a:xfrm>
              <a:off x="222857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rc292"/>
            <p:cNvSpPr/>
            <p:nvPr/>
          </p:nvSpPr>
          <p:spPr>
            <a:xfrm>
              <a:off x="2153165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rc293"/>
            <p:cNvSpPr/>
            <p:nvPr/>
          </p:nvSpPr>
          <p:spPr>
            <a:xfrm>
              <a:off x="2304343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4" name="pl294"/>
            <p:cNvSpPr/>
            <p:nvPr/>
          </p:nvSpPr>
          <p:spPr>
            <a:xfrm>
              <a:off x="2304343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95"/>
            <p:cNvSpPr/>
            <p:nvPr/>
          </p:nvSpPr>
          <p:spPr>
            <a:xfrm>
              <a:off x="2304343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6"/>
            <p:cNvSpPr/>
            <p:nvPr/>
          </p:nvSpPr>
          <p:spPr>
            <a:xfrm>
              <a:off x="2304343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l297"/>
            <p:cNvSpPr/>
            <p:nvPr/>
          </p:nvSpPr>
          <p:spPr>
            <a:xfrm>
              <a:off x="2304343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l298"/>
            <p:cNvSpPr/>
            <p:nvPr/>
          </p:nvSpPr>
          <p:spPr>
            <a:xfrm>
              <a:off x="231906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l299"/>
            <p:cNvSpPr/>
            <p:nvPr/>
          </p:nvSpPr>
          <p:spPr>
            <a:xfrm>
              <a:off x="233861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l300"/>
            <p:cNvSpPr/>
            <p:nvPr/>
          </p:nvSpPr>
          <p:spPr>
            <a:xfrm>
              <a:off x="23581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301"/>
            <p:cNvSpPr/>
            <p:nvPr/>
          </p:nvSpPr>
          <p:spPr>
            <a:xfrm>
              <a:off x="237772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2304343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03"/>
            <p:cNvSpPr/>
            <p:nvPr/>
          </p:nvSpPr>
          <p:spPr>
            <a:xfrm>
              <a:off x="2304343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2304343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305"/>
            <p:cNvSpPr/>
            <p:nvPr/>
          </p:nvSpPr>
          <p:spPr>
            <a:xfrm>
              <a:off x="2304343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230928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232884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23483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309"/>
            <p:cNvSpPr/>
            <p:nvPr/>
          </p:nvSpPr>
          <p:spPr>
            <a:xfrm>
              <a:off x="236795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rc310"/>
            <p:cNvSpPr/>
            <p:nvPr/>
          </p:nvSpPr>
          <p:spPr>
            <a:xfrm>
              <a:off x="2308051" y="2196318"/>
              <a:ext cx="2472" cy="95475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rc311"/>
            <p:cNvSpPr/>
            <p:nvPr/>
          </p:nvSpPr>
          <p:spPr>
            <a:xfrm>
              <a:off x="231052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rc312"/>
            <p:cNvSpPr/>
            <p:nvPr/>
          </p:nvSpPr>
          <p:spPr>
            <a:xfrm>
              <a:off x="231299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rc313"/>
            <p:cNvSpPr/>
            <p:nvPr/>
          </p:nvSpPr>
          <p:spPr>
            <a:xfrm>
              <a:off x="2315468" y="3120923"/>
              <a:ext cx="2472" cy="301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rc314"/>
            <p:cNvSpPr/>
            <p:nvPr/>
          </p:nvSpPr>
          <p:spPr>
            <a:xfrm>
              <a:off x="231794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rc315"/>
            <p:cNvSpPr/>
            <p:nvPr/>
          </p:nvSpPr>
          <p:spPr>
            <a:xfrm>
              <a:off x="2320413" y="3110873"/>
              <a:ext cx="2472" cy="402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rc316"/>
            <p:cNvSpPr/>
            <p:nvPr/>
          </p:nvSpPr>
          <p:spPr>
            <a:xfrm>
              <a:off x="232288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rc317"/>
            <p:cNvSpPr/>
            <p:nvPr/>
          </p:nvSpPr>
          <p:spPr>
            <a:xfrm>
              <a:off x="232535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rc318"/>
            <p:cNvSpPr/>
            <p:nvPr/>
          </p:nvSpPr>
          <p:spPr>
            <a:xfrm>
              <a:off x="232783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rc319"/>
            <p:cNvSpPr/>
            <p:nvPr/>
          </p:nvSpPr>
          <p:spPr>
            <a:xfrm>
              <a:off x="233030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rc320"/>
            <p:cNvSpPr/>
            <p:nvPr/>
          </p:nvSpPr>
          <p:spPr>
            <a:xfrm>
              <a:off x="233277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rc321"/>
            <p:cNvSpPr/>
            <p:nvPr/>
          </p:nvSpPr>
          <p:spPr>
            <a:xfrm>
              <a:off x="233524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rc322"/>
            <p:cNvSpPr/>
            <p:nvPr/>
          </p:nvSpPr>
          <p:spPr>
            <a:xfrm>
              <a:off x="233772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rc323"/>
            <p:cNvSpPr/>
            <p:nvPr/>
          </p:nvSpPr>
          <p:spPr>
            <a:xfrm>
              <a:off x="234019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rc324"/>
            <p:cNvSpPr/>
            <p:nvPr/>
          </p:nvSpPr>
          <p:spPr>
            <a:xfrm>
              <a:off x="234266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rc325"/>
            <p:cNvSpPr/>
            <p:nvPr/>
          </p:nvSpPr>
          <p:spPr>
            <a:xfrm>
              <a:off x="234513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rc326"/>
            <p:cNvSpPr/>
            <p:nvPr/>
          </p:nvSpPr>
          <p:spPr>
            <a:xfrm>
              <a:off x="234760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rc327"/>
            <p:cNvSpPr/>
            <p:nvPr/>
          </p:nvSpPr>
          <p:spPr>
            <a:xfrm>
              <a:off x="235008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rc328"/>
            <p:cNvSpPr/>
            <p:nvPr/>
          </p:nvSpPr>
          <p:spPr>
            <a:xfrm>
              <a:off x="235255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rc329"/>
            <p:cNvSpPr/>
            <p:nvPr/>
          </p:nvSpPr>
          <p:spPr>
            <a:xfrm>
              <a:off x="235502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rc330"/>
            <p:cNvSpPr/>
            <p:nvPr/>
          </p:nvSpPr>
          <p:spPr>
            <a:xfrm>
              <a:off x="235749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rc331"/>
            <p:cNvSpPr/>
            <p:nvPr/>
          </p:nvSpPr>
          <p:spPr>
            <a:xfrm>
              <a:off x="235997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rc332"/>
            <p:cNvSpPr/>
            <p:nvPr/>
          </p:nvSpPr>
          <p:spPr>
            <a:xfrm>
              <a:off x="236244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rc333"/>
            <p:cNvSpPr/>
            <p:nvPr/>
          </p:nvSpPr>
          <p:spPr>
            <a:xfrm>
              <a:off x="236491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rc334"/>
            <p:cNvSpPr/>
            <p:nvPr/>
          </p:nvSpPr>
          <p:spPr>
            <a:xfrm>
              <a:off x="236738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rc335"/>
            <p:cNvSpPr/>
            <p:nvPr/>
          </p:nvSpPr>
          <p:spPr>
            <a:xfrm>
              <a:off x="236986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rc336"/>
            <p:cNvSpPr/>
            <p:nvPr/>
          </p:nvSpPr>
          <p:spPr>
            <a:xfrm>
              <a:off x="237233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rc337"/>
            <p:cNvSpPr/>
            <p:nvPr/>
          </p:nvSpPr>
          <p:spPr>
            <a:xfrm>
              <a:off x="237480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rc338"/>
            <p:cNvSpPr/>
            <p:nvPr/>
          </p:nvSpPr>
          <p:spPr>
            <a:xfrm>
              <a:off x="237727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rc339"/>
            <p:cNvSpPr/>
            <p:nvPr/>
          </p:nvSpPr>
          <p:spPr>
            <a:xfrm>
              <a:off x="237975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9B6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rc340"/>
            <p:cNvSpPr/>
            <p:nvPr/>
          </p:nvSpPr>
          <p:spPr>
            <a:xfrm>
              <a:off x="2304343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rc341"/>
            <p:cNvSpPr/>
            <p:nvPr/>
          </p:nvSpPr>
          <p:spPr>
            <a:xfrm>
              <a:off x="2455520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2" name="pl342"/>
            <p:cNvSpPr/>
            <p:nvPr/>
          </p:nvSpPr>
          <p:spPr>
            <a:xfrm>
              <a:off x="2455520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l343"/>
            <p:cNvSpPr/>
            <p:nvPr/>
          </p:nvSpPr>
          <p:spPr>
            <a:xfrm>
              <a:off x="2455520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l344"/>
            <p:cNvSpPr/>
            <p:nvPr/>
          </p:nvSpPr>
          <p:spPr>
            <a:xfrm>
              <a:off x="2455520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l345"/>
            <p:cNvSpPr/>
            <p:nvPr/>
          </p:nvSpPr>
          <p:spPr>
            <a:xfrm>
              <a:off x="2455520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l346"/>
            <p:cNvSpPr/>
            <p:nvPr/>
          </p:nvSpPr>
          <p:spPr>
            <a:xfrm>
              <a:off x="247024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l347"/>
            <p:cNvSpPr/>
            <p:nvPr/>
          </p:nvSpPr>
          <p:spPr>
            <a:xfrm>
              <a:off x="24897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l348"/>
            <p:cNvSpPr/>
            <p:nvPr/>
          </p:nvSpPr>
          <p:spPr>
            <a:xfrm>
              <a:off x="250935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l349"/>
            <p:cNvSpPr/>
            <p:nvPr/>
          </p:nvSpPr>
          <p:spPr>
            <a:xfrm>
              <a:off x="252890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l350"/>
            <p:cNvSpPr/>
            <p:nvPr/>
          </p:nvSpPr>
          <p:spPr>
            <a:xfrm>
              <a:off x="2455520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l351"/>
            <p:cNvSpPr/>
            <p:nvPr/>
          </p:nvSpPr>
          <p:spPr>
            <a:xfrm>
              <a:off x="2455520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l352"/>
            <p:cNvSpPr/>
            <p:nvPr/>
          </p:nvSpPr>
          <p:spPr>
            <a:xfrm>
              <a:off x="2455520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l353"/>
            <p:cNvSpPr/>
            <p:nvPr/>
          </p:nvSpPr>
          <p:spPr>
            <a:xfrm>
              <a:off x="2455520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l354"/>
            <p:cNvSpPr/>
            <p:nvPr/>
          </p:nvSpPr>
          <p:spPr>
            <a:xfrm>
              <a:off x="246046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l355"/>
            <p:cNvSpPr/>
            <p:nvPr/>
          </p:nvSpPr>
          <p:spPr>
            <a:xfrm>
              <a:off x="248001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l356"/>
            <p:cNvSpPr/>
            <p:nvPr/>
          </p:nvSpPr>
          <p:spPr>
            <a:xfrm>
              <a:off x="24995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l357"/>
            <p:cNvSpPr/>
            <p:nvPr/>
          </p:nvSpPr>
          <p:spPr>
            <a:xfrm>
              <a:off x="251912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rc358"/>
            <p:cNvSpPr/>
            <p:nvPr/>
          </p:nvSpPr>
          <p:spPr>
            <a:xfrm>
              <a:off x="2459228" y="1894817"/>
              <a:ext cx="2472" cy="12562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rc359"/>
            <p:cNvSpPr/>
            <p:nvPr/>
          </p:nvSpPr>
          <p:spPr>
            <a:xfrm>
              <a:off x="246170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rc360"/>
            <p:cNvSpPr/>
            <p:nvPr/>
          </p:nvSpPr>
          <p:spPr>
            <a:xfrm>
              <a:off x="246417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rc361"/>
            <p:cNvSpPr/>
            <p:nvPr/>
          </p:nvSpPr>
          <p:spPr>
            <a:xfrm>
              <a:off x="2466645" y="3100823"/>
              <a:ext cx="2472" cy="502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rc362"/>
            <p:cNvSpPr/>
            <p:nvPr/>
          </p:nvSpPr>
          <p:spPr>
            <a:xfrm>
              <a:off x="246911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rc363"/>
            <p:cNvSpPr/>
            <p:nvPr/>
          </p:nvSpPr>
          <p:spPr>
            <a:xfrm>
              <a:off x="247159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rc364"/>
            <p:cNvSpPr/>
            <p:nvPr/>
          </p:nvSpPr>
          <p:spPr>
            <a:xfrm>
              <a:off x="247406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rc365"/>
            <p:cNvSpPr/>
            <p:nvPr/>
          </p:nvSpPr>
          <p:spPr>
            <a:xfrm>
              <a:off x="247653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rc366"/>
            <p:cNvSpPr/>
            <p:nvPr/>
          </p:nvSpPr>
          <p:spPr>
            <a:xfrm>
              <a:off x="247900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rc367"/>
            <p:cNvSpPr/>
            <p:nvPr/>
          </p:nvSpPr>
          <p:spPr>
            <a:xfrm>
              <a:off x="248148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rc368"/>
            <p:cNvSpPr/>
            <p:nvPr/>
          </p:nvSpPr>
          <p:spPr>
            <a:xfrm>
              <a:off x="248395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rc369"/>
            <p:cNvSpPr/>
            <p:nvPr/>
          </p:nvSpPr>
          <p:spPr>
            <a:xfrm>
              <a:off x="2486424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rc370"/>
            <p:cNvSpPr/>
            <p:nvPr/>
          </p:nvSpPr>
          <p:spPr>
            <a:xfrm>
              <a:off x="248889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rc371"/>
            <p:cNvSpPr/>
            <p:nvPr/>
          </p:nvSpPr>
          <p:spPr>
            <a:xfrm>
              <a:off x="249136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rc372"/>
            <p:cNvSpPr/>
            <p:nvPr/>
          </p:nvSpPr>
          <p:spPr>
            <a:xfrm>
              <a:off x="249384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rc373"/>
            <p:cNvSpPr/>
            <p:nvPr/>
          </p:nvSpPr>
          <p:spPr>
            <a:xfrm>
              <a:off x="249631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rc374"/>
            <p:cNvSpPr/>
            <p:nvPr/>
          </p:nvSpPr>
          <p:spPr>
            <a:xfrm>
              <a:off x="249878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rc375"/>
            <p:cNvSpPr/>
            <p:nvPr/>
          </p:nvSpPr>
          <p:spPr>
            <a:xfrm>
              <a:off x="250125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rc376"/>
            <p:cNvSpPr/>
            <p:nvPr/>
          </p:nvSpPr>
          <p:spPr>
            <a:xfrm>
              <a:off x="250373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rc377"/>
            <p:cNvSpPr/>
            <p:nvPr/>
          </p:nvSpPr>
          <p:spPr>
            <a:xfrm>
              <a:off x="250620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rc378"/>
            <p:cNvSpPr/>
            <p:nvPr/>
          </p:nvSpPr>
          <p:spPr>
            <a:xfrm>
              <a:off x="250867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rc379"/>
            <p:cNvSpPr/>
            <p:nvPr/>
          </p:nvSpPr>
          <p:spPr>
            <a:xfrm>
              <a:off x="251114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rc380"/>
            <p:cNvSpPr/>
            <p:nvPr/>
          </p:nvSpPr>
          <p:spPr>
            <a:xfrm>
              <a:off x="251362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rc381"/>
            <p:cNvSpPr/>
            <p:nvPr/>
          </p:nvSpPr>
          <p:spPr>
            <a:xfrm>
              <a:off x="251609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rc382"/>
            <p:cNvSpPr/>
            <p:nvPr/>
          </p:nvSpPr>
          <p:spPr>
            <a:xfrm>
              <a:off x="251856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rc383"/>
            <p:cNvSpPr/>
            <p:nvPr/>
          </p:nvSpPr>
          <p:spPr>
            <a:xfrm>
              <a:off x="252103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rc384"/>
            <p:cNvSpPr/>
            <p:nvPr/>
          </p:nvSpPr>
          <p:spPr>
            <a:xfrm>
              <a:off x="252351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rc385"/>
            <p:cNvSpPr/>
            <p:nvPr/>
          </p:nvSpPr>
          <p:spPr>
            <a:xfrm>
              <a:off x="252598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rc386"/>
            <p:cNvSpPr/>
            <p:nvPr/>
          </p:nvSpPr>
          <p:spPr>
            <a:xfrm>
              <a:off x="252845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rc387"/>
            <p:cNvSpPr/>
            <p:nvPr/>
          </p:nvSpPr>
          <p:spPr>
            <a:xfrm>
              <a:off x="2530927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B4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rc388"/>
            <p:cNvSpPr/>
            <p:nvPr/>
          </p:nvSpPr>
          <p:spPr>
            <a:xfrm>
              <a:off x="2455520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rc389"/>
            <p:cNvSpPr/>
            <p:nvPr/>
          </p:nvSpPr>
          <p:spPr>
            <a:xfrm>
              <a:off x="2606697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0" name="pl390"/>
            <p:cNvSpPr/>
            <p:nvPr/>
          </p:nvSpPr>
          <p:spPr>
            <a:xfrm>
              <a:off x="2606697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l391"/>
            <p:cNvSpPr/>
            <p:nvPr/>
          </p:nvSpPr>
          <p:spPr>
            <a:xfrm>
              <a:off x="2606697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l392"/>
            <p:cNvSpPr/>
            <p:nvPr/>
          </p:nvSpPr>
          <p:spPr>
            <a:xfrm>
              <a:off x="2606697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l393"/>
            <p:cNvSpPr/>
            <p:nvPr/>
          </p:nvSpPr>
          <p:spPr>
            <a:xfrm>
              <a:off x="2606697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l394"/>
            <p:cNvSpPr/>
            <p:nvPr/>
          </p:nvSpPr>
          <p:spPr>
            <a:xfrm>
              <a:off x="262141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l395"/>
            <p:cNvSpPr/>
            <p:nvPr/>
          </p:nvSpPr>
          <p:spPr>
            <a:xfrm>
              <a:off x="26409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l396"/>
            <p:cNvSpPr/>
            <p:nvPr/>
          </p:nvSpPr>
          <p:spPr>
            <a:xfrm>
              <a:off x="266052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l397"/>
            <p:cNvSpPr/>
            <p:nvPr/>
          </p:nvSpPr>
          <p:spPr>
            <a:xfrm>
              <a:off x="268008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l398"/>
            <p:cNvSpPr/>
            <p:nvPr/>
          </p:nvSpPr>
          <p:spPr>
            <a:xfrm>
              <a:off x="2606697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l399"/>
            <p:cNvSpPr/>
            <p:nvPr/>
          </p:nvSpPr>
          <p:spPr>
            <a:xfrm>
              <a:off x="2606697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l400"/>
            <p:cNvSpPr/>
            <p:nvPr/>
          </p:nvSpPr>
          <p:spPr>
            <a:xfrm>
              <a:off x="2606697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l401"/>
            <p:cNvSpPr/>
            <p:nvPr/>
          </p:nvSpPr>
          <p:spPr>
            <a:xfrm>
              <a:off x="2606697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l402"/>
            <p:cNvSpPr/>
            <p:nvPr/>
          </p:nvSpPr>
          <p:spPr>
            <a:xfrm>
              <a:off x="261164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l403"/>
            <p:cNvSpPr/>
            <p:nvPr/>
          </p:nvSpPr>
          <p:spPr>
            <a:xfrm>
              <a:off x="26311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l404"/>
            <p:cNvSpPr/>
            <p:nvPr/>
          </p:nvSpPr>
          <p:spPr>
            <a:xfrm>
              <a:off x="265075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l405"/>
            <p:cNvSpPr/>
            <p:nvPr/>
          </p:nvSpPr>
          <p:spPr>
            <a:xfrm>
              <a:off x="267030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rc406"/>
            <p:cNvSpPr/>
            <p:nvPr/>
          </p:nvSpPr>
          <p:spPr>
            <a:xfrm>
              <a:off x="2610405" y="1291814"/>
              <a:ext cx="2472" cy="185925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rc407"/>
            <p:cNvSpPr/>
            <p:nvPr/>
          </p:nvSpPr>
          <p:spPr>
            <a:xfrm>
              <a:off x="261287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rc408"/>
            <p:cNvSpPr/>
            <p:nvPr/>
          </p:nvSpPr>
          <p:spPr>
            <a:xfrm>
              <a:off x="261535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rc409"/>
            <p:cNvSpPr/>
            <p:nvPr/>
          </p:nvSpPr>
          <p:spPr>
            <a:xfrm>
              <a:off x="2617822" y="3080722"/>
              <a:ext cx="2472" cy="703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rc410"/>
            <p:cNvSpPr/>
            <p:nvPr/>
          </p:nvSpPr>
          <p:spPr>
            <a:xfrm>
              <a:off x="262029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rc411"/>
            <p:cNvSpPr/>
            <p:nvPr/>
          </p:nvSpPr>
          <p:spPr>
            <a:xfrm>
              <a:off x="2622767" y="3130973"/>
              <a:ext cx="2472" cy="201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rc412"/>
            <p:cNvSpPr/>
            <p:nvPr/>
          </p:nvSpPr>
          <p:spPr>
            <a:xfrm>
              <a:off x="262524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rc413"/>
            <p:cNvSpPr/>
            <p:nvPr/>
          </p:nvSpPr>
          <p:spPr>
            <a:xfrm>
              <a:off x="262771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rc414"/>
            <p:cNvSpPr/>
            <p:nvPr/>
          </p:nvSpPr>
          <p:spPr>
            <a:xfrm>
              <a:off x="2630184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rc415"/>
            <p:cNvSpPr/>
            <p:nvPr/>
          </p:nvSpPr>
          <p:spPr>
            <a:xfrm>
              <a:off x="263265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rc416"/>
            <p:cNvSpPr/>
            <p:nvPr/>
          </p:nvSpPr>
          <p:spPr>
            <a:xfrm>
              <a:off x="263512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rc417"/>
            <p:cNvSpPr/>
            <p:nvPr/>
          </p:nvSpPr>
          <p:spPr>
            <a:xfrm>
              <a:off x="263760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rc418"/>
            <p:cNvSpPr/>
            <p:nvPr/>
          </p:nvSpPr>
          <p:spPr>
            <a:xfrm>
              <a:off x="264007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rc419"/>
            <p:cNvSpPr/>
            <p:nvPr/>
          </p:nvSpPr>
          <p:spPr>
            <a:xfrm>
              <a:off x="264254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rc420"/>
            <p:cNvSpPr/>
            <p:nvPr/>
          </p:nvSpPr>
          <p:spPr>
            <a:xfrm>
              <a:off x="264501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rc421"/>
            <p:cNvSpPr/>
            <p:nvPr/>
          </p:nvSpPr>
          <p:spPr>
            <a:xfrm>
              <a:off x="264749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rc422"/>
            <p:cNvSpPr/>
            <p:nvPr/>
          </p:nvSpPr>
          <p:spPr>
            <a:xfrm>
              <a:off x="264996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rc423"/>
            <p:cNvSpPr/>
            <p:nvPr/>
          </p:nvSpPr>
          <p:spPr>
            <a:xfrm>
              <a:off x="265243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rc424"/>
            <p:cNvSpPr/>
            <p:nvPr/>
          </p:nvSpPr>
          <p:spPr>
            <a:xfrm>
              <a:off x="265490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rc425"/>
            <p:cNvSpPr/>
            <p:nvPr/>
          </p:nvSpPr>
          <p:spPr>
            <a:xfrm>
              <a:off x="265738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rc426"/>
            <p:cNvSpPr/>
            <p:nvPr/>
          </p:nvSpPr>
          <p:spPr>
            <a:xfrm>
              <a:off x="265985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rc427"/>
            <p:cNvSpPr/>
            <p:nvPr/>
          </p:nvSpPr>
          <p:spPr>
            <a:xfrm>
              <a:off x="266232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rc428"/>
            <p:cNvSpPr/>
            <p:nvPr/>
          </p:nvSpPr>
          <p:spPr>
            <a:xfrm>
              <a:off x="266479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rc429"/>
            <p:cNvSpPr/>
            <p:nvPr/>
          </p:nvSpPr>
          <p:spPr>
            <a:xfrm>
              <a:off x="266727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rc430"/>
            <p:cNvSpPr/>
            <p:nvPr/>
          </p:nvSpPr>
          <p:spPr>
            <a:xfrm>
              <a:off x="266974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rc431"/>
            <p:cNvSpPr/>
            <p:nvPr/>
          </p:nvSpPr>
          <p:spPr>
            <a:xfrm>
              <a:off x="267221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rc432"/>
            <p:cNvSpPr/>
            <p:nvPr/>
          </p:nvSpPr>
          <p:spPr>
            <a:xfrm>
              <a:off x="267468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rc433"/>
            <p:cNvSpPr/>
            <p:nvPr/>
          </p:nvSpPr>
          <p:spPr>
            <a:xfrm>
              <a:off x="267715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rc434"/>
            <p:cNvSpPr/>
            <p:nvPr/>
          </p:nvSpPr>
          <p:spPr>
            <a:xfrm>
              <a:off x="267963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rc435"/>
            <p:cNvSpPr/>
            <p:nvPr/>
          </p:nvSpPr>
          <p:spPr>
            <a:xfrm>
              <a:off x="268210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7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rc436"/>
            <p:cNvSpPr/>
            <p:nvPr/>
          </p:nvSpPr>
          <p:spPr>
            <a:xfrm>
              <a:off x="2606697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rc437"/>
            <p:cNvSpPr/>
            <p:nvPr/>
          </p:nvSpPr>
          <p:spPr>
            <a:xfrm>
              <a:off x="2757874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8" name="pl438"/>
            <p:cNvSpPr/>
            <p:nvPr/>
          </p:nvSpPr>
          <p:spPr>
            <a:xfrm>
              <a:off x="2757874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l439"/>
            <p:cNvSpPr/>
            <p:nvPr/>
          </p:nvSpPr>
          <p:spPr>
            <a:xfrm>
              <a:off x="2757874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l440"/>
            <p:cNvSpPr/>
            <p:nvPr/>
          </p:nvSpPr>
          <p:spPr>
            <a:xfrm>
              <a:off x="2757874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l441"/>
            <p:cNvSpPr/>
            <p:nvPr/>
          </p:nvSpPr>
          <p:spPr>
            <a:xfrm>
              <a:off x="2757874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l442"/>
            <p:cNvSpPr/>
            <p:nvPr/>
          </p:nvSpPr>
          <p:spPr>
            <a:xfrm>
              <a:off x="27725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l443"/>
            <p:cNvSpPr/>
            <p:nvPr/>
          </p:nvSpPr>
          <p:spPr>
            <a:xfrm>
              <a:off x="279215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l444"/>
            <p:cNvSpPr/>
            <p:nvPr/>
          </p:nvSpPr>
          <p:spPr>
            <a:xfrm>
              <a:off x="281170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l445"/>
            <p:cNvSpPr/>
            <p:nvPr/>
          </p:nvSpPr>
          <p:spPr>
            <a:xfrm>
              <a:off x="283125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l446"/>
            <p:cNvSpPr/>
            <p:nvPr/>
          </p:nvSpPr>
          <p:spPr>
            <a:xfrm>
              <a:off x="2757874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l447"/>
            <p:cNvSpPr/>
            <p:nvPr/>
          </p:nvSpPr>
          <p:spPr>
            <a:xfrm>
              <a:off x="2757874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l448"/>
            <p:cNvSpPr/>
            <p:nvPr/>
          </p:nvSpPr>
          <p:spPr>
            <a:xfrm>
              <a:off x="2757874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l449"/>
            <p:cNvSpPr/>
            <p:nvPr/>
          </p:nvSpPr>
          <p:spPr>
            <a:xfrm>
              <a:off x="2757874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l450"/>
            <p:cNvSpPr/>
            <p:nvPr/>
          </p:nvSpPr>
          <p:spPr>
            <a:xfrm>
              <a:off x="276281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l451"/>
            <p:cNvSpPr/>
            <p:nvPr/>
          </p:nvSpPr>
          <p:spPr>
            <a:xfrm>
              <a:off x="27823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l452"/>
            <p:cNvSpPr/>
            <p:nvPr/>
          </p:nvSpPr>
          <p:spPr>
            <a:xfrm>
              <a:off x="280192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l453"/>
            <p:cNvSpPr/>
            <p:nvPr/>
          </p:nvSpPr>
          <p:spPr>
            <a:xfrm>
              <a:off x="282148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rc454"/>
            <p:cNvSpPr/>
            <p:nvPr/>
          </p:nvSpPr>
          <p:spPr>
            <a:xfrm>
              <a:off x="2761583" y="1402364"/>
              <a:ext cx="2472" cy="17487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rc455"/>
            <p:cNvSpPr/>
            <p:nvPr/>
          </p:nvSpPr>
          <p:spPr>
            <a:xfrm>
              <a:off x="276405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rc456"/>
            <p:cNvSpPr/>
            <p:nvPr/>
          </p:nvSpPr>
          <p:spPr>
            <a:xfrm>
              <a:off x="276652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rc457"/>
            <p:cNvSpPr/>
            <p:nvPr/>
          </p:nvSpPr>
          <p:spPr>
            <a:xfrm>
              <a:off x="2769000" y="3060622"/>
              <a:ext cx="2472" cy="904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rc458"/>
            <p:cNvSpPr/>
            <p:nvPr/>
          </p:nvSpPr>
          <p:spPr>
            <a:xfrm>
              <a:off x="277147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rc459"/>
            <p:cNvSpPr/>
            <p:nvPr/>
          </p:nvSpPr>
          <p:spPr>
            <a:xfrm>
              <a:off x="2773944" y="3130973"/>
              <a:ext cx="2472" cy="201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rc460"/>
            <p:cNvSpPr/>
            <p:nvPr/>
          </p:nvSpPr>
          <p:spPr>
            <a:xfrm>
              <a:off x="277641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rc461"/>
            <p:cNvSpPr/>
            <p:nvPr/>
          </p:nvSpPr>
          <p:spPr>
            <a:xfrm>
              <a:off x="277888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rc462"/>
            <p:cNvSpPr/>
            <p:nvPr/>
          </p:nvSpPr>
          <p:spPr>
            <a:xfrm>
              <a:off x="278136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rc463"/>
            <p:cNvSpPr/>
            <p:nvPr/>
          </p:nvSpPr>
          <p:spPr>
            <a:xfrm>
              <a:off x="278383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rc464"/>
            <p:cNvSpPr/>
            <p:nvPr/>
          </p:nvSpPr>
          <p:spPr>
            <a:xfrm>
              <a:off x="278630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rc465"/>
            <p:cNvSpPr/>
            <p:nvPr/>
          </p:nvSpPr>
          <p:spPr>
            <a:xfrm>
              <a:off x="278877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rc466"/>
            <p:cNvSpPr/>
            <p:nvPr/>
          </p:nvSpPr>
          <p:spPr>
            <a:xfrm>
              <a:off x="279125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rc467"/>
            <p:cNvSpPr/>
            <p:nvPr/>
          </p:nvSpPr>
          <p:spPr>
            <a:xfrm>
              <a:off x="279372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rc468"/>
            <p:cNvSpPr/>
            <p:nvPr/>
          </p:nvSpPr>
          <p:spPr>
            <a:xfrm>
              <a:off x="279619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rc469"/>
            <p:cNvSpPr/>
            <p:nvPr/>
          </p:nvSpPr>
          <p:spPr>
            <a:xfrm>
              <a:off x="279866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rc470"/>
            <p:cNvSpPr/>
            <p:nvPr/>
          </p:nvSpPr>
          <p:spPr>
            <a:xfrm>
              <a:off x="280114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rc471"/>
            <p:cNvSpPr/>
            <p:nvPr/>
          </p:nvSpPr>
          <p:spPr>
            <a:xfrm>
              <a:off x="280361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rc472"/>
            <p:cNvSpPr/>
            <p:nvPr/>
          </p:nvSpPr>
          <p:spPr>
            <a:xfrm>
              <a:off x="280608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rc473"/>
            <p:cNvSpPr/>
            <p:nvPr/>
          </p:nvSpPr>
          <p:spPr>
            <a:xfrm>
              <a:off x="280855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rc474"/>
            <p:cNvSpPr/>
            <p:nvPr/>
          </p:nvSpPr>
          <p:spPr>
            <a:xfrm>
              <a:off x="281103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rc475"/>
            <p:cNvSpPr/>
            <p:nvPr/>
          </p:nvSpPr>
          <p:spPr>
            <a:xfrm>
              <a:off x="281350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rc476"/>
            <p:cNvSpPr/>
            <p:nvPr/>
          </p:nvSpPr>
          <p:spPr>
            <a:xfrm>
              <a:off x="281597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rc477"/>
            <p:cNvSpPr/>
            <p:nvPr/>
          </p:nvSpPr>
          <p:spPr>
            <a:xfrm>
              <a:off x="281844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rc478"/>
            <p:cNvSpPr/>
            <p:nvPr/>
          </p:nvSpPr>
          <p:spPr>
            <a:xfrm>
              <a:off x="282091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rc479"/>
            <p:cNvSpPr/>
            <p:nvPr/>
          </p:nvSpPr>
          <p:spPr>
            <a:xfrm>
              <a:off x="282339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rc480"/>
            <p:cNvSpPr/>
            <p:nvPr/>
          </p:nvSpPr>
          <p:spPr>
            <a:xfrm>
              <a:off x="282586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rc481"/>
            <p:cNvSpPr/>
            <p:nvPr/>
          </p:nvSpPr>
          <p:spPr>
            <a:xfrm>
              <a:off x="282833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rc482"/>
            <p:cNvSpPr/>
            <p:nvPr/>
          </p:nvSpPr>
          <p:spPr>
            <a:xfrm>
              <a:off x="283080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rc483"/>
            <p:cNvSpPr/>
            <p:nvPr/>
          </p:nvSpPr>
          <p:spPr>
            <a:xfrm>
              <a:off x="283328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rc484"/>
            <p:cNvSpPr/>
            <p:nvPr/>
          </p:nvSpPr>
          <p:spPr>
            <a:xfrm>
              <a:off x="2757874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rc485"/>
            <p:cNvSpPr/>
            <p:nvPr/>
          </p:nvSpPr>
          <p:spPr>
            <a:xfrm>
              <a:off x="2909051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6" name="pl486"/>
            <p:cNvSpPr/>
            <p:nvPr/>
          </p:nvSpPr>
          <p:spPr>
            <a:xfrm>
              <a:off x="2909051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l487"/>
            <p:cNvSpPr/>
            <p:nvPr/>
          </p:nvSpPr>
          <p:spPr>
            <a:xfrm>
              <a:off x="2909051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l488"/>
            <p:cNvSpPr/>
            <p:nvPr/>
          </p:nvSpPr>
          <p:spPr>
            <a:xfrm>
              <a:off x="2909051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l489"/>
            <p:cNvSpPr/>
            <p:nvPr/>
          </p:nvSpPr>
          <p:spPr>
            <a:xfrm>
              <a:off x="2909051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l490"/>
            <p:cNvSpPr/>
            <p:nvPr/>
          </p:nvSpPr>
          <p:spPr>
            <a:xfrm>
              <a:off x="29237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l491"/>
            <p:cNvSpPr/>
            <p:nvPr/>
          </p:nvSpPr>
          <p:spPr>
            <a:xfrm>
              <a:off x="294332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l492"/>
            <p:cNvSpPr/>
            <p:nvPr/>
          </p:nvSpPr>
          <p:spPr>
            <a:xfrm>
              <a:off x="296288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l493"/>
            <p:cNvSpPr/>
            <p:nvPr/>
          </p:nvSpPr>
          <p:spPr>
            <a:xfrm>
              <a:off x="298243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l494"/>
            <p:cNvSpPr/>
            <p:nvPr/>
          </p:nvSpPr>
          <p:spPr>
            <a:xfrm>
              <a:off x="2909051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l495"/>
            <p:cNvSpPr/>
            <p:nvPr/>
          </p:nvSpPr>
          <p:spPr>
            <a:xfrm>
              <a:off x="2909051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l496"/>
            <p:cNvSpPr/>
            <p:nvPr/>
          </p:nvSpPr>
          <p:spPr>
            <a:xfrm>
              <a:off x="2909051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l497"/>
            <p:cNvSpPr/>
            <p:nvPr/>
          </p:nvSpPr>
          <p:spPr>
            <a:xfrm>
              <a:off x="2909051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l498"/>
            <p:cNvSpPr/>
            <p:nvPr/>
          </p:nvSpPr>
          <p:spPr>
            <a:xfrm>
              <a:off x="291399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l499"/>
            <p:cNvSpPr/>
            <p:nvPr/>
          </p:nvSpPr>
          <p:spPr>
            <a:xfrm>
              <a:off x="293355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l500"/>
            <p:cNvSpPr/>
            <p:nvPr/>
          </p:nvSpPr>
          <p:spPr>
            <a:xfrm>
              <a:off x="295310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l501"/>
            <p:cNvSpPr/>
            <p:nvPr/>
          </p:nvSpPr>
          <p:spPr>
            <a:xfrm>
              <a:off x="297265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rc502"/>
            <p:cNvSpPr/>
            <p:nvPr/>
          </p:nvSpPr>
          <p:spPr>
            <a:xfrm>
              <a:off x="2912760" y="2306869"/>
              <a:ext cx="2472" cy="8442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rc503"/>
            <p:cNvSpPr/>
            <p:nvPr/>
          </p:nvSpPr>
          <p:spPr>
            <a:xfrm>
              <a:off x="291523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rc504"/>
            <p:cNvSpPr/>
            <p:nvPr/>
          </p:nvSpPr>
          <p:spPr>
            <a:xfrm>
              <a:off x="291770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rc505"/>
            <p:cNvSpPr/>
            <p:nvPr/>
          </p:nvSpPr>
          <p:spPr>
            <a:xfrm>
              <a:off x="2920177" y="3090772"/>
              <a:ext cx="2472" cy="603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rc506"/>
            <p:cNvSpPr/>
            <p:nvPr/>
          </p:nvSpPr>
          <p:spPr>
            <a:xfrm>
              <a:off x="292264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rc507"/>
            <p:cNvSpPr/>
            <p:nvPr/>
          </p:nvSpPr>
          <p:spPr>
            <a:xfrm>
              <a:off x="292512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rc508"/>
            <p:cNvSpPr/>
            <p:nvPr/>
          </p:nvSpPr>
          <p:spPr>
            <a:xfrm>
              <a:off x="292759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rc509"/>
            <p:cNvSpPr/>
            <p:nvPr/>
          </p:nvSpPr>
          <p:spPr>
            <a:xfrm>
              <a:off x="293006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rc510"/>
            <p:cNvSpPr/>
            <p:nvPr/>
          </p:nvSpPr>
          <p:spPr>
            <a:xfrm>
              <a:off x="2932539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rc511"/>
            <p:cNvSpPr/>
            <p:nvPr/>
          </p:nvSpPr>
          <p:spPr>
            <a:xfrm>
              <a:off x="293501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rc512"/>
            <p:cNvSpPr/>
            <p:nvPr/>
          </p:nvSpPr>
          <p:spPr>
            <a:xfrm>
              <a:off x="293748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rc513"/>
            <p:cNvSpPr/>
            <p:nvPr/>
          </p:nvSpPr>
          <p:spPr>
            <a:xfrm>
              <a:off x="293995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rc514"/>
            <p:cNvSpPr/>
            <p:nvPr/>
          </p:nvSpPr>
          <p:spPr>
            <a:xfrm>
              <a:off x="294242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rc515"/>
            <p:cNvSpPr/>
            <p:nvPr/>
          </p:nvSpPr>
          <p:spPr>
            <a:xfrm>
              <a:off x="294490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rc516"/>
            <p:cNvSpPr/>
            <p:nvPr/>
          </p:nvSpPr>
          <p:spPr>
            <a:xfrm>
              <a:off x="294737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rc517"/>
            <p:cNvSpPr/>
            <p:nvPr/>
          </p:nvSpPr>
          <p:spPr>
            <a:xfrm>
              <a:off x="294984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rc518"/>
            <p:cNvSpPr/>
            <p:nvPr/>
          </p:nvSpPr>
          <p:spPr>
            <a:xfrm>
              <a:off x="295231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rc519"/>
            <p:cNvSpPr/>
            <p:nvPr/>
          </p:nvSpPr>
          <p:spPr>
            <a:xfrm>
              <a:off x="295479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rc520"/>
            <p:cNvSpPr/>
            <p:nvPr/>
          </p:nvSpPr>
          <p:spPr>
            <a:xfrm>
              <a:off x="295726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rc521"/>
            <p:cNvSpPr/>
            <p:nvPr/>
          </p:nvSpPr>
          <p:spPr>
            <a:xfrm>
              <a:off x="295973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rc522"/>
            <p:cNvSpPr/>
            <p:nvPr/>
          </p:nvSpPr>
          <p:spPr>
            <a:xfrm>
              <a:off x="296220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rc523"/>
            <p:cNvSpPr/>
            <p:nvPr/>
          </p:nvSpPr>
          <p:spPr>
            <a:xfrm>
              <a:off x="296467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rc524"/>
            <p:cNvSpPr/>
            <p:nvPr/>
          </p:nvSpPr>
          <p:spPr>
            <a:xfrm>
              <a:off x="296715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rc525"/>
            <p:cNvSpPr/>
            <p:nvPr/>
          </p:nvSpPr>
          <p:spPr>
            <a:xfrm>
              <a:off x="296962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rc526"/>
            <p:cNvSpPr/>
            <p:nvPr/>
          </p:nvSpPr>
          <p:spPr>
            <a:xfrm>
              <a:off x="297209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rc527"/>
            <p:cNvSpPr/>
            <p:nvPr/>
          </p:nvSpPr>
          <p:spPr>
            <a:xfrm>
              <a:off x="297456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rc528"/>
            <p:cNvSpPr/>
            <p:nvPr/>
          </p:nvSpPr>
          <p:spPr>
            <a:xfrm>
              <a:off x="297704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rc529"/>
            <p:cNvSpPr/>
            <p:nvPr/>
          </p:nvSpPr>
          <p:spPr>
            <a:xfrm>
              <a:off x="297951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rc530"/>
            <p:cNvSpPr/>
            <p:nvPr/>
          </p:nvSpPr>
          <p:spPr>
            <a:xfrm>
              <a:off x="298198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rc531"/>
            <p:cNvSpPr/>
            <p:nvPr/>
          </p:nvSpPr>
          <p:spPr>
            <a:xfrm>
              <a:off x="298445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rc532"/>
            <p:cNvSpPr/>
            <p:nvPr/>
          </p:nvSpPr>
          <p:spPr>
            <a:xfrm>
              <a:off x="2909051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rc533"/>
            <p:cNvSpPr/>
            <p:nvPr/>
          </p:nvSpPr>
          <p:spPr>
            <a:xfrm>
              <a:off x="3060228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4" name="pl534"/>
            <p:cNvSpPr/>
            <p:nvPr/>
          </p:nvSpPr>
          <p:spPr>
            <a:xfrm>
              <a:off x="3060228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l535"/>
            <p:cNvSpPr/>
            <p:nvPr/>
          </p:nvSpPr>
          <p:spPr>
            <a:xfrm>
              <a:off x="3060228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l536"/>
            <p:cNvSpPr/>
            <p:nvPr/>
          </p:nvSpPr>
          <p:spPr>
            <a:xfrm>
              <a:off x="3060228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l537"/>
            <p:cNvSpPr/>
            <p:nvPr/>
          </p:nvSpPr>
          <p:spPr>
            <a:xfrm>
              <a:off x="3060228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l538"/>
            <p:cNvSpPr/>
            <p:nvPr/>
          </p:nvSpPr>
          <p:spPr>
            <a:xfrm>
              <a:off x="307495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l539"/>
            <p:cNvSpPr/>
            <p:nvPr/>
          </p:nvSpPr>
          <p:spPr>
            <a:xfrm>
              <a:off x="309450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l540"/>
            <p:cNvSpPr/>
            <p:nvPr/>
          </p:nvSpPr>
          <p:spPr>
            <a:xfrm>
              <a:off x="311405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l541"/>
            <p:cNvSpPr/>
            <p:nvPr/>
          </p:nvSpPr>
          <p:spPr>
            <a:xfrm>
              <a:off x="31336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l542"/>
            <p:cNvSpPr/>
            <p:nvPr/>
          </p:nvSpPr>
          <p:spPr>
            <a:xfrm>
              <a:off x="3060228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l543"/>
            <p:cNvSpPr/>
            <p:nvPr/>
          </p:nvSpPr>
          <p:spPr>
            <a:xfrm>
              <a:off x="3060228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l544"/>
            <p:cNvSpPr/>
            <p:nvPr/>
          </p:nvSpPr>
          <p:spPr>
            <a:xfrm>
              <a:off x="3060228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l545"/>
            <p:cNvSpPr/>
            <p:nvPr/>
          </p:nvSpPr>
          <p:spPr>
            <a:xfrm>
              <a:off x="3060228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l546"/>
            <p:cNvSpPr/>
            <p:nvPr/>
          </p:nvSpPr>
          <p:spPr>
            <a:xfrm>
              <a:off x="306517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l547"/>
            <p:cNvSpPr/>
            <p:nvPr/>
          </p:nvSpPr>
          <p:spPr>
            <a:xfrm>
              <a:off x="308472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l548"/>
            <p:cNvSpPr/>
            <p:nvPr/>
          </p:nvSpPr>
          <p:spPr>
            <a:xfrm>
              <a:off x="310428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l549"/>
            <p:cNvSpPr/>
            <p:nvPr/>
          </p:nvSpPr>
          <p:spPr>
            <a:xfrm>
              <a:off x="312383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rc550"/>
            <p:cNvSpPr/>
            <p:nvPr/>
          </p:nvSpPr>
          <p:spPr>
            <a:xfrm>
              <a:off x="3063937" y="2779221"/>
              <a:ext cx="2472" cy="3718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rc551"/>
            <p:cNvSpPr/>
            <p:nvPr/>
          </p:nvSpPr>
          <p:spPr>
            <a:xfrm>
              <a:off x="306640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rc552"/>
            <p:cNvSpPr/>
            <p:nvPr/>
          </p:nvSpPr>
          <p:spPr>
            <a:xfrm>
              <a:off x="306888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rc553"/>
            <p:cNvSpPr/>
            <p:nvPr/>
          </p:nvSpPr>
          <p:spPr>
            <a:xfrm>
              <a:off x="307135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rc554"/>
            <p:cNvSpPr/>
            <p:nvPr/>
          </p:nvSpPr>
          <p:spPr>
            <a:xfrm>
              <a:off x="307382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rc555"/>
            <p:cNvSpPr/>
            <p:nvPr/>
          </p:nvSpPr>
          <p:spPr>
            <a:xfrm>
              <a:off x="307629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rc556"/>
            <p:cNvSpPr/>
            <p:nvPr/>
          </p:nvSpPr>
          <p:spPr>
            <a:xfrm>
              <a:off x="307877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rc557"/>
            <p:cNvSpPr/>
            <p:nvPr/>
          </p:nvSpPr>
          <p:spPr>
            <a:xfrm>
              <a:off x="308124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rc558"/>
            <p:cNvSpPr/>
            <p:nvPr/>
          </p:nvSpPr>
          <p:spPr>
            <a:xfrm>
              <a:off x="308371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rc559"/>
            <p:cNvSpPr/>
            <p:nvPr/>
          </p:nvSpPr>
          <p:spPr>
            <a:xfrm>
              <a:off x="308618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rc560"/>
            <p:cNvSpPr/>
            <p:nvPr/>
          </p:nvSpPr>
          <p:spPr>
            <a:xfrm>
              <a:off x="308866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rc561"/>
            <p:cNvSpPr/>
            <p:nvPr/>
          </p:nvSpPr>
          <p:spPr>
            <a:xfrm>
              <a:off x="309113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rc562"/>
            <p:cNvSpPr/>
            <p:nvPr/>
          </p:nvSpPr>
          <p:spPr>
            <a:xfrm>
              <a:off x="309360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rc563"/>
            <p:cNvSpPr/>
            <p:nvPr/>
          </p:nvSpPr>
          <p:spPr>
            <a:xfrm>
              <a:off x="309607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rc564"/>
            <p:cNvSpPr/>
            <p:nvPr/>
          </p:nvSpPr>
          <p:spPr>
            <a:xfrm>
              <a:off x="309855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rc565"/>
            <p:cNvSpPr/>
            <p:nvPr/>
          </p:nvSpPr>
          <p:spPr>
            <a:xfrm>
              <a:off x="310102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rc566"/>
            <p:cNvSpPr/>
            <p:nvPr/>
          </p:nvSpPr>
          <p:spPr>
            <a:xfrm>
              <a:off x="310349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rc567"/>
            <p:cNvSpPr/>
            <p:nvPr/>
          </p:nvSpPr>
          <p:spPr>
            <a:xfrm>
              <a:off x="310596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rc568"/>
            <p:cNvSpPr/>
            <p:nvPr/>
          </p:nvSpPr>
          <p:spPr>
            <a:xfrm>
              <a:off x="310843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rc569"/>
            <p:cNvSpPr/>
            <p:nvPr/>
          </p:nvSpPr>
          <p:spPr>
            <a:xfrm>
              <a:off x="311091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rc570"/>
            <p:cNvSpPr/>
            <p:nvPr/>
          </p:nvSpPr>
          <p:spPr>
            <a:xfrm>
              <a:off x="311338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rc571"/>
            <p:cNvSpPr/>
            <p:nvPr/>
          </p:nvSpPr>
          <p:spPr>
            <a:xfrm>
              <a:off x="311585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rc572"/>
            <p:cNvSpPr/>
            <p:nvPr/>
          </p:nvSpPr>
          <p:spPr>
            <a:xfrm>
              <a:off x="311832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rc573"/>
            <p:cNvSpPr/>
            <p:nvPr/>
          </p:nvSpPr>
          <p:spPr>
            <a:xfrm>
              <a:off x="312080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rc574"/>
            <p:cNvSpPr/>
            <p:nvPr/>
          </p:nvSpPr>
          <p:spPr>
            <a:xfrm>
              <a:off x="312327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rc575"/>
            <p:cNvSpPr/>
            <p:nvPr/>
          </p:nvSpPr>
          <p:spPr>
            <a:xfrm>
              <a:off x="312574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rc576"/>
            <p:cNvSpPr/>
            <p:nvPr/>
          </p:nvSpPr>
          <p:spPr>
            <a:xfrm>
              <a:off x="312821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rc577"/>
            <p:cNvSpPr/>
            <p:nvPr/>
          </p:nvSpPr>
          <p:spPr>
            <a:xfrm>
              <a:off x="313069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rc578"/>
            <p:cNvSpPr/>
            <p:nvPr/>
          </p:nvSpPr>
          <p:spPr>
            <a:xfrm>
              <a:off x="313316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rc579"/>
            <p:cNvSpPr/>
            <p:nvPr/>
          </p:nvSpPr>
          <p:spPr>
            <a:xfrm>
              <a:off x="313563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rc580"/>
            <p:cNvSpPr/>
            <p:nvPr/>
          </p:nvSpPr>
          <p:spPr>
            <a:xfrm>
              <a:off x="3060228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rc581"/>
            <p:cNvSpPr/>
            <p:nvPr/>
          </p:nvSpPr>
          <p:spPr>
            <a:xfrm>
              <a:off x="3211405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82" name="pl582"/>
            <p:cNvSpPr/>
            <p:nvPr/>
          </p:nvSpPr>
          <p:spPr>
            <a:xfrm>
              <a:off x="3211405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l583"/>
            <p:cNvSpPr/>
            <p:nvPr/>
          </p:nvSpPr>
          <p:spPr>
            <a:xfrm>
              <a:off x="3211405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l584"/>
            <p:cNvSpPr/>
            <p:nvPr/>
          </p:nvSpPr>
          <p:spPr>
            <a:xfrm>
              <a:off x="3211405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l585"/>
            <p:cNvSpPr/>
            <p:nvPr/>
          </p:nvSpPr>
          <p:spPr>
            <a:xfrm>
              <a:off x="3211405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l586"/>
            <p:cNvSpPr/>
            <p:nvPr/>
          </p:nvSpPr>
          <p:spPr>
            <a:xfrm>
              <a:off x="322612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l587"/>
            <p:cNvSpPr/>
            <p:nvPr/>
          </p:nvSpPr>
          <p:spPr>
            <a:xfrm>
              <a:off x="324568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l588"/>
            <p:cNvSpPr/>
            <p:nvPr/>
          </p:nvSpPr>
          <p:spPr>
            <a:xfrm>
              <a:off x="326523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l589"/>
            <p:cNvSpPr/>
            <p:nvPr/>
          </p:nvSpPr>
          <p:spPr>
            <a:xfrm>
              <a:off x="328479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l590"/>
            <p:cNvSpPr/>
            <p:nvPr/>
          </p:nvSpPr>
          <p:spPr>
            <a:xfrm>
              <a:off x="3211405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l591"/>
            <p:cNvSpPr/>
            <p:nvPr/>
          </p:nvSpPr>
          <p:spPr>
            <a:xfrm>
              <a:off x="3211405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l592"/>
            <p:cNvSpPr/>
            <p:nvPr/>
          </p:nvSpPr>
          <p:spPr>
            <a:xfrm>
              <a:off x="3211405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l593"/>
            <p:cNvSpPr/>
            <p:nvPr/>
          </p:nvSpPr>
          <p:spPr>
            <a:xfrm>
              <a:off x="3211405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l594"/>
            <p:cNvSpPr/>
            <p:nvPr/>
          </p:nvSpPr>
          <p:spPr>
            <a:xfrm>
              <a:off x="321635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l595"/>
            <p:cNvSpPr/>
            <p:nvPr/>
          </p:nvSpPr>
          <p:spPr>
            <a:xfrm>
              <a:off x="323590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l596"/>
            <p:cNvSpPr/>
            <p:nvPr/>
          </p:nvSpPr>
          <p:spPr>
            <a:xfrm>
              <a:off x="325545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l597"/>
            <p:cNvSpPr/>
            <p:nvPr/>
          </p:nvSpPr>
          <p:spPr>
            <a:xfrm>
              <a:off x="32750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rc598"/>
            <p:cNvSpPr/>
            <p:nvPr/>
          </p:nvSpPr>
          <p:spPr>
            <a:xfrm>
              <a:off x="3215114" y="2075718"/>
              <a:ext cx="2472" cy="10753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rc599"/>
            <p:cNvSpPr/>
            <p:nvPr/>
          </p:nvSpPr>
          <p:spPr>
            <a:xfrm>
              <a:off x="321758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rc600"/>
            <p:cNvSpPr/>
            <p:nvPr/>
          </p:nvSpPr>
          <p:spPr>
            <a:xfrm>
              <a:off x="322005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rc601"/>
            <p:cNvSpPr/>
            <p:nvPr/>
          </p:nvSpPr>
          <p:spPr>
            <a:xfrm>
              <a:off x="3222531" y="3100823"/>
              <a:ext cx="2472" cy="502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rc602"/>
            <p:cNvSpPr/>
            <p:nvPr/>
          </p:nvSpPr>
          <p:spPr>
            <a:xfrm>
              <a:off x="322500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rc603"/>
            <p:cNvSpPr/>
            <p:nvPr/>
          </p:nvSpPr>
          <p:spPr>
            <a:xfrm>
              <a:off x="3227476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rc604"/>
            <p:cNvSpPr/>
            <p:nvPr/>
          </p:nvSpPr>
          <p:spPr>
            <a:xfrm>
              <a:off x="322994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rc605"/>
            <p:cNvSpPr/>
            <p:nvPr/>
          </p:nvSpPr>
          <p:spPr>
            <a:xfrm>
              <a:off x="323242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rc606"/>
            <p:cNvSpPr/>
            <p:nvPr/>
          </p:nvSpPr>
          <p:spPr>
            <a:xfrm>
              <a:off x="323489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rc607"/>
            <p:cNvSpPr/>
            <p:nvPr/>
          </p:nvSpPr>
          <p:spPr>
            <a:xfrm>
              <a:off x="323736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rc608"/>
            <p:cNvSpPr/>
            <p:nvPr/>
          </p:nvSpPr>
          <p:spPr>
            <a:xfrm>
              <a:off x="323983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rc609"/>
            <p:cNvSpPr/>
            <p:nvPr/>
          </p:nvSpPr>
          <p:spPr>
            <a:xfrm>
              <a:off x="324231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rc610"/>
            <p:cNvSpPr/>
            <p:nvPr/>
          </p:nvSpPr>
          <p:spPr>
            <a:xfrm>
              <a:off x="324478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rc611"/>
            <p:cNvSpPr/>
            <p:nvPr/>
          </p:nvSpPr>
          <p:spPr>
            <a:xfrm>
              <a:off x="324725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rc612"/>
            <p:cNvSpPr/>
            <p:nvPr/>
          </p:nvSpPr>
          <p:spPr>
            <a:xfrm>
              <a:off x="324972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rc613"/>
            <p:cNvSpPr/>
            <p:nvPr/>
          </p:nvSpPr>
          <p:spPr>
            <a:xfrm>
              <a:off x="325219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rc614"/>
            <p:cNvSpPr/>
            <p:nvPr/>
          </p:nvSpPr>
          <p:spPr>
            <a:xfrm>
              <a:off x="325467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rc615"/>
            <p:cNvSpPr/>
            <p:nvPr/>
          </p:nvSpPr>
          <p:spPr>
            <a:xfrm>
              <a:off x="325714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rc616"/>
            <p:cNvSpPr/>
            <p:nvPr/>
          </p:nvSpPr>
          <p:spPr>
            <a:xfrm>
              <a:off x="325961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rc617"/>
            <p:cNvSpPr/>
            <p:nvPr/>
          </p:nvSpPr>
          <p:spPr>
            <a:xfrm>
              <a:off x="326208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rc618"/>
            <p:cNvSpPr/>
            <p:nvPr/>
          </p:nvSpPr>
          <p:spPr>
            <a:xfrm>
              <a:off x="326456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rc619"/>
            <p:cNvSpPr/>
            <p:nvPr/>
          </p:nvSpPr>
          <p:spPr>
            <a:xfrm>
              <a:off x="326703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rc620"/>
            <p:cNvSpPr/>
            <p:nvPr/>
          </p:nvSpPr>
          <p:spPr>
            <a:xfrm>
              <a:off x="326950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rc621"/>
            <p:cNvSpPr/>
            <p:nvPr/>
          </p:nvSpPr>
          <p:spPr>
            <a:xfrm>
              <a:off x="327197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rc622"/>
            <p:cNvSpPr/>
            <p:nvPr/>
          </p:nvSpPr>
          <p:spPr>
            <a:xfrm>
              <a:off x="327445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rc623"/>
            <p:cNvSpPr/>
            <p:nvPr/>
          </p:nvSpPr>
          <p:spPr>
            <a:xfrm>
              <a:off x="327692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rc624"/>
            <p:cNvSpPr/>
            <p:nvPr/>
          </p:nvSpPr>
          <p:spPr>
            <a:xfrm>
              <a:off x="327939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rc625"/>
            <p:cNvSpPr/>
            <p:nvPr/>
          </p:nvSpPr>
          <p:spPr>
            <a:xfrm>
              <a:off x="328186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rc626"/>
            <p:cNvSpPr/>
            <p:nvPr/>
          </p:nvSpPr>
          <p:spPr>
            <a:xfrm>
              <a:off x="328434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rc627"/>
            <p:cNvSpPr/>
            <p:nvPr/>
          </p:nvSpPr>
          <p:spPr>
            <a:xfrm>
              <a:off x="328681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0F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rc628"/>
            <p:cNvSpPr/>
            <p:nvPr/>
          </p:nvSpPr>
          <p:spPr>
            <a:xfrm>
              <a:off x="3211405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rc629"/>
            <p:cNvSpPr/>
            <p:nvPr/>
          </p:nvSpPr>
          <p:spPr>
            <a:xfrm>
              <a:off x="3362582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0" name="pl630"/>
            <p:cNvSpPr/>
            <p:nvPr/>
          </p:nvSpPr>
          <p:spPr>
            <a:xfrm>
              <a:off x="3362582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l631"/>
            <p:cNvSpPr/>
            <p:nvPr/>
          </p:nvSpPr>
          <p:spPr>
            <a:xfrm>
              <a:off x="3362582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l632"/>
            <p:cNvSpPr/>
            <p:nvPr/>
          </p:nvSpPr>
          <p:spPr>
            <a:xfrm>
              <a:off x="3362582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l633"/>
            <p:cNvSpPr/>
            <p:nvPr/>
          </p:nvSpPr>
          <p:spPr>
            <a:xfrm>
              <a:off x="3362582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l634"/>
            <p:cNvSpPr/>
            <p:nvPr/>
          </p:nvSpPr>
          <p:spPr>
            <a:xfrm>
              <a:off x="337730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l635"/>
            <p:cNvSpPr/>
            <p:nvPr/>
          </p:nvSpPr>
          <p:spPr>
            <a:xfrm>
              <a:off x="339685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l636"/>
            <p:cNvSpPr/>
            <p:nvPr/>
          </p:nvSpPr>
          <p:spPr>
            <a:xfrm>
              <a:off x="34164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l637"/>
            <p:cNvSpPr/>
            <p:nvPr/>
          </p:nvSpPr>
          <p:spPr>
            <a:xfrm>
              <a:off x="343596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l638"/>
            <p:cNvSpPr/>
            <p:nvPr/>
          </p:nvSpPr>
          <p:spPr>
            <a:xfrm>
              <a:off x="3362582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l639"/>
            <p:cNvSpPr/>
            <p:nvPr/>
          </p:nvSpPr>
          <p:spPr>
            <a:xfrm>
              <a:off x="3362582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l640"/>
            <p:cNvSpPr/>
            <p:nvPr/>
          </p:nvSpPr>
          <p:spPr>
            <a:xfrm>
              <a:off x="3362582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l641"/>
            <p:cNvSpPr/>
            <p:nvPr/>
          </p:nvSpPr>
          <p:spPr>
            <a:xfrm>
              <a:off x="3362582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l642"/>
            <p:cNvSpPr/>
            <p:nvPr/>
          </p:nvSpPr>
          <p:spPr>
            <a:xfrm>
              <a:off x="336752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l643"/>
            <p:cNvSpPr/>
            <p:nvPr/>
          </p:nvSpPr>
          <p:spPr>
            <a:xfrm>
              <a:off x="338708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l644"/>
            <p:cNvSpPr/>
            <p:nvPr/>
          </p:nvSpPr>
          <p:spPr>
            <a:xfrm>
              <a:off x="340663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l645"/>
            <p:cNvSpPr/>
            <p:nvPr/>
          </p:nvSpPr>
          <p:spPr>
            <a:xfrm>
              <a:off x="342619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rc646"/>
            <p:cNvSpPr/>
            <p:nvPr/>
          </p:nvSpPr>
          <p:spPr>
            <a:xfrm>
              <a:off x="3366291" y="2457619"/>
              <a:ext cx="2472" cy="6934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rc647"/>
            <p:cNvSpPr/>
            <p:nvPr/>
          </p:nvSpPr>
          <p:spPr>
            <a:xfrm>
              <a:off x="336876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rc648"/>
            <p:cNvSpPr/>
            <p:nvPr/>
          </p:nvSpPr>
          <p:spPr>
            <a:xfrm>
              <a:off x="337123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rc649"/>
            <p:cNvSpPr/>
            <p:nvPr/>
          </p:nvSpPr>
          <p:spPr>
            <a:xfrm>
              <a:off x="337370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rc650"/>
            <p:cNvSpPr/>
            <p:nvPr/>
          </p:nvSpPr>
          <p:spPr>
            <a:xfrm>
              <a:off x="337618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rc651"/>
            <p:cNvSpPr/>
            <p:nvPr/>
          </p:nvSpPr>
          <p:spPr>
            <a:xfrm>
              <a:off x="3378653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rc652"/>
            <p:cNvSpPr/>
            <p:nvPr/>
          </p:nvSpPr>
          <p:spPr>
            <a:xfrm>
              <a:off x="338112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rc653"/>
            <p:cNvSpPr/>
            <p:nvPr/>
          </p:nvSpPr>
          <p:spPr>
            <a:xfrm>
              <a:off x="338359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rc654"/>
            <p:cNvSpPr/>
            <p:nvPr/>
          </p:nvSpPr>
          <p:spPr>
            <a:xfrm>
              <a:off x="338607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rc655"/>
            <p:cNvSpPr/>
            <p:nvPr/>
          </p:nvSpPr>
          <p:spPr>
            <a:xfrm>
              <a:off x="338854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rc656"/>
            <p:cNvSpPr/>
            <p:nvPr/>
          </p:nvSpPr>
          <p:spPr>
            <a:xfrm>
              <a:off x="339101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rc657"/>
            <p:cNvSpPr/>
            <p:nvPr/>
          </p:nvSpPr>
          <p:spPr>
            <a:xfrm>
              <a:off x="339348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rc658"/>
            <p:cNvSpPr/>
            <p:nvPr/>
          </p:nvSpPr>
          <p:spPr>
            <a:xfrm>
              <a:off x="339595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rc659"/>
            <p:cNvSpPr/>
            <p:nvPr/>
          </p:nvSpPr>
          <p:spPr>
            <a:xfrm>
              <a:off x="339843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rc660"/>
            <p:cNvSpPr/>
            <p:nvPr/>
          </p:nvSpPr>
          <p:spPr>
            <a:xfrm>
              <a:off x="340090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rc661"/>
            <p:cNvSpPr/>
            <p:nvPr/>
          </p:nvSpPr>
          <p:spPr>
            <a:xfrm>
              <a:off x="340337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rc662"/>
            <p:cNvSpPr/>
            <p:nvPr/>
          </p:nvSpPr>
          <p:spPr>
            <a:xfrm>
              <a:off x="340584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rc663"/>
            <p:cNvSpPr/>
            <p:nvPr/>
          </p:nvSpPr>
          <p:spPr>
            <a:xfrm>
              <a:off x="340832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rc664"/>
            <p:cNvSpPr/>
            <p:nvPr/>
          </p:nvSpPr>
          <p:spPr>
            <a:xfrm>
              <a:off x="341079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rc665"/>
            <p:cNvSpPr/>
            <p:nvPr/>
          </p:nvSpPr>
          <p:spPr>
            <a:xfrm>
              <a:off x="341326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rc666"/>
            <p:cNvSpPr/>
            <p:nvPr/>
          </p:nvSpPr>
          <p:spPr>
            <a:xfrm>
              <a:off x="341573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rc667"/>
            <p:cNvSpPr/>
            <p:nvPr/>
          </p:nvSpPr>
          <p:spPr>
            <a:xfrm>
              <a:off x="341821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rc668"/>
            <p:cNvSpPr/>
            <p:nvPr/>
          </p:nvSpPr>
          <p:spPr>
            <a:xfrm>
              <a:off x="342068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rc669"/>
            <p:cNvSpPr/>
            <p:nvPr/>
          </p:nvSpPr>
          <p:spPr>
            <a:xfrm>
              <a:off x="342315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rc670"/>
            <p:cNvSpPr/>
            <p:nvPr/>
          </p:nvSpPr>
          <p:spPr>
            <a:xfrm>
              <a:off x="342562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rc671"/>
            <p:cNvSpPr/>
            <p:nvPr/>
          </p:nvSpPr>
          <p:spPr>
            <a:xfrm>
              <a:off x="342810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rc672"/>
            <p:cNvSpPr/>
            <p:nvPr/>
          </p:nvSpPr>
          <p:spPr>
            <a:xfrm>
              <a:off x="343057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rc673"/>
            <p:cNvSpPr/>
            <p:nvPr/>
          </p:nvSpPr>
          <p:spPr>
            <a:xfrm>
              <a:off x="343304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rc674"/>
            <p:cNvSpPr/>
            <p:nvPr/>
          </p:nvSpPr>
          <p:spPr>
            <a:xfrm>
              <a:off x="343551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rc675"/>
            <p:cNvSpPr/>
            <p:nvPr/>
          </p:nvSpPr>
          <p:spPr>
            <a:xfrm>
              <a:off x="343799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35A2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rc676"/>
            <p:cNvSpPr/>
            <p:nvPr/>
          </p:nvSpPr>
          <p:spPr>
            <a:xfrm>
              <a:off x="3362582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rc677"/>
            <p:cNvSpPr/>
            <p:nvPr/>
          </p:nvSpPr>
          <p:spPr>
            <a:xfrm>
              <a:off x="3513760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78" name="pl678"/>
            <p:cNvSpPr/>
            <p:nvPr/>
          </p:nvSpPr>
          <p:spPr>
            <a:xfrm>
              <a:off x="3513760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l679"/>
            <p:cNvSpPr/>
            <p:nvPr/>
          </p:nvSpPr>
          <p:spPr>
            <a:xfrm>
              <a:off x="3513760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l680"/>
            <p:cNvSpPr/>
            <p:nvPr/>
          </p:nvSpPr>
          <p:spPr>
            <a:xfrm>
              <a:off x="3513760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l681"/>
            <p:cNvSpPr/>
            <p:nvPr/>
          </p:nvSpPr>
          <p:spPr>
            <a:xfrm>
              <a:off x="3513760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l682"/>
            <p:cNvSpPr/>
            <p:nvPr/>
          </p:nvSpPr>
          <p:spPr>
            <a:xfrm>
              <a:off x="352848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l683"/>
            <p:cNvSpPr/>
            <p:nvPr/>
          </p:nvSpPr>
          <p:spPr>
            <a:xfrm>
              <a:off x="354803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l684"/>
            <p:cNvSpPr/>
            <p:nvPr/>
          </p:nvSpPr>
          <p:spPr>
            <a:xfrm>
              <a:off x="356759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l685"/>
            <p:cNvSpPr/>
            <p:nvPr/>
          </p:nvSpPr>
          <p:spPr>
            <a:xfrm>
              <a:off x="358714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l686"/>
            <p:cNvSpPr/>
            <p:nvPr/>
          </p:nvSpPr>
          <p:spPr>
            <a:xfrm>
              <a:off x="3513760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l687"/>
            <p:cNvSpPr/>
            <p:nvPr/>
          </p:nvSpPr>
          <p:spPr>
            <a:xfrm>
              <a:off x="3513760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l688"/>
            <p:cNvSpPr/>
            <p:nvPr/>
          </p:nvSpPr>
          <p:spPr>
            <a:xfrm>
              <a:off x="3513760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l689"/>
            <p:cNvSpPr/>
            <p:nvPr/>
          </p:nvSpPr>
          <p:spPr>
            <a:xfrm>
              <a:off x="3513760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l690"/>
            <p:cNvSpPr/>
            <p:nvPr/>
          </p:nvSpPr>
          <p:spPr>
            <a:xfrm>
              <a:off x="351870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l691"/>
            <p:cNvSpPr/>
            <p:nvPr/>
          </p:nvSpPr>
          <p:spPr>
            <a:xfrm>
              <a:off x="353825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l692"/>
            <p:cNvSpPr/>
            <p:nvPr/>
          </p:nvSpPr>
          <p:spPr>
            <a:xfrm>
              <a:off x="35578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l693"/>
            <p:cNvSpPr/>
            <p:nvPr/>
          </p:nvSpPr>
          <p:spPr>
            <a:xfrm>
              <a:off x="357736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rc694"/>
            <p:cNvSpPr/>
            <p:nvPr/>
          </p:nvSpPr>
          <p:spPr>
            <a:xfrm>
              <a:off x="3517468" y="1462665"/>
              <a:ext cx="2472" cy="168840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rc695"/>
            <p:cNvSpPr/>
            <p:nvPr/>
          </p:nvSpPr>
          <p:spPr>
            <a:xfrm>
              <a:off x="351994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rc696"/>
            <p:cNvSpPr/>
            <p:nvPr/>
          </p:nvSpPr>
          <p:spPr>
            <a:xfrm>
              <a:off x="352241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rc697"/>
            <p:cNvSpPr/>
            <p:nvPr/>
          </p:nvSpPr>
          <p:spPr>
            <a:xfrm>
              <a:off x="3524885" y="3040522"/>
              <a:ext cx="2472" cy="1105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rc698"/>
            <p:cNvSpPr/>
            <p:nvPr/>
          </p:nvSpPr>
          <p:spPr>
            <a:xfrm>
              <a:off x="352735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rc699"/>
            <p:cNvSpPr/>
            <p:nvPr/>
          </p:nvSpPr>
          <p:spPr>
            <a:xfrm>
              <a:off x="352983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rc700"/>
            <p:cNvSpPr/>
            <p:nvPr/>
          </p:nvSpPr>
          <p:spPr>
            <a:xfrm>
              <a:off x="353230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rc701"/>
            <p:cNvSpPr/>
            <p:nvPr/>
          </p:nvSpPr>
          <p:spPr>
            <a:xfrm>
              <a:off x="353477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rc702"/>
            <p:cNvSpPr/>
            <p:nvPr/>
          </p:nvSpPr>
          <p:spPr>
            <a:xfrm>
              <a:off x="3537247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rc703"/>
            <p:cNvSpPr/>
            <p:nvPr/>
          </p:nvSpPr>
          <p:spPr>
            <a:xfrm>
              <a:off x="353971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rc704"/>
            <p:cNvSpPr/>
            <p:nvPr/>
          </p:nvSpPr>
          <p:spPr>
            <a:xfrm>
              <a:off x="354219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rc705"/>
            <p:cNvSpPr/>
            <p:nvPr/>
          </p:nvSpPr>
          <p:spPr>
            <a:xfrm>
              <a:off x="354466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rc706"/>
            <p:cNvSpPr/>
            <p:nvPr/>
          </p:nvSpPr>
          <p:spPr>
            <a:xfrm>
              <a:off x="354713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rc707"/>
            <p:cNvSpPr/>
            <p:nvPr/>
          </p:nvSpPr>
          <p:spPr>
            <a:xfrm>
              <a:off x="354960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rc708"/>
            <p:cNvSpPr/>
            <p:nvPr/>
          </p:nvSpPr>
          <p:spPr>
            <a:xfrm>
              <a:off x="355208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rc709"/>
            <p:cNvSpPr/>
            <p:nvPr/>
          </p:nvSpPr>
          <p:spPr>
            <a:xfrm>
              <a:off x="355455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rc710"/>
            <p:cNvSpPr/>
            <p:nvPr/>
          </p:nvSpPr>
          <p:spPr>
            <a:xfrm>
              <a:off x="355702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rc711"/>
            <p:cNvSpPr/>
            <p:nvPr/>
          </p:nvSpPr>
          <p:spPr>
            <a:xfrm>
              <a:off x="355949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rc712"/>
            <p:cNvSpPr/>
            <p:nvPr/>
          </p:nvSpPr>
          <p:spPr>
            <a:xfrm>
              <a:off x="356197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rc713"/>
            <p:cNvSpPr/>
            <p:nvPr/>
          </p:nvSpPr>
          <p:spPr>
            <a:xfrm>
              <a:off x="356444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rc714"/>
            <p:cNvSpPr/>
            <p:nvPr/>
          </p:nvSpPr>
          <p:spPr>
            <a:xfrm>
              <a:off x="356691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rc715"/>
            <p:cNvSpPr/>
            <p:nvPr/>
          </p:nvSpPr>
          <p:spPr>
            <a:xfrm>
              <a:off x="356938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rc716"/>
            <p:cNvSpPr/>
            <p:nvPr/>
          </p:nvSpPr>
          <p:spPr>
            <a:xfrm>
              <a:off x="357186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rc717"/>
            <p:cNvSpPr/>
            <p:nvPr/>
          </p:nvSpPr>
          <p:spPr>
            <a:xfrm>
              <a:off x="357433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rc718"/>
            <p:cNvSpPr/>
            <p:nvPr/>
          </p:nvSpPr>
          <p:spPr>
            <a:xfrm>
              <a:off x="357680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rc719"/>
            <p:cNvSpPr/>
            <p:nvPr/>
          </p:nvSpPr>
          <p:spPr>
            <a:xfrm>
              <a:off x="357927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rc720"/>
            <p:cNvSpPr/>
            <p:nvPr/>
          </p:nvSpPr>
          <p:spPr>
            <a:xfrm>
              <a:off x="3581750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rc721"/>
            <p:cNvSpPr/>
            <p:nvPr/>
          </p:nvSpPr>
          <p:spPr>
            <a:xfrm>
              <a:off x="358422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rc722"/>
            <p:cNvSpPr/>
            <p:nvPr/>
          </p:nvSpPr>
          <p:spPr>
            <a:xfrm>
              <a:off x="358669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rc723"/>
            <p:cNvSpPr/>
            <p:nvPr/>
          </p:nvSpPr>
          <p:spPr>
            <a:xfrm>
              <a:off x="358916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9590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rc724"/>
            <p:cNvSpPr/>
            <p:nvPr/>
          </p:nvSpPr>
          <p:spPr>
            <a:xfrm>
              <a:off x="3513760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rc725"/>
            <p:cNvSpPr/>
            <p:nvPr/>
          </p:nvSpPr>
          <p:spPr>
            <a:xfrm>
              <a:off x="3664937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26" name="pl726"/>
            <p:cNvSpPr/>
            <p:nvPr/>
          </p:nvSpPr>
          <p:spPr>
            <a:xfrm>
              <a:off x="3664937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l727"/>
            <p:cNvSpPr/>
            <p:nvPr/>
          </p:nvSpPr>
          <p:spPr>
            <a:xfrm>
              <a:off x="3664937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l728"/>
            <p:cNvSpPr/>
            <p:nvPr/>
          </p:nvSpPr>
          <p:spPr>
            <a:xfrm>
              <a:off x="3664937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l729"/>
            <p:cNvSpPr/>
            <p:nvPr/>
          </p:nvSpPr>
          <p:spPr>
            <a:xfrm>
              <a:off x="3664937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l730"/>
            <p:cNvSpPr/>
            <p:nvPr/>
          </p:nvSpPr>
          <p:spPr>
            <a:xfrm>
              <a:off x="367965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l731"/>
            <p:cNvSpPr/>
            <p:nvPr/>
          </p:nvSpPr>
          <p:spPr>
            <a:xfrm>
              <a:off x="36992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l732"/>
            <p:cNvSpPr/>
            <p:nvPr/>
          </p:nvSpPr>
          <p:spPr>
            <a:xfrm>
              <a:off x="371876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l733"/>
            <p:cNvSpPr/>
            <p:nvPr/>
          </p:nvSpPr>
          <p:spPr>
            <a:xfrm>
              <a:off x="373832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l734"/>
            <p:cNvSpPr/>
            <p:nvPr/>
          </p:nvSpPr>
          <p:spPr>
            <a:xfrm>
              <a:off x="3664937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l735"/>
            <p:cNvSpPr/>
            <p:nvPr/>
          </p:nvSpPr>
          <p:spPr>
            <a:xfrm>
              <a:off x="3664937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l736"/>
            <p:cNvSpPr/>
            <p:nvPr/>
          </p:nvSpPr>
          <p:spPr>
            <a:xfrm>
              <a:off x="3664937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l737"/>
            <p:cNvSpPr/>
            <p:nvPr/>
          </p:nvSpPr>
          <p:spPr>
            <a:xfrm>
              <a:off x="3664937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l738"/>
            <p:cNvSpPr/>
            <p:nvPr/>
          </p:nvSpPr>
          <p:spPr>
            <a:xfrm>
              <a:off x="366988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l739"/>
            <p:cNvSpPr/>
            <p:nvPr/>
          </p:nvSpPr>
          <p:spPr>
            <a:xfrm>
              <a:off x="368943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l740"/>
            <p:cNvSpPr/>
            <p:nvPr/>
          </p:nvSpPr>
          <p:spPr>
            <a:xfrm>
              <a:off x="370899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l741"/>
            <p:cNvSpPr/>
            <p:nvPr/>
          </p:nvSpPr>
          <p:spPr>
            <a:xfrm>
              <a:off x="372854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rc742"/>
            <p:cNvSpPr/>
            <p:nvPr/>
          </p:nvSpPr>
          <p:spPr>
            <a:xfrm>
              <a:off x="3668645" y="1754116"/>
              <a:ext cx="2472" cy="13969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rc743"/>
            <p:cNvSpPr/>
            <p:nvPr/>
          </p:nvSpPr>
          <p:spPr>
            <a:xfrm>
              <a:off x="367111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rc744"/>
            <p:cNvSpPr/>
            <p:nvPr/>
          </p:nvSpPr>
          <p:spPr>
            <a:xfrm>
              <a:off x="367359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rc745"/>
            <p:cNvSpPr/>
            <p:nvPr/>
          </p:nvSpPr>
          <p:spPr>
            <a:xfrm>
              <a:off x="3676062" y="3110873"/>
              <a:ext cx="2472" cy="402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rc746"/>
            <p:cNvSpPr/>
            <p:nvPr/>
          </p:nvSpPr>
          <p:spPr>
            <a:xfrm>
              <a:off x="367853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rc747"/>
            <p:cNvSpPr/>
            <p:nvPr/>
          </p:nvSpPr>
          <p:spPr>
            <a:xfrm>
              <a:off x="368100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rc748"/>
            <p:cNvSpPr/>
            <p:nvPr/>
          </p:nvSpPr>
          <p:spPr>
            <a:xfrm>
              <a:off x="368347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rc749"/>
            <p:cNvSpPr/>
            <p:nvPr/>
          </p:nvSpPr>
          <p:spPr>
            <a:xfrm>
              <a:off x="368595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rc750"/>
            <p:cNvSpPr/>
            <p:nvPr/>
          </p:nvSpPr>
          <p:spPr>
            <a:xfrm>
              <a:off x="3688424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rc751"/>
            <p:cNvSpPr/>
            <p:nvPr/>
          </p:nvSpPr>
          <p:spPr>
            <a:xfrm>
              <a:off x="369089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rc752"/>
            <p:cNvSpPr/>
            <p:nvPr/>
          </p:nvSpPr>
          <p:spPr>
            <a:xfrm>
              <a:off x="369336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rc753"/>
            <p:cNvSpPr/>
            <p:nvPr/>
          </p:nvSpPr>
          <p:spPr>
            <a:xfrm>
              <a:off x="3695841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rc754"/>
            <p:cNvSpPr/>
            <p:nvPr/>
          </p:nvSpPr>
          <p:spPr>
            <a:xfrm>
              <a:off x="369831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rc755"/>
            <p:cNvSpPr/>
            <p:nvPr/>
          </p:nvSpPr>
          <p:spPr>
            <a:xfrm>
              <a:off x="370078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rc756"/>
            <p:cNvSpPr/>
            <p:nvPr/>
          </p:nvSpPr>
          <p:spPr>
            <a:xfrm>
              <a:off x="370325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rc757"/>
            <p:cNvSpPr/>
            <p:nvPr/>
          </p:nvSpPr>
          <p:spPr>
            <a:xfrm>
              <a:off x="370573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rc758"/>
            <p:cNvSpPr/>
            <p:nvPr/>
          </p:nvSpPr>
          <p:spPr>
            <a:xfrm>
              <a:off x="370820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rc759"/>
            <p:cNvSpPr/>
            <p:nvPr/>
          </p:nvSpPr>
          <p:spPr>
            <a:xfrm>
              <a:off x="371067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rc760"/>
            <p:cNvSpPr/>
            <p:nvPr/>
          </p:nvSpPr>
          <p:spPr>
            <a:xfrm>
              <a:off x="371314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rc761"/>
            <p:cNvSpPr/>
            <p:nvPr/>
          </p:nvSpPr>
          <p:spPr>
            <a:xfrm>
              <a:off x="371562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rc762"/>
            <p:cNvSpPr/>
            <p:nvPr/>
          </p:nvSpPr>
          <p:spPr>
            <a:xfrm>
              <a:off x="371809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rc763"/>
            <p:cNvSpPr/>
            <p:nvPr/>
          </p:nvSpPr>
          <p:spPr>
            <a:xfrm>
              <a:off x="372056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rc764"/>
            <p:cNvSpPr/>
            <p:nvPr/>
          </p:nvSpPr>
          <p:spPr>
            <a:xfrm>
              <a:off x="372303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rc765"/>
            <p:cNvSpPr/>
            <p:nvPr/>
          </p:nvSpPr>
          <p:spPr>
            <a:xfrm>
              <a:off x="372551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rc766"/>
            <p:cNvSpPr/>
            <p:nvPr/>
          </p:nvSpPr>
          <p:spPr>
            <a:xfrm>
              <a:off x="372798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rc767"/>
            <p:cNvSpPr/>
            <p:nvPr/>
          </p:nvSpPr>
          <p:spPr>
            <a:xfrm>
              <a:off x="373045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rc768"/>
            <p:cNvSpPr/>
            <p:nvPr/>
          </p:nvSpPr>
          <p:spPr>
            <a:xfrm>
              <a:off x="373292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rc769"/>
            <p:cNvSpPr/>
            <p:nvPr/>
          </p:nvSpPr>
          <p:spPr>
            <a:xfrm>
              <a:off x="373539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rc770"/>
            <p:cNvSpPr/>
            <p:nvPr/>
          </p:nvSpPr>
          <p:spPr>
            <a:xfrm>
              <a:off x="373787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rc771"/>
            <p:cNvSpPr/>
            <p:nvPr/>
          </p:nvSpPr>
          <p:spPr>
            <a:xfrm>
              <a:off x="374034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rc772"/>
            <p:cNvSpPr/>
            <p:nvPr/>
          </p:nvSpPr>
          <p:spPr>
            <a:xfrm>
              <a:off x="3664937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rc773"/>
            <p:cNvSpPr/>
            <p:nvPr/>
          </p:nvSpPr>
          <p:spPr>
            <a:xfrm>
              <a:off x="3816114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74" name="pl774"/>
            <p:cNvSpPr/>
            <p:nvPr/>
          </p:nvSpPr>
          <p:spPr>
            <a:xfrm>
              <a:off x="3816114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l775"/>
            <p:cNvSpPr/>
            <p:nvPr/>
          </p:nvSpPr>
          <p:spPr>
            <a:xfrm>
              <a:off x="3816114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l776"/>
            <p:cNvSpPr/>
            <p:nvPr/>
          </p:nvSpPr>
          <p:spPr>
            <a:xfrm>
              <a:off x="3816114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l777"/>
            <p:cNvSpPr/>
            <p:nvPr/>
          </p:nvSpPr>
          <p:spPr>
            <a:xfrm>
              <a:off x="3816114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l778"/>
            <p:cNvSpPr/>
            <p:nvPr/>
          </p:nvSpPr>
          <p:spPr>
            <a:xfrm>
              <a:off x="383083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l779"/>
            <p:cNvSpPr/>
            <p:nvPr/>
          </p:nvSpPr>
          <p:spPr>
            <a:xfrm>
              <a:off x="385039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l780"/>
            <p:cNvSpPr/>
            <p:nvPr/>
          </p:nvSpPr>
          <p:spPr>
            <a:xfrm>
              <a:off x="386994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l781"/>
            <p:cNvSpPr/>
            <p:nvPr/>
          </p:nvSpPr>
          <p:spPr>
            <a:xfrm>
              <a:off x="388949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l782"/>
            <p:cNvSpPr/>
            <p:nvPr/>
          </p:nvSpPr>
          <p:spPr>
            <a:xfrm>
              <a:off x="3816114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l783"/>
            <p:cNvSpPr/>
            <p:nvPr/>
          </p:nvSpPr>
          <p:spPr>
            <a:xfrm>
              <a:off x="3816114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l784"/>
            <p:cNvSpPr/>
            <p:nvPr/>
          </p:nvSpPr>
          <p:spPr>
            <a:xfrm>
              <a:off x="3816114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l785"/>
            <p:cNvSpPr/>
            <p:nvPr/>
          </p:nvSpPr>
          <p:spPr>
            <a:xfrm>
              <a:off x="3816114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l786"/>
            <p:cNvSpPr/>
            <p:nvPr/>
          </p:nvSpPr>
          <p:spPr>
            <a:xfrm>
              <a:off x="3821059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l787"/>
            <p:cNvSpPr/>
            <p:nvPr/>
          </p:nvSpPr>
          <p:spPr>
            <a:xfrm>
              <a:off x="38406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l788"/>
            <p:cNvSpPr/>
            <p:nvPr/>
          </p:nvSpPr>
          <p:spPr>
            <a:xfrm>
              <a:off x="386016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l789"/>
            <p:cNvSpPr/>
            <p:nvPr/>
          </p:nvSpPr>
          <p:spPr>
            <a:xfrm>
              <a:off x="387972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rc790"/>
            <p:cNvSpPr/>
            <p:nvPr/>
          </p:nvSpPr>
          <p:spPr>
            <a:xfrm>
              <a:off x="3819822" y="2990272"/>
              <a:ext cx="2472" cy="1608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rc791"/>
            <p:cNvSpPr/>
            <p:nvPr/>
          </p:nvSpPr>
          <p:spPr>
            <a:xfrm>
              <a:off x="382229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rc792"/>
            <p:cNvSpPr/>
            <p:nvPr/>
          </p:nvSpPr>
          <p:spPr>
            <a:xfrm>
              <a:off x="382476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rc793"/>
            <p:cNvSpPr/>
            <p:nvPr/>
          </p:nvSpPr>
          <p:spPr>
            <a:xfrm>
              <a:off x="3827240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rc794"/>
            <p:cNvSpPr/>
            <p:nvPr/>
          </p:nvSpPr>
          <p:spPr>
            <a:xfrm>
              <a:off x="382971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rc795"/>
            <p:cNvSpPr/>
            <p:nvPr/>
          </p:nvSpPr>
          <p:spPr>
            <a:xfrm>
              <a:off x="3832184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rc796"/>
            <p:cNvSpPr/>
            <p:nvPr/>
          </p:nvSpPr>
          <p:spPr>
            <a:xfrm>
              <a:off x="383465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rc797"/>
            <p:cNvSpPr/>
            <p:nvPr/>
          </p:nvSpPr>
          <p:spPr>
            <a:xfrm>
              <a:off x="383712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rc798"/>
            <p:cNvSpPr/>
            <p:nvPr/>
          </p:nvSpPr>
          <p:spPr>
            <a:xfrm>
              <a:off x="383960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rc799"/>
            <p:cNvSpPr/>
            <p:nvPr/>
          </p:nvSpPr>
          <p:spPr>
            <a:xfrm>
              <a:off x="384207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rc800"/>
            <p:cNvSpPr/>
            <p:nvPr/>
          </p:nvSpPr>
          <p:spPr>
            <a:xfrm>
              <a:off x="384454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rc801"/>
            <p:cNvSpPr/>
            <p:nvPr/>
          </p:nvSpPr>
          <p:spPr>
            <a:xfrm>
              <a:off x="384701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rc802"/>
            <p:cNvSpPr/>
            <p:nvPr/>
          </p:nvSpPr>
          <p:spPr>
            <a:xfrm>
              <a:off x="384949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rc803"/>
            <p:cNvSpPr/>
            <p:nvPr/>
          </p:nvSpPr>
          <p:spPr>
            <a:xfrm>
              <a:off x="385196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rc804"/>
            <p:cNvSpPr/>
            <p:nvPr/>
          </p:nvSpPr>
          <p:spPr>
            <a:xfrm>
              <a:off x="385443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rc805"/>
            <p:cNvSpPr/>
            <p:nvPr/>
          </p:nvSpPr>
          <p:spPr>
            <a:xfrm>
              <a:off x="385690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rc806"/>
            <p:cNvSpPr/>
            <p:nvPr/>
          </p:nvSpPr>
          <p:spPr>
            <a:xfrm>
              <a:off x="385938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rc807"/>
            <p:cNvSpPr/>
            <p:nvPr/>
          </p:nvSpPr>
          <p:spPr>
            <a:xfrm>
              <a:off x="386185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rc808"/>
            <p:cNvSpPr/>
            <p:nvPr/>
          </p:nvSpPr>
          <p:spPr>
            <a:xfrm>
              <a:off x="386432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rc809"/>
            <p:cNvSpPr/>
            <p:nvPr/>
          </p:nvSpPr>
          <p:spPr>
            <a:xfrm>
              <a:off x="386679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rc810"/>
            <p:cNvSpPr/>
            <p:nvPr/>
          </p:nvSpPr>
          <p:spPr>
            <a:xfrm>
              <a:off x="386927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rc811"/>
            <p:cNvSpPr/>
            <p:nvPr/>
          </p:nvSpPr>
          <p:spPr>
            <a:xfrm>
              <a:off x="387174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rc812"/>
            <p:cNvSpPr/>
            <p:nvPr/>
          </p:nvSpPr>
          <p:spPr>
            <a:xfrm>
              <a:off x="387421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rc813"/>
            <p:cNvSpPr/>
            <p:nvPr/>
          </p:nvSpPr>
          <p:spPr>
            <a:xfrm>
              <a:off x="387668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rc814"/>
            <p:cNvSpPr/>
            <p:nvPr/>
          </p:nvSpPr>
          <p:spPr>
            <a:xfrm>
              <a:off x="387915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rc815"/>
            <p:cNvSpPr/>
            <p:nvPr/>
          </p:nvSpPr>
          <p:spPr>
            <a:xfrm>
              <a:off x="388163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rc816"/>
            <p:cNvSpPr/>
            <p:nvPr/>
          </p:nvSpPr>
          <p:spPr>
            <a:xfrm>
              <a:off x="388410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rc817"/>
            <p:cNvSpPr/>
            <p:nvPr/>
          </p:nvSpPr>
          <p:spPr>
            <a:xfrm>
              <a:off x="388657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rc818"/>
            <p:cNvSpPr/>
            <p:nvPr/>
          </p:nvSpPr>
          <p:spPr>
            <a:xfrm>
              <a:off x="388904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rc819"/>
            <p:cNvSpPr/>
            <p:nvPr/>
          </p:nvSpPr>
          <p:spPr>
            <a:xfrm>
              <a:off x="389152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76BF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rc820"/>
            <p:cNvSpPr/>
            <p:nvPr/>
          </p:nvSpPr>
          <p:spPr>
            <a:xfrm>
              <a:off x="3816114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rc821"/>
            <p:cNvSpPr/>
            <p:nvPr/>
          </p:nvSpPr>
          <p:spPr>
            <a:xfrm>
              <a:off x="3967291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22" name="pl822"/>
            <p:cNvSpPr/>
            <p:nvPr/>
          </p:nvSpPr>
          <p:spPr>
            <a:xfrm>
              <a:off x="3967291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l823"/>
            <p:cNvSpPr/>
            <p:nvPr/>
          </p:nvSpPr>
          <p:spPr>
            <a:xfrm>
              <a:off x="3967291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l824"/>
            <p:cNvSpPr/>
            <p:nvPr/>
          </p:nvSpPr>
          <p:spPr>
            <a:xfrm>
              <a:off x="3967291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l825"/>
            <p:cNvSpPr/>
            <p:nvPr/>
          </p:nvSpPr>
          <p:spPr>
            <a:xfrm>
              <a:off x="3967291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l826"/>
            <p:cNvSpPr/>
            <p:nvPr/>
          </p:nvSpPr>
          <p:spPr>
            <a:xfrm>
              <a:off x="39820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l827"/>
            <p:cNvSpPr/>
            <p:nvPr/>
          </p:nvSpPr>
          <p:spPr>
            <a:xfrm>
              <a:off x="400156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l828"/>
            <p:cNvSpPr/>
            <p:nvPr/>
          </p:nvSpPr>
          <p:spPr>
            <a:xfrm>
              <a:off x="402112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l829"/>
            <p:cNvSpPr/>
            <p:nvPr/>
          </p:nvSpPr>
          <p:spPr>
            <a:xfrm>
              <a:off x="404067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l830"/>
            <p:cNvSpPr/>
            <p:nvPr/>
          </p:nvSpPr>
          <p:spPr>
            <a:xfrm>
              <a:off x="3967291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l831"/>
            <p:cNvSpPr/>
            <p:nvPr/>
          </p:nvSpPr>
          <p:spPr>
            <a:xfrm>
              <a:off x="3967291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l832"/>
            <p:cNvSpPr/>
            <p:nvPr/>
          </p:nvSpPr>
          <p:spPr>
            <a:xfrm>
              <a:off x="3967291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l833"/>
            <p:cNvSpPr/>
            <p:nvPr/>
          </p:nvSpPr>
          <p:spPr>
            <a:xfrm>
              <a:off x="3967291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l834"/>
            <p:cNvSpPr/>
            <p:nvPr/>
          </p:nvSpPr>
          <p:spPr>
            <a:xfrm>
              <a:off x="3972236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l835"/>
            <p:cNvSpPr/>
            <p:nvPr/>
          </p:nvSpPr>
          <p:spPr>
            <a:xfrm>
              <a:off x="399179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l836"/>
            <p:cNvSpPr/>
            <p:nvPr/>
          </p:nvSpPr>
          <p:spPr>
            <a:xfrm>
              <a:off x="401134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l837"/>
            <p:cNvSpPr/>
            <p:nvPr/>
          </p:nvSpPr>
          <p:spPr>
            <a:xfrm>
              <a:off x="403089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rc838"/>
            <p:cNvSpPr/>
            <p:nvPr/>
          </p:nvSpPr>
          <p:spPr>
            <a:xfrm>
              <a:off x="3971000" y="2940022"/>
              <a:ext cx="2472" cy="21105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rc839"/>
            <p:cNvSpPr/>
            <p:nvPr/>
          </p:nvSpPr>
          <p:spPr>
            <a:xfrm>
              <a:off x="397347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rc840"/>
            <p:cNvSpPr/>
            <p:nvPr/>
          </p:nvSpPr>
          <p:spPr>
            <a:xfrm>
              <a:off x="397594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rc841"/>
            <p:cNvSpPr/>
            <p:nvPr/>
          </p:nvSpPr>
          <p:spPr>
            <a:xfrm>
              <a:off x="397841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rc842"/>
            <p:cNvSpPr/>
            <p:nvPr/>
          </p:nvSpPr>
          <p:spPr>
            <a:xfrm>
              <a:off x="398088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rc843"/>
            <p:cNvSpPr/>
            <p:nvPr/>
          </p:nvSpPr>
          <p:spPr>
            <a:xfrm>
              <a:off x="398336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rc844"/>
            <p:cNvSpPr/>
            <p:nvPr/>
          </p:nvSpPr>
          <p:spPr>
            <a:xfrm>
              <a:off x="398583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rc845"/>
            <p:cNvSpPr/>
            <p:nvPr/>
          </p:nvSpPr>
          <p:spPr>
            <a:xfrm>
              <a:off x="398830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rc846"/>
            <p:cNvSpPr/>
            <p:nvPr/>
          </p:nvSpPr>
          <p:spPr>
            <a:xfrm>
              <a:off x="399077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rc847"/>
            <p:cNvSpPr/>
            <p:nvPr/>
          </p:nvSpPr>
          <p:spPr>
            <a:xfrm>
              <a:off x="399325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rc848"/>
            <p:cNvSpPr/>
            <p:nvPr/>
          </p:nvSpPr>
          <p:spPr>
            <a:xfrm>
              <a:off x="399572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rc849"/>
            <p:cNvSpPr/>
            <p:nvPr/>
          </p:nvSpPr>
          <p:spPr>
            <a:xfrm>
              <a:off x="399819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rc850"/>
            <p:cNvSpPr/>
            <p:nvPr/>
          </p:nvSpPr>
          <p:spPr>
            <a:xfrm>
              <a:off x="400066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rc851"/>
            <p:cNvSpPr/>
            <p:nvPr/>
          </p:nvSpPr>
          <p:spPr>
            <a:xfrm>
              <a:off x="400314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rc852"/>
            <p:cNvSpPr/>
            <p:nvPr/>
          </p:nvSpPr>
          <p:spPr>
            <a:xfrm>
              <a:off x="400561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rc853"/>
            <p:cNvSpPr/>
            <p:nvPr/>
          </p:nvSpPr>
          <p:spPr>
            <a:xfrm>
              <a:off x="400808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rc854"/>
            <p:cNvSpPr/>
            <p:nvPr/>
          </p:nvSpPr>
          <p:spPr>
            <a:xfrm>
              <a:off x="401055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rc855"/>
            <p:cNvSpPr/>
            <p:nvPr/>
          </p:nvSpPr>
          <p:spPr>
            <a:xfrm>
              <a:off x="401303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rc856"/>
            <p:cNvSpPr/>
            <p:nvPr/>
          </p:nvSpPr>
          <p:spPr>
            <a:xfrm>
              <a:off x="401550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rc857"/>
            <p:cNvSpPr/>
            <p:nvPr/>
          </p:nvSpPr>
          <p:spPr>
            <a:xfrm>
              <a:off x="401797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rc858"/>
            <p:cNvSpPr/>
            <p:nvPr/>
          </p:nvSpPr>
          <p:spPr>
            <a:xfrm>
              <a:off x="402044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rc859"/>
            <p:cNvSpPr/>
            <p:nvPr/>
          </p:nvSpPr>
          <p:spPr>
            <a:xfrm>
              <a:off x="402291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rc860"/>
            <p:cNvSpPr/>
            <p:nvPr/>
          </p:nvSpPr>
          <p:spPr>
            <a:xfrm>
              <a:off x="402539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rc861"/>
            <p:cNvSpPr/>
            <p:nvPr/>
          </p:nvSpPr>
          <p:spPr>
            <a:xfrm>
              <a:off x="402786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rc862"/>
            <p:cNvSpPr/>
            <p:nvPr/>
          </p:nvSpPr>
          <p:spPr>
            <a:xfrm>
              <a:off x="403033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rc863"/>
            <p:cNvSpPr/>
            <p:nvPr/>
          </p:nvSpPr>
          <p:spPr>
            <a:xfrm>
              <a:off x="403280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rc864"/>
            <p:cNvSpPr/>
            <p:nvPr/>
          </p:nvSpPr>
          <p:spPr>
            <a:xfrm>
              <a:off x="403528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rc865"/>
            <p:cNvSpPr/>
            <p:nvPr/>
          </p:nvSpPr>
          <p:spPr>
            <a:xfrm>
              <a:off x="403775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rc866"/>
            <p:cNvSpPr/>
            <p:nvPr/>
          </p:nvSpPr>
          <p:spPr>
            <a:xfrm>
              <a:off x="404022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rc867"/>
            <p:cNvSpPr/>
            <p:nvPr/>
          </p:nvSpPr>
          <p:spPr>
            <a:xfrm>
              <a:off x="404269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A62D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rc868"/>
            <p:cNvSpPr/>
            <p:nvPr/>
          </p:nvSpPr>
          <p:spPr>
            <a:xfrm>
              <a:off x="3967291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rc869"/>
            <p:cNvSpPr/>
            <p:nvPr/>
          </p:nvSpPr>
          <p:spPr>
            <a:xfrm>
              <a:off x="4118468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70" name="pl870"/>
            <p:cNvSpPr/>
            <p:nvPr/>
          </p:nvSpPr>
          <p:spPr>
            <a:xfrm>
              <a:off x="4118468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l871"/>
            <p:cNvSpPr/>
            <p:nvPr/>
          </p:nvSpPr>
          <p:spPr>
            <a:xfrm>
              <a:off x="4118468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l872"/>
            <p:cNvSpPr/>
            <p:nvPr/>
          </p:nvSpPr>
          <p:spPr>
            <a:xfrm>
              <a:off x="4118468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l873"/>
            <p:cNvSpPr/>
            <p:nvPr/>
          </p:nvSpPr>
          <p:spPr>
            <a:xfrm>
              <a:off x="4118468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l874"/>
            <p:cNvSpPr/>
            <p:nvPr/>
          </p:nvSpPr>
          <p:spPr>
            <a:xfrm>
              <a:off x="413319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l875"/>
            <p:cNvSpPr/>
            <p:nvPr/>
          </p:nvSpPr>
          <p:spPr>
            <a:xfrm>
              <a:off x="415274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l876"/>
            <p:cNvSpPr/>
            <p:nvPr/>
          </p:nvSpPr>
          <p:spPr>
            <a:xfrm>
              <a:off x="417229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l877"/>
            <p:cNvSpPr/>
            <p:nvPr/>
          </p:nvSpPr>
          <p:spPr>
            <a:xfrm>
              <a:off x="419185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l878"/>
            <p:cNvSpPr/>
            <p:nvPr/>
          </p:nvSpPr>
          <p:spPr>
            <a:xfrm>
              <a:off x="4118468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l879"/>
            <p:cNvSpPr/>
            <p:nvPr/>
          </p:nvSpPr>
          <p:spPr>
            <a:xfrm>
              <a:off x="4118468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l880"/>
            <p:cNvSpPr/>
            <p:nvPr/>
          </p:nvSpPr>
          <p:spPr>
            <a:xfrm>
              <a:off x="4118468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l881"/>
            <p:cNvSpPr/>
            <p:nvPr/>
          </p:nvSpPr>
          <p:spPr>
            <a:xfrm>
              <a:off x="4118468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l882"/>
            <p:cNvSpPr/>
            <p:nvPr/>
          </p:nvSpPr>
          <p:spPr>
            <a:xfrm>
              <a:off x="412341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l883"/>
            <p:cNvSpPr/>
            <p:nvPr/>
          </p:nvSpPr>
          <p:spPr>
            <a:xfrm>
              <a:off x="414296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l884"/>
            <p:cNvSpPr/>
            <p:nvPr/>
          </p:nvSpPr>
          <p:spPr>
            <a:xfrm>
              <a:off x="416252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l885"/>
            <p:cNvSpPr/>
            <p:nvPr/>
          </p:nvSpPr>
          <p:spPr>
            <a:xfrm>
              <a:off x="418207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rc886"/>
            <p:cNvSpPr/>
            <p:nvPr/>
          </p:nvSpPr>
          <p:spPr>
            <a:xfrm>
              <a:off x="4122177" y="1764166"/>
              <a:ext cx="2472" cy="138690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rc887"/>
            <p:cNvSpPr/>
            <p:nvPr/>
          </p:nvSpPr>
          <p:spPr>
            <a:xfrm>
              <a:off x="412464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rc888"/>
            <p:cNvSpPr/>
            <p:nvPr/>
          </p:nvSpPr>
          <p:spPr>
            <a:xfrm>
              <a:off x="412712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rc889"/>
            <p:cNvSpPr/>
            <p:nvPr/>
          </p:nvSpPr>
          <p:spPr>
            <a:xfrm>
              <a:off x="4129594" y="3090772"/>
              <a:ext cx="2472" cy="603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rc890"/>
            <p:cNvSpPr/>
            <p:nvPr/>
          </p:nvSpPr>
          <p:spPr>
            <a:xfrm>
              <a:off x="413206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rc891"/>
            <p:cNvSpPr/>
            <p:nvPr/>
          </p:nvSpPr>
          <p:spPr>
            <a:xfrm>
              <a:off x="4134538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rc892"/>
            <p:cNvSpPr/>
            <p:nvPr/>
          </p:nvSpPr>
          <p:spPr>
            <a:xfrm>
              <a:off x="413701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rc893"/>
            <p:cNvSpPr/>
            <p:nvPr/>
          </p:nvSpPr>
          <p:spPr>
            <a:xfrm>
              <a:off x="413948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rc894"/>
            <p:cNvSpPr/>
            <p:nvPr/>
          </p:nvSpPr>
          <p:spPr>
            <a:xfrm>
              <a:off x="4141956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rc895"/>
            <p:cNvSpPr/>
            <p:nvPr/>
          </p:nvSpPr>
          <p:spPr>
            <a:xfrm>
              <a:off x="414442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rc896"/>
            <p:cNvSpPr/>
            <p:nvPr/>
          </p:nvSpPr>
          <p:spPr>
            <a:xfrm>
              <a:off x="414690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rc897"/>
            <p:cNvSpPr/>
            <p:nvPr/>
          </p:nvSpPr>
          <p:spPr>
            <a:xfrm>
              <a:off x="4149373" y="3141023"/>
              <a:ext cx="2472" cy="100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rc898"/>
            <p:cNvSpPr/>
            <p:nvPr/>
          </p:nvSpPr>
          <p:spPr>
            <a:xfrm>
              <a:off x="415184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rc899"/>
            <p:cNvSpPr/>
            <p:nvPr/>
          </p:nvSpPr>
          <p:spPr>
            <a:xfrm>
              <a:off x="415431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rc900"/>
            <p:cNvSpPr/>
            <p:nvPr/>
          </p:nvSpPr>
          <p:spPr>
            <a:xfrm>
              <a:off x="415679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rc901"/>
            <p:cNvSpPr/>
            <p:nvPr/>
          </p:nvSpPr>
          <p:spPr>
            <a:xfrm>
              <a:off x="415926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rc902"/>
            <p:cNvSpPr/>
            <p:nvPr/>
          </p:nvSpPr>
          <p:spPr>
            <a:xfrm>
              <a:off x="416173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rc903"/>
            <p:cNvSpPr/>
            <p:nvPr/>
          </p:nvSpPr>
          <p:spPr>
            <a:xfrm>
              <a:off x="416420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rc904"/>
            <p:cNvSpPr/>
            <p:nvPr/>
          </p:nvSpPr>
          <p:spPr>
            <a:xfrm>
              <a:off x="416667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rc905"/>
            <p:cNvSpPr/>
            <p:nvPr/>
          </p:nvSpPr>
          <p:spPr>
            <a:xfrm>
              <a:off x="416915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rc906"/>
            <p:cNvSpPr/>
            <p:nvPr/>
          </p:nvSpPr>
          <p:spPr>
            <a:xfrm>
              <a:off x="417162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rc907"/>
            <p:cNvSpPr/>
            <p:nvPr/>
          </p:nvSpPr>
          <p:spPr>
            <a:xfrm>
              <a:off x="417409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rc908"/>
            <p:cNvSpPr/>
            <p:nvPr/>
          </p:nvSpPr>
          <p:spPr>
            <a:xfrm>
              <a:off x="417656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rc909"/>
            <p:cNvSpPr/>
            <p:nvPr/>
          </p:nvSpPr>
          <p:spPr>
            <a:xfrm>
              <a:off x="417904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rc910"/>
            <p:cNvSpPr/>
            <p:nvPr/>
          </p:nvSpPr>
          <p:spPr>
            <a:xfrm>
              <a:off x="418151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rc911"/>
            <p:cNvSpPr/>
            <p:nvPr/>
          </p:nvSpPr>
          <p:spPr>
            <a:xfrm>
              <a:off x="418398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rc912"/>
            <p:cNvSpPr/>
            <p:nvPr/>
          </p:nvSpPr>
          <p:spPr>
            <a:xfrm>
              <a:off x="418645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rc913"/>
            <p:cNvSpPr/>
            <p:nvPr/>
          </p:nvSpPr>
          <p:spPr>
            <a:xfrm>
              <a:off x="418893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rc914"/>
            <p:cNvSpPr/>
            <p:nvPr/>
          </p:nvSpPr>
          <p:spPr>
            <a:xfrm>
              <a:off x="419140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rc915"/>
            <p:cNvSpPr/>
            <p:nvPr/>
          </p:nvSpPr>
          <p:spPr>
            <a:xfrm>
              <a:off x="419387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2B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rc916"/>
            <p:cNvSpPr/>
            <p:nvPr/>
          </p:nvSpPr>
          <p:spPr>
            <a:xfrm>
              <a:off x="4118468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rc917"/>
            <p:cNvSpPr/>
            <p:nvPr/>
          </p:nvSpPr>
          <p:spPr>
            <a:xfrm>
              <a:off x="4269645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18" name="pl918"/>
            <p:cNvSpPr/>
            <p:nvPr/>
          </p:nvSpPr>
          <p:spPr>
            <a:xfrm>
              <a:off x="4269645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l919"/>
            <p:cNvSpPr/>
            <p:nvPr/>
          </p:nvSpPr>
          <p:spPr>
            <a:xfrm>
              <a:off x="4269645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l920"/>
            <p:cNvSpPr/>
            <p:nvPr/>
          </p:nvSpPr>
          <p:spPr>
            <a:xfrm>
              <a:off x="4269645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l921"/>
            <p:cNvSpPr/>
            <p:nvPr/>
          </p:nvSpPr>
          <p:spPr>
            <a:xfrm>
              <a:off x="4269645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l922"/>
            <p:cNvSpPr/>
            <p:nvPr/>
          </p:nvSpPr>
          <p:spPr>
            <a:xfrm>
              <a:off x="428436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l923"/>
            <p:cNvSpPr/>
            <p:nvPr/>
          </p:nvSpPr>
          <p:spPr>
            <a:xfrm>
              <a:off x="430392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l924"/>
            <p:cNvSpPr/>
            <p:nvPr/>
          </p:nvSpPr>
          <p:spPr>
            <a:xfrm>
              <a:off x="432347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l925"/>
            <p:cNvSpPr/>
            <p:nvPr/>
          </p:nvSpPr>
          <p:spPr>
            <a:xfrm>
              <a:off x="434303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l926"/>
            <p:cNvSpPr/>
            <p:nvPr/>
          </p:nvSpPr>
          <p:spPr>
            <a:xfrm>
              <a:off x="4269645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l927"/>
            <p:cNvSpPr/>
            <p:nvPr/>
          </p:nvSpPr>
          <p:spPr>
            <a:xfrm>
              <a:off x="4269645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l928"/>
            <p:cNvSpPr/>
            <p:nvPr/>
          </p:nvSpPr>
          <p:spPr>
            <a:xfrm>
              <a:off x="4269645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l929"/>
            <p:cNvSpPr/>
            <p:nvPr/>
          </p:nvSpPr>
          <p:spPr>
            <a:xfrm>
              <a:off x="4269645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l930"/>
            <p:cNvSpPr/>
            <p:nvPr/>
          </p:nvSpPr>
          <p:spPr>
            <a:xfrm>
              <a:off x="427459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l931"/>
            <p:cNvSpPr/>
            <p:nvPr/>
          </p:nvSpPr>
          <p:spPr>
            <a:xfrm>
              <a:off x="429414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l932"/>
            <p:cNvSpPr/>
            <p:nvPr/>
          </p:nvSpPr>
          <p:spPr>
            <a:xfrm>
              <a:off x="431369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l933"/>
            <p:cNvSpPr/>
            <p:nvPr/>
          </p:nvSpPr>
          <p:spPr>
            <a:xfrm>
              <a:off x="4333252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rc934"/>
            <p:cNvSpPr/>
            <p:nvPr/>
          </p:nvSpPr>
          <p:spPr>
            <a:xfrm>
              <a:off x="4273354" y="1683766"/>
              <a:ext cx="2472" cy="14673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rc935"/>
            <p:cNvSpPr/>
            <p:nvPr/>
          </p:nvSpPr>
          <p:spPr>
            <a:xfrm>
              <a:off x="427582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rc936"/>
            <p:cNvSpPr/>
            <p:nvPr/>
          </p:nvSpPr>
          <p:spPr>
            <a:xfrm>
              <a:off x="427829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rc937"/>
            <p:cNvSpPr/>
            <p:nvPr/>
          </p:nvSpPr>
          <p:spPr>
            <a:xfrm>
              <a:off x="4280771" y="3110873"/>
              <a:ext cx="2472" cy="402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rc938"/>
            <p:cNvSpPr/>
            <p:nvPr/>
          </p:nvSpPr>
          <p:spPr>
            <a:xfrm>
              <a:off x="428324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rc939"/>
            <p:cNvSpPr/>
            <p:nvPr/>
          </p:nvSpPr>
          <p:spPr>
            <a:xfrm>
              <a:off x="4285716" y="3110873"/>
              <a:ext cx="2472" cy="402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rc940"/>
            <p:cNvSpPr/>
            <p:nvPr/>
          </p:nvSpPr>
          <p:spPr>
            <a:xfrm>
              <a:off x="428818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rc941"/>
            <p:cNvSpPr/>
            <p:nvPr/>
          </p:nvSpPr>
          <p:spPr>
            <a:xfrm>
              <a:off x="429066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rc942"/>
            <p:cNvSpPr/>
            <p:nvPr/>
          </p:nvSpPr>
          <p:spPr>
            <a:xfrm>
              <a:off x="429313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rc943"/>
            <p:cNvSpPr/>
            <p:nvPr/>
          </p:nvSpPr>
          <p:spPr>
            <a:xfrm>
              <a:off x="429560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rc944"/>
            <p:cNvSpPr/>
            <p:nvPr/>
          </p:nvSpPr>
          <p:spPr>
            <a:xfrm>
              <a:off x="429807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rc945"/>
            <p:cNvSpPr/>
            <p:nvPr/>
          </p:nvSpPr>
          <p:spPr>
            <a:xfrm>
              <a:off x="430055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rc946"/>
            <p:cNvSpPr/>
            <p:nvPr/>
          </p:nvSpPr>
          <p:spPr>
            <a:xfrm>
              <a:off x="430302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rc947"/>
            <p:cNvSpPr/>
            <p:nvPr/>
          </p:nvSpPr>
          <p:spPr>
            <a:xfrm>
              <a:off x="430549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rc948"/>
            <p:cNvSpPr/>
            <p:nvPr/>
          </p:nvSpPr>
          <p:spPr>
            <a:xfrm>
              <a:off x="4307967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rc949"/>
            <p:cNvSpPr/>
            <p:nvPr/>
          </p:nvSpPr>
          <p:spPr>
            <a:xfrm>
              <a:off x="431043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rc950"/>
            <p:cNvSpPr/>
            <p:nvPr/>
          </p:nvSpPr>
          <p:spPr>
            <a:xfrm>
              <a:off x="431291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rc951"/>
            <p:cNvSpPr/>
            <p:nvPr/>
          </p:nvSpPr>
          <p:spPr>
            <a:xfrm>
              <a:off x="4315384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rc952"/>
            <p:cNvSpPr/>
            <p:nvPr/>
          </p:nvSpPr>
          <p:spPr>
            <a:xfrm>
              <a:off x="431785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rc953"/>
            <p:cNvSpPr/>
            <p:nvPr/>
          </p:nvSpPr>
          <p:spPr>
            <a:xfrm>
              <a:off x="4320329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rc954"/>
            <p:cNvSpPr/>
            <p:nvPr/>
          </p:nvSpPr>
          <p:spPr>
            <a:xfrm>
              <a:off x="432280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rc955"/>
            <p:cNvSpPr/>
            <p:nvPr/>
          </p:nvSpPr>
          <p:spPr>
            <a:xfrm>
              <a:off x="432527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rc956"/>
            <p:cNvSpPr/>
            <p:nvPr/>
          </p:nvSpPr>
          <p:spPr>
            <a:xfrm>
              <a:off x="4327746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rc957"/>
            <p:cNvSpPr/>
            <p:nvPr/>
          </p:nvSpPr>
          <p:spPr>
            <a:xfrm>
              <a:off x="433021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rc958"/>
            <p:cNvSpPr/>
            <p:nvPr/>
          </p:nvSpPr>
          <p:spPr>
            <a:xfrm>
              <a:off x="4332691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rc959"/>
            <p:cNvSpPr/>
            <p:nvPr/>
          </p:nvSpPr>
          <p:spPr>
            <a:xfrm>
              <a:off x="4335163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rc960"/>
            <p:cNvSpPr/>
            <p:nvPr/>
          </p:nvSpPr>
          <p:spPr>
            <a:xfrm>
              <a:off x="4337635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rc961"/>
            <p:cNvSpPr/>
            <p:nvPr/>
          </p:nvSpPr>
          <p:spPr>
            <a:xfrm>
              <a:off x="4340108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rc962"/>
            <p:cNvSpPr/>
            <p:nvPr/>
          </p:nvSpPr>
          <p:spPr>
            <a:xfrm>
              <a:off x="4342580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rc963"/>
            <p:cNvSpPr/>
            <p:nvPr/>
          </p:nvSpPr>
          <p:spPr>
            <a:xfrm>
              <a:off x="4345052" y="3151073"/>
              <a:ext cx="247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A9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rc964"/>
            <p:cNvSpPr/>
            <p:nvPr/>
          </p:nvSpPr>
          <p:spPr>
            <a:xfrm>
              <a:off x="4269645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rc965"/>
            <p:cNvSpPr/>
            <p:nvPr/>
          </p:nvSpPr>
          <p:spPr>
            <a:xfrm>
              <a:off x="4420822" y="1198851"/>
              <a:ext cx="81588" cy="2045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66" name="pl966"/>
            <p:cNvSpPr/>
            <p:nvPr/>
          </p:nvSpPr>
          <p:spPr>
            <a:xfrm>
              <a:off x="4420822" y="2899822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l967"/>
            <p:cNvSpPr/>
            <p:nvPr/>
          </p:nvSpPr>
          <p:spPr>
            <a:xfrm>
              <a:off x="4420822" y="2397319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l968"/>
            <p:cNvSpPr/>
            <p:nvPr/>
          </p:nvSpPr>
          <p:spPr>
            <a:xfrm>
              <a:off x="4420822" y="1894817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l969"/>
            <p:cNvSpPr/>
            <p:nvPr/>
          </p:nvSpPr>
          <p:spPr>
            <a:xfrm>
              <a:off x="4420822" y="1392314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l970"/>
            <p:cNvSpPr/>
            <p:nvPr/>
          </p:nvSpPr>
          <p:spPr>
            <a:xfrm>
              <a:off x="4435544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l971"/>
            <p:cNvSpPr/>
            <p:nvPr/>
          </p:nvSpPr>
          <p:spPr>
            <a:xfrm>
              <a:off x="4455098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l972"/>
            <p:cNvSpPr/>
            <p:nvPr/>
          </p:nvSpPr>
          <p:spPr>
            <a:xfrm>
              <a:off x="4474653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l973"/>
            <p:cNvSpPr/>
            <p:nvPr/>
          </p:nvSpPr>
          <p:spPr>
            <a:xfrm>
              <a:off x="449420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l974"/>
            <p:cNvSpPr/>
            <p:nvPr/>
          </p:nvSpPr>
          <p:spPr>
            <a:xfrm>
              <a:off x="4420822" y="3151073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l975"/>
            <p:cNvSpPr/>
            <p:nvPr/>
          </p:nvSpPr>
          <p:spPr>
            <a:xfrm>
              <a:off x="4420822" y="2648570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l976"/>
            <p:cNvSpPr/>
            <p:nvPr/>
          </p:nvSpPr>
          <p:spPr>
            <a:xfrm>
              <a:off x="4420822" y="2146068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l977"/>
            <p:cNvSpPr/>
            <p:nvPr/>
          </p:nvSpPr>
          <p:spPr>
            <a:xfrm>
              <a:off x="4420822" y="1643566"/>
              <a:ext cx="81588" cy="0"/>
            </a:xfrm>
            <a:custGeom>
              <a:avLst/>
              <a:gdLst/>
              <a:ahLst/>
              <a:cxnLst/>
              <a:rect l="0" t="0" r="0" b="0"/>
              <a:pathLst>
                <a:path w="81588">
                  <a:moveTo>
                    <a:pt x="0" y="0"/>
                  </a:moveTo>
                  <a:lnTo>
                    <a:pt x="81588" y="0"/>
                  </a:lnTo>
                  <a:lnTo>
                    <a:pt x="8158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l978"/>
            <p:cNvSpPr/>
            <p:nvPr/>
          </p:nvSpPr>
          <p:spPr>
            <a:xfrm>
              <a:off x="4425767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l979"/>
            <p:cNvSpPr/>
            <p:nvPr/>
          </p:nvSpPr>
          <p:spPr>
            <a:xfrm>
              <a:off x="4445321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l980"/>
            <p:cNvSpPr/>
            <p:nvPr/>
          </p:nvSpPr>
          <p:spPr>
            <a:xfrm>
              <a:off x="4464875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l981"/>
            <p:cNvSpPr/>
            <p:nvPr/>
          </p:nvSpPr>
          <p:spPr>
            <a:xfrm>
              <a:off x="4484430" y="1198851"/>
              <a:ext cx="0" cy="2045184"/>
            </a:xfrm>
            <a:custGeom>
              <a:avLst/>
              <a:gdLst/>
              <a:ahLst/>
              <a:cxnLst/>
              <a:rect l="0" t="0" r="0" b="0"/>
              <a:pathLst>
                <a:path h="2045184">
                  <a:moveTo>
                    <a:pt x="0" y="20451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rc982"/>
            <p:cNvSpPr/>
            <p:nvPr/>
          </p:nvSpPr>
          <p:spPr>
            <a:xfrm>
              <a:off x="4420822" y="1198851"/>
              <a:ext cx="81588" cy="2045184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rc983"/>
            <p:cNvSpPr/>
            <p:nvPr/>
          </p:nvSpPr>
          <p:spPr>
            <a:xfrm>
              <a:off x="1397280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tx984"/>
            <p:cNvSpPr/>
            <p:nvPr/>
          </p:nvSpPr>
          <p:spPr>
            <a:xfrm>
              <a:off x="1211334" y="1027900"/>
              <a:ext cx="453479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Arrayana</a:t>
              </a:r>
            </a:p>
          </p:txBody>
        </p:sp>
        <p:sp>
          <p:nvSpPr>
            <p:cNvPr id="985" name="rc985"/>
            <p:cNvSpPr/>
            <p:nvPr/>
          </p:nvSpPr>
          <p:spPr>
            <a:xfrm>
              <a:off x="1548457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tx986"/>
            <p:cNvSpPr/>
            <p:nvPr/>
          </p:nvSpPr>
          <p:spPr>
            <a:xfrm>
              <a:off x="1412198" y="1050110"/>
              <a:ext cx="354106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Eureka</a:t>
              </a:r>
            </a:p>
          </p:txBody>
        </p:sp>
        <p:sp>
          <p:nvSpPr>
            <p:cNvPr id="987" name="rc987"/>
            <p:cNvSpPr/>
            <p:nvPr/>
          </p:nvSpPr>
          <p:spPr>
            <a:xfrm>
              <a:off x="1699634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tx988"/>
            <p:cNvSpPr/>
            <p:nvPr/>
          </p:nvSpPr>
          <p:spPr>
            <a:xfrm>
              <a:off x="1529268" y="1050110"/>
              <a:ext cx="42231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Fairchild</a:t>
              </a:r>
            </a:p>
          </p:txBody>
        </p:sp>
        <p:sp>
          <p:nvSpPr>
            <p:cNvPr id="989" name="rc989"/>
            <p:cNvSpPr/>
            <p:nvPr/>
          </p:nvSpPr>
          <p:spPr>
            <a:xfrm>
              <a:off x="1850811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tx990"/>
            <p:cNvSpPr/>
            <p:nvPr/>
          </p:nvSpPr>
          <p:spPr>
            <a:xfrm>
              <a:off x="1534443" y="1050110"/>
              <a:ext cx="7143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Frost Valencia</a:t>
              </a:r>
            </a:p>
          </p:txBody>
        </p:sp>
        <p:sp>
          <p:nvSpPr>
            <p:cNvPr id="991" name="rc991"/>
            <p:cNvSpPr/>
            <p:nvPr/>
          </p:nvSpPr>
          <p:spPr>
            <a:xfrm>
              <a:off x="2001988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tx992"/>
            <p:cNvSpPr/>
            <p:nvPr/>
          </p:nvSpPr>
          <p:spPr>
            <a:xfrm>
              <a:off x="1648321" y="1048691"/>
              <a:ext cx="788923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Garcia Valencia</a:t>
              </a:r>
            </a:p>
          </p:txBody>
        </p:sp>
        <p:sp>
          <p:nvSpPr>
            <p:cNvPr id="993" name="rc993"/>
            <p:cNvSpPr/>
            <p:nvPr/>
          </p:nvSpPr>
          <p:spPr>
            <a:xfrm>
              <a:off x="2153165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tx994"/>
            <p:cNvSpPr/>
            <p:nvPr/>
          </p:nvSpPr>
          <p:spPr>
            <a:xfrm>
              <a:off x="1796387" y="1048691"/>
              <a:ext cx="79514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García Valencia</a:t>
              </a:r>
            </a:p>
          </p:txBody>
        </p:sp>
        <p:sp>
          <p:nvSpPr>
            <p:cNvPr id="995" name="rc995"/>
            <p:cNvSpPr/>
            <p:nvPr/>
          </p:nvSpPr>
          <p:spPr>
            <a:xfrm>
              <a:off x="2304343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tx996"/>
            <p:cNvSpPr/>
            <p:nvPr/>
          </p:nvSpPr>
          <p:spPr>
            <a:xfrm>
              <a:off x="2171248" y="1050110"/>
              <a:ext cx="347776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Hamlin</a:t>
              </a:r>
            </a:p>
          </p:txBody>
        </p:sp>
        <p:sp>
          <p:nvSpPr>
            <p:cNvPr id="997" name="rc997"/>
            <p:cNvSpPr/>
            <p:nvPr/>
          </p:nvSpPr>
          <p:spPr>
            <a:xfrm>
              <a:off x="2455520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tx998"/>
            <p:cNvSpPr/>
            <p:nvPr/>
          </p:nvSpPr>
          <p:spPr>
            <a:xfrm>
              <a:off x="2250829" y="1050110"/>
              <a:ext cx="490969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Lannelate</a:t>
              </a:r>
            </a:p>
          </p:txBody>
        </p:sp>
        <p:sp>
          <p:nvSpPr>
            <p:cNvPr id="999" name="rc999"/>
            <p:cNvSpPr/>
            <p:nvPr/>
          </p:nvSpPr>
          <p:spPr>
            <a:xfrm>
              <a:off x="2606697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tx1000"/>
            <p:cNvSpPr/>
            <p:nvPr/>
          </p:nvSpPr>
          <p:spPr>
            <a:xfrm>
              <a:off x="2482852" y="1048637"/>
              <a:ext cx="329277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Oneco</a:t>
              </a:r>
            </a:p>
          </p:txBody>
        </p:sp>
        <p:sp>
          <p:nvSpPr>
            <p:cNvPr id="1001" name="rc1001"/>
            <p:cNvSpPr/>
            <p:nvPr/>
          </p:nvSpPr>
          <p:spPr>
            <a:xfrm>
              <a:off x="2757874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tx1002"/>
            <p:cNvSpPr/>
            <p:nvPr/>
          </p:nvSpPr>
          <p:spPr>
            <a:xfrm>
              <a:off x="2416703" y="1048637"/>
              <a:ext cx="763929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Owari Satsuma</a:t>
              </a:r>
            </a:p>
          </p:txBody>
        </p:sp>
        <p:sp>
          <p:nvSpPr>
            <p:cNvPr id="1003" name="rc1003"/>
            <p:cNvSpPr/>
            <p:nvPr/>
          </p:nvSpPr>
          <p:spPr>
            <a:xfrm>
              <a:off x="2909051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tx1004"/>
            <p:cNvSpPr/>
            <p:nvPr/>
          </p:nvSpPr>
          <p:spPr>
            <a:xfrm>
              <a:off x="2760377" y="1027900"/>
              <a:ext cx="378936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Pajarito</a:t>
              </a:r>
            </a:p>
          </p:txBody>
        </p:sp>
        <p:sp>
          <p:nvSpPr>
            <p:cNvPr id="1005" name="rc1005"/>
            <p:cNvSpPr/>
            <p:nvPr/>
          </p:nvSpPr>
          <p:spPr>
            <a:xfrm>
              <a:off x="3060228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tx1006"/>
            <p:cNvSpPr/>
            <p:nvPr/>
          </p:nvSpPr>
          <p:spPr>
            <a:xfrm>
              <a:off x="2911554" y="1027463"/>
              <a:ext cx="378936" cy="1039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Pajárito</a:t>
              </a:r>
            </a:p>
          </p:txBody>
        </p:sp>
        <p:sp>
          <p:nvSpPr>
            <p:cNvPr id="1007" name="rc1007"/>
            <p:cNvSpPr/>
            <p:nvPr/>
          </p:nvSpPr>
          <p:spPr>
            <a:xfrm>
              <a:off x="3211405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tx1008"/>
            <p:cNvSpPr/>
            <p:nvPr/>
          </p:nvSpPr>
          <p:spPr>
            <a:xfrm>
              <a:off x="2901230" y="1050110"/>
              <a:ext cx="7019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Parson Brown</a:t>
              </a:r>
            </a:p>
          </p:txBody>
        </p:sp>
        <p:sp>
          <p:nvSpPr>
            <p:cNvPr id="1009" name="rc1009"/>
            <p:cNvSpPr/>
            <p:nvPr/>
          </p:nvSpPr>
          <p:spPr>
            <a:xfrm>
              <a:off x="3362582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tx1010"/>
            <p:cNvSpPr/>
            <p:nvPr/>
          </p:nvSpPr>
          <p:spPr>
            <a:xfrm>
              <a:off x="3092762" y="1049673"/>
              <a:ext cx="621228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Pera del Río</a:t>
              </a:r>
            </a:p>
          </p:txBody>
        </p:sp>
        <p:sp>
          <p:nvSpPr>
            <p:cNvPr id="1011" name="rc1011"/>
            <p:cNvSpPr/>
            <p:nvPr/>
          </p:nvSpPr>
          <p:spPr>
            <a:xfrm>
              <a:off x="3513760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tx1012"/>
            <p:cNvSpPr/>
            <p:nvPr/>
          </p:nvSpPr>
          <p:spPr>
            <a:xfrm>
              <a:off x="3374417" y="1050110"/>
              <a:ext cx="360273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Perrine</a:t>
              </a:r>
            </a:p>
          </p:txBody>
        </p:sp>
        <p:sp>
          <p:nvSpPr>
            <p:cNvPr id="1013" name="rc1013"/>
            <p:cNvSpPr/>
            <p:nvPr/>
          </p:nvSpPr>
          <p:spPr>
            <a:xfrm>
              <a:off x="3664937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tx1014"/>
            <p:cNvSpPr/>
            <p:nvPr/>
          </p:nvSpPr>
          <p:spPr>
            <a:xfrm>
              <a:off x="3457163" y="1029210"/>
              <a:ext cx="497135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Pinneaple</a:t>
              </a:r>
            </a:p>
          </p:txBody>
        </p:sp>
        <p:sp>
          <p:nvSpPr>
            <p:cNvPr id="1015" name="rc1015"/>
            <p:cNvSpPr/>
            <p:nvPr/>
          </p:nvSpPr>
          <p:spPr>
            <a:xfrm>
              <a:off x="3816114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tx1016"/>
            <p:cNvSpPr/>
            <p:nvPr/>
          </p:nvSpPr>
          <p:spPr>
            <a:xfrm>
              <a:off x="3577262" y="1029210"/>
              <a:ext cx="559291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Pinneapple</a:t>
              </a:r>
            </a:p>
          </p:txBody>
        </p:sp>
        <p:sp>
          <p:nvSpPr>
            <p:cNvPr id="1017" name="rc1017"/>
            <p:cNvSpPr/>
            <p:nvPr/>
          </p:nvSpPr>
          <p:spPr>
            <a:xfrm>
              <a:off x="3967291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tx1018"/>
            <p:cNvSpPr/>
            <p:nvPr/>
          </p:nvSpPr>
          <p:spPr>
            <a:xfrm>
              <a:off x="3635315" y="1026536"/>
              <a:ext cx="745539" cy="10488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Sweety orange</a:t>
              </a:r>
            </a:p>
          </p:txBody>
        </p:sp>
        <p:sp>
          <p:nvSpPr>
            <p:cNvPr id="1019" name="rc1019"/>
            <p:cNvSpPr/>
            <p:nvPr/>
          </p:nvSpPr>
          <p:spPr>
            <a:xfrm>
              <a:off x="4118468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tx1020"/>
            <p:cNvSpPr/>
            <p:nvPr/>
          </p:nvSpPr>
          <p:spPr>
            <a:xfrm>
              <a:off x="3774105" y="1026481"/>
              <a:ext cx="770314" cy="1049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Sweety Orange</a:t>
              </a:r>
            </a:p>
          </p:txBody>
        </p:sp>
        <p:sp>
          <p:nvSpPr>
            <p:cNvPr id="1021" name="rc1021"/>
            <p:cNvSpPr/>
            <p:nvPr/>
          </p:nvSpPr>
          <p:spPr>
            <a:xfrm>
              <a:off x="4269645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tx1022"/>
            <p:cNvSpPr/>
            <p:nvPr/>
          </p:nvSpPr>
          <p:spPr>
            <a:xfrm>
              <a:off x="4015350" y="1027900"/>
              <a:ext cx="590177" cy="1035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Washington</a:t>
              </a:r>
            </a:p>
          </p:txBody>
        </p:sp>
        <p:sp>
          <p:nvSpPr>
            <p:cNvPr id="1023" name="rc1023"/>
            <p:cNvSpPr/>
            <p:nvPr/>
          </p:nvSpPr>
          <p:spPr>
            <a:xfrm>
              <a:off x="4420822" y="983989"/>
              <a:ext cx="81588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tx1024"/>
            <p:cNvSpPr/>
            <p:nvPr/>
          </p:nvSpPr>
          <p:spPr>
            <a:xfrm>
              <a:off x="4383990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025" name="pl1025"/>
            <p:cNvSpPr/>
            <p:nvPr/>
          </p:nvSpPr>
          <p:spPr>
            <a:xfrm>
              <a:off x="140222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l1026"/>
            <p:cNvSpPr/>
            <p:nvPr/>
          </p:nvSpPr>
          <p:spPr>
            <a:xfrm>
              <a:off x="142177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l1027"/>
            <p:cNvSpPr/>
            <p:nvPr/>
          </p:nvSpPr>
          <p:spPr>
            <a:xfrm>
              <a:off x="144133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l1028"/>
            <p:cNvSpPr/>
            <p:nvPr/>
          </p:nvSpPr>
          <p:spPr>
            <a:xfrm>
              <a:off x="146088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tx1029"/>
            <p:cNvSpPr/>
            <p:nvPr/>
          </p:nvSpPr>
          <p:spPr>
            <a:xfrm rot="-2700000">
              <a:off x="1398833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30" name="tx1030"/>
            <p:cNvSpPr/>
            <p:nvPr/>
          </p:nvSpPr>
          <p:spPr>
            <a:xfrm rot="-2700000">
              <a:off x="1418368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31" name="tx1031"/>
            <p:cNvSpPr/>
            <p:nvPr/>
          </p:nvSpPr>
          <p:spPr>
            <a:xfrm rot="-2700000">
              <a:off x="143794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32" name="tx1032"/>
            <p:cNvSpPr/>
            <p:nvPr/>
          </p:nvSpPr>
          <p:spPr>
            <a:xfrm rot="-2700000">
              <a:off x="145749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033" name="pl1033"/>
            <p:cNvSpPr/>
            <p:nvPr/>
          </p:nvSpPr>
          <p:spPr>
            <a:xfrm>
              <a:off x="155340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l1034"/>
            <p:cNvSpPr/>
            <p:nvPr/>
          </p:nvSpPr>
          <p:spPr>
            <a:xfrm>
              <a:off x="157295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l1035"/>
            <p:cNvSpPr/>
            <p:nvPr/>
          </p:nvSpPr>
          <p:spPr>
            <a:xfrm>
              <a:off x="159251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l1036"/>
            <p:cNvSpPr/>
            <p:nvPr/>
          </p:nvSpPr>
          <p:spPr>
            <a:xfrm>
              <a:off x="161206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tx1037"/>
            <p:cNvSpPr/>
            <p:nvPr/>
          </p:nvSpPr>
          <p:spPr>
            <a:xfrm rot="-2700000">
              <a:off x="155001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38" name="tx1038"/>
            <p:cNvSpPr/>
            <p:nvPr/>
          </p:nvSpPr>
          <p:spPr>
            <a:xfrm rot="-2700000">
              <a:off x="1569545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39" name="tx1039"/>
            <p:cNvSpPr/>
            <p:nvPr/>
          </p:nvSpPr>
          <p:spPr>
            <a:xfrm rot="-2700000">
              <a:off x="158911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40" name="tx1040"/>
            <p:cNvSpPr/>
            <p:nvPr/>
          </p:nvSpPr>
          <p:spPr>
            <a:xfrm rot="-2700000">
              <a:off x="1608673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041" name="pl1041"/>
            <p:cNvSpPr/>
            <p:nvPr/>
          </p:nvSpPr>
          <p:spPr>
            <a:xfrm>
              <a:off x="170457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l1042"/>
            <p:cNvSpPr/>
            <p:nvPr/>
          </p:nvSpPr>
          <p:spPr>
            <a:xfrm>
              <a:off x="172413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l1043"/>
            <p:cNvSpPr/>
            <p:nvPr/>
          </p:nvSpPr>
          <p:spPr>
            <a:xfrm>
              <a:off x="174368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l1044"/>
            <p:cNvSpPr/>
            <p:nvPr/>
          </p:nvSpPr>
          <p:spPr>
            <a:xfrm>
              <a:off x="176324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tx1045"/>
            <p:cNvSpPr/>
            <p:nvPr/>
          </p:nvSpPr>
          <p:spPr>
            <a:xfrm rot="-2700000">
              <a:off x="170118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46" name="tx1046"/>
            <p:cNvSpPr/>
            <p:nvPr/>
          </p:nvSpPr>
          <p:spPr>
            <a:xfrm rot="-2700000">
              <a:off x="1720722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47" name="tx1047"/>
            <p:cNvSpPr/>
            <p:nvPr/>
          </p:nvSpPr>
          <p:spPr>
            <a:xfrm rot="-2700000">
              <a:off x="1740296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48" name="tx1048"/>
            <p:cNvSpPr/>
            <p:nvPr/>
          </p:nvSpPr>
          <p:spPr>
            <a:xfrm rot="-2700000">
              <a:off x="175985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049" name="pl1049"/>
            <p:cNvSpPr/>
            <p:nvPr/>
          </p:nvSpPr>
          <p:spPr>
            <a:xfrm>
              <a:off x="185575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l1050"/>
            <p:cNvSpPr/>
            <p:nvPr/>
          </p:nvSpPr>
          <p:spPr>
            <a:xfrm>
              <a:off x="187531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l1051"/>
            <p:cNvSpPr/>
            <p:nvPr/>
          </p:nvSpPr>
          <p:spPr>
            <a:xfrm>
              <a:off x="189486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l1052"/>
            <p:cNvSpPr/>
            <p:nvPr/>
          </p:nvSpPr>
          <p:spPr>
            <a:xfrm>
              <a:off x="191441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tx1053"/>
            <p:cNvSpPr/>
            <p:nvPr/>
          </p:nvSpPr>
          <p:spPr>
            <a:xfrm rot="-2700000">
              <a:off x="185236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54" name="tx1054"/>
            <p:cNvSpPr/>
            <p:nvPr/>
          </p:nvSpPr>
          <p:spPr>
            <a:xfrm rot="-2700000">
              <a:off x="1871899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55" name="tx1055"/>
            <p:cNvSpPr/>
            <p:nvPr/>
          </p:nvSpPr>
          <p:spPr>
            <a:xfrm rot="-2700000">
              <a:off x="1891473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56" name="tx1056"/>
            <p:cNvSpPr/>
            <p:nvPr/>
          </p:nvSpPr>
          <p:spPr>
            <a:xfrm rot="-2700000">
              <a:off x="191102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057" name="pl1057"/>
            <p:cNvSpPr/>
            <p:nvPr/>
          </p:nvSpPr>
          <p:spPr>
            <a:xfrm>
              <a:off x="200693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pl1058"/>
            <p:cNvSpPr/>
            <p:nvPr/>
          </p:nvSpPr>
          <p:spPr>
            <a:xfrm>
              <a:off x="202648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l1059"/>
            <p:cNvSpPr/>
            <p:nvPr/>
          </p:nvSpPr>
          <p:spPr>
            <a:xfrm>
              <a:off x="204604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l1060"/>
            <p:cNvSpPr/>
            <p:nvPr/>
          </p:nvSpPr>
          <p:spPr>
            <a:xfrm>
              <a:off x="206559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tx1061"/>
            <p:cNvSpPr/>
            <p:nvPr/>
          </p:nvSpPr>
          <p:spPr>
            <a:xfrm rot="-2700000">
              <a:off x="200354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62" name="tx1062"/>
            <p:cNvSpPr/>
            <p:nvPr/>
          </p:nvSpPr>
          <p:spPr>
            <a:xfrm rot="-2700000">
              <a:off x="2023076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63" name="tx1063"/>
            <p:cNvSpPr/>
            <p:nvPr/>
          </p:nvSpPr>
          <p:spPr>
            <a:xfrm rot="-2700000">
              <a:off x="204265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64" name="tx1064"/>
            <p:cNvSpPr/>
            <p:nvPr/>
          </p:nvSpPr>
          <p:spPr>
            <a:xfrm rot="-2700000">
              <a:off x="206220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065" name="pl1065"/>
            <p:cNvSpPr/>
            <p:nvPr/>
          </p:nvSpPr>
          <p:spPr>
            <a:xfrm>
              <a:off x="215811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l1066"/>
            <p:cNvSpPr/>
            <p:nvPr/>
          </p:nvSpPr>
          <p:spPr>
            <a:xfrm>
              <a:off x="217766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l1067"/>
            <p:cNvSpPr/>
            <p:nvPr/>
          </p:nvSpPr>
          <p:spPr>
            <a:xfrm>
              <a:off x="219721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l1068"/>
            <p:cNvSpPr/>
            <p:nvPr/>
          </p:nvSpPr>
          <p:spPr>
            <a:xfrm>
              <a:off x="221677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tx1069"/>
            <p:cNvSpPr/>
            <p:nvPr/>
          </p:nvSpPr>
          <p:spPr>
            <a:xfrm rot="-2700000">
              <a:off x="2154719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70" name="tx1070"/>
            <p:cNvSpPr/>
            <p:nvPr/>
          </p:nvSpPr>
          <p:spPr>
            <a:xfrm rot="-2700000">
              <a:off x="2174253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71" name="tx1071"/>
            <p:cNvSpPr/>
            <p:nvPr/>
          </p:nvSpPr>
          <p:spPr>
            <a:xfrm rot="-2700000">
              <a:off x="219382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72" name="tx1072"/>
            <p:cNvSpPr/>
            <p:nvPr/>
          </p:nvSpPr>
          <p:spPr>
            <a:xfrm rot="-2700000">
              <a:off x="221338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073" name="pl1073"/>
            <p:cNvSpPr/>
            <p:nvPr/>
          </p:nvSpPr>
          <p:spPr>
            <a:xfrm>
              <a:off x="230928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l1074"/>
            <p:cNvSpPr/>
            <p:nvPr/>
          </p:nvSpPr>
          <p:spPr>
            <a:xfrm>
              <a:off x="232884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l1075"/>
            <p:cNvSpPr/>
            <p:nvPr/>
          </p:nvSpPr>
          <p:spPr>
            <a:xfrm>
              <a:off x="234839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l1076"/>
            <p:cNvSpPr/>
            <p:nvPr/>
          </p:nvSpPr>
          <p:spPr>
            <a:xfrm>
              <a:off x="236795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tx1077"/>
            <p:cNvSpPr/>
            <p:nvPr/>
          </p:nvSpPr>
          <p:spPr>
            <a:xfrm rot="-2700000">
              <a:off x="2305896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78" name="tx1078"/>
            <p:cNvSpPr/>
            <p:nvPr/>
          </p:nvSpPr>
          <p:spPr>
            <a:xfrm rot="-2700000">
              <a:off x="2325431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79" name="tx1079"/>
            <p:cNvSpPr/>
            <p:nvPr/>
          </p:nvSpPr>
          <p:spPr>
            <a:xfrm rot="-2700000">
              <a:off x="234500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80" name="tx1080"/>
            <p:cNvSpPr/>
            <p:nvPr/>
          </p:nvSpPr>
          <p:spPr>
            <a:xfrm rot="-2700000">
              <a:off x="236455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081" name="pl1081"/>
            <p:cNvSpPr/>
            <p:nvPr/>
          </p:nvSpPr>
          <p:spPr>
            <a:xfrm>
              <a:off x="246046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l1082"/>
            <p:cNvSpPr/>
            <p:nvPr/>
          </p:nvSpPr>
          <p:spPr>
            <a:xfrm>
              <a:off x="248001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l1083"/>
            <p:cNvSpPr/>
            <p:nvPr/>
          </p:nvSpPr>
          <p:spPr>
            <a:xfrm>
              <a:off x="249957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l1084"/>
            <p:cNvSpPr/>
            <p:nvPr/>
          </p:nvSpPr>
          <p:spPr>
            <a:xfrm>
              <a:off x="251912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tx1085"/>
            <p:cNvSpPr/>
            <p:nvPr/>
          </p:nvSpPr>
          <p:spPr>
            <a:xfrm rot="-2700000">
              <a:off x="2457073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86" name="tx1086"/>
            <p:cNvSpPr/>
            <p:nvPr/>
          </p:nvSpPr>
          <p:spPr>
            <a:xfrm rot="-2700000">
              <a:off x="2476608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87" name="tx1087"/>
            <p:cNvSpPr/>
            <p:nvPr/>
          </p:nvSpPr>
          <p:spPr>
            <a:xfrm rot="-2700000">
              <a:off x="249618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88" name="tx1088"/>
            <p:cNvSpPr/>
            <p:nvPr/>
          </p:nvSpPr>
          <p:spPr>
            <a:xfrm rot="-2700000">
              <a:off x="251573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089" name="pl1089"/>
            <p:cNvSpPr/>
            <p:nvPr/>
          </p:nvSpPr>
          <p:spPr>
            <a:xfrm>
              <a:off x="261164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l1090"/>
            <p:cNvSpPr/>
            <p:nvPr/>
          </p:nvSpPr>
          <p:spPr>
            <a:xfrm>
              <a:off x="263119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l1091"/>
            <p:cNvSpPr/>
            <p:nvPr/>
          </p:nvSpPr>
          <p:spPr>
            <a:xfrm>
              <a:off x="265075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l1092"/>
            <p:cNvSpPr/>
            <p:nvPr/>
          </p:nvSpPr>
          <p:spPr>
            <a:xfrm>
              <a:off x="267030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tx1093"/>
            <p:cNvSpPr/>
            <p:nvPr/>
          </p:nvSpPr>
          <p:spPr>
            <a:xfrm rot="-2700000">
              <a:off x="260825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94" name="tx1094"/>
            <p:cNvSpPr/>
            <p:nvPr/>
          </p:nvSpPr>
          <p:spPr>
            <a:xfrm rot="-2700000">
              <a:off x="2627785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95" name="tx1095"/>
            <p:cNvSpPr/>
            <p:nvPr/>
          </p:nvSpPr>
          <p:spPr>
            <a:xfrm rot="-2700000">
              <a:off x="264735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96" name="tx1096"/>
            <p:cNvSpPr/>
            <p:nvPr/>
          </p:nvSpPr>
          <p:spPr>
            <a:xfrm rot="-2700000">
              <a:off x="266691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097" name="pl1097"/>
            <p:cNvSpPr/>
            <p:nvPr/>
          </p:nvSpPr>
          <p:spPr>
            <a:xfrm>
              <a:off x="276281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l1098"/>
            <p:cNvSpPr/>
            <p:nvPr/>
          </p:nvSpPr>
          <p:spPr>
            <a:xfrm>
              <a:off x="278237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l1099"/>
            <p:cNvSpPr/>
            <p:nvPr/>
          </p:nvSpPr>
          <p:spPr>
            <a:xfrm>
              <a:off x="280192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l1100"/>
            <p:cNvSpPr/>
            <p:nvPr/>
          </p:nvSpPr>
          <p:spPr>
            <a:xfrm>
              <a:off x="282148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tx1101"/>
            <p:cNvSpPr/>
            <p:nvPr/>
          </p:nvSpPr>
          <p:spPr>
            <a:xfrm rot="-2700000">
              <a:off x="275942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2" name="tx1102"/>
            <p:cNvSpPr/>
            <p:nvPr/>
          </p:nvSpPr>
          <p:spPr>
            <a:xfrm rot="-2700000">
              <a:off x="2778962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03" name="tx1103"/>
            <p:cNvSpPr/>
            <p:nvPr/>
          </p:nvSpPr>
          <p:spPr>
            <a:xfrm rot="-2700000">
              <a:off x="279853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04" name="tx1104"/>
            <p:cNvSpPr/>
            <p:nvPr/>
          </p:nvSpPr>
          <p:spPr>
            <a:xfrm rot="-2700000">
              <a:off x="281809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05" name="pl1105"/>
            <p:cNvSpPr/>
            <p:nvPr/>
          </p:nvSpPr>
          <p:spPr>
            <a:xfrm>
              <a:off x="291399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l1106"/>
            <p:cNvSpPr/>
            <p:nvPr/>
          </p:nvSpPr>
          <p:spPr>
            <a:xfrm>
              <a:off x="293355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l1107"/>
            <p:cNvSpPr/>
            <p:nvPr/>
          </p:nvSpPr>
          <p:spPr>
            <a:xfrm>
              <a:off x="295310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l1108"/>
            <p:cNvSpPr/>
            <p:nvPr/>
          </p:nvSpPr>
          <p:spPr>
            <a:xfrm>
              <a:off x="297265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tx1109"/>
            <p:cNvSpPr/>
            <p:nvPr/>
          </p:nvSpPr>
          <p:spPr>
            <a:xfrm rot="-2700000">
              <a:off x="291060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10" name="tx1110"/>
            <p:cNvSpPr/>
            <p:nvPr/>
          </p:nvSpPr>
          <p:spPr>
            <a:xfrm rot="-2700000">
              <a:off x="2930139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11" name="tx1111"/>
            <p:cNvSpPr/>
            <p:nvPr/>
          </p:nvSpPr>
          <p:spPr>
            <a:xfrm rot="-2700000">
              <a:off x="2949713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12" name="tx1112"/>
            <p:cNvSpPr/>
            <p:nvPr/>
          </p:nvSpPr>
          <p:spPr>
            <a:xfrm rot="-2700000">
              <a:off x="296926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13" name="pl1113"/>
            <p:cNvSpPr/>
            <p:nvPr/>
          </p:nvSpPr>
          <p:spPr>
            <a:xfrm>
              <a:off x="306517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l1114"/>
            <p:cNvSpPr/>
            <p:nvPr/>
          </p:nvSpPr>
          <p:spPr>
            <a:xfrm>
              <a:off x="308472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l1115"/>
            <p:cNvSpPr/>
            <p:nvPr/>
          </p:nvSpPr>
          <p:spPr>
            <a:xfrm>
              <a:off x="310428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l1116"/>
            <p:cNvSpPr/>
            <p:nvPr/>
          </p:nvSpPr>
          <p:spPr>
            <a:xfrm>
              <a:off x="312383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tx1117"/>
            <p:cNvSpPr/>
            <p:nvPr/>
          </p:nvSpPr>
          <p:spPr>
            <a:xfrm rot="-2700000">
              <a:off x="306178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18" name="tx1118"/>
            <p:cNvSpPr/>
            <p:nvPr/>
          </p:nvSpPr>
          <p:spPr>
            <a:xfrm rot="-2700000">
              <a:off x="3081316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19" name="tx1119"/>
            <p:cNvSpPr/>
            <p:nvPr/>
          </p:nvSpPr>
          <p:spPr>
            <a:xfrm rot="-2700000">
              <a:off x="310089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20" name="tx1120"/>
            <p:cNvSpPr/>
            <p:nvPr/>
          </p:nvSpPr>
          <p:spPr>
            <a:xfrm rot="-2700000">
              <a:off x="312044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21" name="pl1121"/>
            <p:cNvSpPr/>
            <p:nvPr/>
          </p:nvSpPr>
          <p:spPr>
            <a:xfrm>
              <a:off x="321635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l1122"/>
            <p:cNvSpPr/>
            <p:nvPr/>
          </p:nvSpPr>
          <p:spPr>
            <a:xfrm>
              <a:off x="323590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l1123"/>
            <p:cNvSpPr/>
            <p:nvPr/>
          </p:nvSpPr>
          <p:spPr>
            <a:xfrm>
              <a:off x="325545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l1124"/>
            <p:cNvSpPr/>
            <p:nvPr/>
          </p:nvSpPr>
          <p:spPr>
            <a:xfrm>
              <a:off x="327501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tx1125"/>
            <p:cNvSpPr/>
            <p:nvPr/>
          </p:nvSpPr>
          <p:spPr>
            <a:xfrm rot="-2700000">
              <a:off x="321295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26" name="tx1126"/>
            <p:cNvSpPr/>
            <p:nvPr/>
          </p:nvSpPr>
          <p:spPr>
            <a:xfrm rot="-2700000">
              <a:off x="3232493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27" name="tx1127"/>
            <p:cNvSpPr/>
            <p:nvPr/>
          </p:nvSpPr>
          <p:spPr>
            <a:xfrm rot="-2700000">
              <a:off x="325206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28" name="tx1128"/>
            <p:cNvSpPr/>
            <p:nvPr/>
          </p:nvSpPr>
          <p:spPr>
            <a:xfrm rot="-2700000">
              <a:off x="327162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29" name="pl1129"/>
            <p:cNvSpPr/>
            <p:nvPr/>
          </p:nvSpPr>
          <p:spPr>
            <a:xfrm>
              <a:off x="336752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l1130"/>
            <p:cNvSpPr/>
            <p:nvPr/>
          </p:nvSpPr>
          <p:spPr>
            <a:xfrm>
              <a:off x="338708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l1131"/>
            <p:cNvSpPr/>
            <p:nvPr/>
          </p:nvSpPr>
          <p:spPr>
            <a:xfrm>
              <a:off x="340663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l1132"/>
            <p:cNvSpPr/>
            <p:nvPr/>
          </p:nvSpPr>
          <p:spPr>
            <a:xfrm>
              <a:off x="342619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tx1133"/>
            <p:cNvSpPr/>
            <p:nvPr/>
          </p:nvSpPr>
          <p:spPr>
            <a:xfrm rot="-2700000">
              <a:off x="3364136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34" name="tx1134"/>
            <p:cNvSpPr/>
            <p:nvPr/>
          </p:nvSpPr>
          <p:spPr>
            <a:xfrm rot="-2700000">
              <a:off x="3383670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35" name="tx1135"/>
            <p:cNvSpPr/>
            <p:nvPr/>
          </p:nvSpPr>
          <p:spPr>
            <a:xfrm rot="-2700000">
              <a:off x="340324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36" name="tx1136"/>
            <p:cNvSpPr/>
            <p:nvPr/>
          </p:nvSpPr>
          <p:spPr>
            <a:xfrm rot="-2700000">
              <a:off x="342279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37" name="pl1137"/>
            <p:cNvSpPr/>
            <p:nvPr/>
          </p:nvSpPr>
          <p:spPr>
            <a:xfrm>
              <a:off x="351870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l1138"/>
            <p:cNvSpPr/>
            <p:nvPr/>
          </p:nvSpPr>
          <p:spPr>
            <a:xfrm>
              <a:off x="353825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l1139"/>
            <p:cNvSpPr/>
            <p:nvPr/>
          </p:nvSpPr>
          <p:spPr>
            <a:xfrm>
              <a:off x="355781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l1140"/>
            <p:cNvSpPr/>
            <p:nvPr/>
          </p:nvSpPr>
          <p:spPr>
            <a:xfrm>
              <a:off x="357736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tx1141"/>
            <p:cNvSpPr/>
            <p:nvPr/>
          </p:nvSpPr>
          <p:spPr>
            <a:xfrm rot="-2700000">
              <a:off x="3515313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42" name="tx1142"/>
            <p:cNvSpPr/>
            <p:nvPr/>
          </p:nvSpPr>
          <p:spPr>
            <a:xfrm rot="-2700000">
              <a:off x="3534848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43" name="tx1143"/>
            <p:cNvSpPr/>
            <p:nvPr/>
          </p:nvSpPr>
          <p:spPr>
            <a:xfrm rot="-2700000">
              <a:off x="355442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44" name="tx1144"/>
            <p:cNvSpPr/>
            <p:nvPr/>
          </p:nvSpPr>
          <p:spPr>
            <a:xfrm rot="-2700000">
              <a:off x="357397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45" name="pl1145"/>
            <p:cNvSpPr/>
            <p:nvPr/>
          </p:nvSpPr>
          <p:spPr>
            <a:xfrm>
              <a:off x="366988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l1146"/>
            <p:cNvSpPr/>
            <p:nvPr/>
          </p:nvSpPr>
          <p:spPr>
            <a:xfrm>
              <a:off x="368943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l1147"/>
            <p:cNvSpPr/>
            <p:nvPr/>
          </p:nvSpPr>
          <p:spPr>
            <a:xfrm>
              <a:off x="370899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l1148"/>
            <p:cNvSpPr/>
            <p:nvPr/>
          </p:nvSpPr>
          <p:spPr>
            <a:xfrm>
              <a:off x="372854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tx1149"/>
            <p:cNvSpPr/>
            <p:nvPr/>
          </p:nvSpPr>
          <p:spPr>
            <a:xfrm rot="-2700000">
              <a:off x="366649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50" name="tx1150"/>
            <p:cNvSpPr/>
            <p:nvPr/>
          </p:nvSpPr>
          <p:spPr>
            <a:xfrm rot="-2700000">
              <a:off x="3686025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51" name="tx1151"/>
            <p:cNvSpPr/>
            <p:nvPr/>
          </p:nvSpPr>
          <p:spPr>
            <a:xfrm rot="-2700000">
              <a:off x="370559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52" name="tx1152"/>
            <p:cNvSpPr/>
            <p:nvPr/>
          </p:nvSpPr>
          <p:spPr>
            <a:xfrm rot="-2700000">
              <a:off x="372515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53" name="pl1153"/>
            <p:cNvSpPr/>
            <p:nvPr/>
          </p:nvSpPr>
          <p:spPr>
            <a:xfrm>
              <a:off x="3821059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l1154"/>
            <p:cNvSpPr/>
            <p:nvPr/>
          </p:nvSpPr>
          <p:spPr>
            <a:xfrm>
              <a:off x="384061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l1155"/>
            <p:cNvSpPr/>
            <p:nvPr/>
          </p:nvSpPr>
          <p:spPr>
            <a:xfrm>
              <a:off x="386016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l1156"/>
            <p:cNvSpPr/>
            <p:nvPr/>
          </p:nvSpPr>
          <p:spPr>
            <a:xfrm>
              <a:off x="387972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tx1157"/>
            <p:cNvSpPr/>
            <p:nvPr/>
          </p:nvSpPr>
          <p:spPr>
            <a:xfrm rot="-2700000">
              <a:off x="381766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58" name="tx1158"/>
            <p:cNvSpPr/>
            <p:nvPr/>
          </p:nvSpPr>
          <p:spPr>
            <a:xfrm rot="-2700000">
              <a:off x="3837202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59" name="tx1159"/>
            <p:cNvSpPr/>
            <p:nvPr/>
          </p:nvSpPr>
          <p:spPr>
            <a:xfrm rot="-2700000">
              <a:off x="3856775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60" name="tx1160"/>
            <p:cNvSpPr/>
            <p:nvPr/>
          </p:nvSpPr>
          <p:spPr>
            <a:xfrm rot="-2700000">
              <a:off x="387633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61" name="pl1161"/>
            <p:cNvSpPr/>
            <p:nvPr/>
          </p:nvSpPr>
          <p:spPr>
            <a:xfrm>
              <a:off x="3972236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l1162"/>
            <p:cNvSpPr/>
            <p:nvPr/>
          </p:nvSpPr>
          <p:spPr>
            <a:xfrm>
              <a:off x="399179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l1163"/>
            <p:cNvSpPr/>
            <p:nvPr/>
          </p:nvSpPr>
          <p:spPr>
            <a:xfrm>
              <a:off x="401134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l1164"/>
            <p:cNvSpPr/>
            <p:nvPr/>
          </p:nvSpPr>
          <p:spPr>
            <a:xfrm>
              <a:off x="403089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tx1165"/>
            <p:cNvSpPr/>
            <p:nvPr/>
          </p:nvSpPr>
          <p:spPr>
            <a:xfrm rot="-2700000">
              <a:off x="396884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66" name="tx1166"/>
            <p:cNvSpPr/>
            <p:nvPr/>
          </p:nvSpPr>
          <p:spPr>
            <a:xfrm rot="-2700000">
              <a:off x="3988379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67" name="tx1167"/>
            <p:cNvSpPr/>
            <p:nvPr/>
          </p:nvSpPr>
          <p:spPr>
            <a:xfrm rot="-2700000">
              <a:off x="4007952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68" name="tx1168"/>
            <p:cNvSpPr/>
            <p:nvPr/>
          </p:nvSpPr>
          <p:spPr>
            <a:xfrm rot="-2700000">
              <a:off x="402750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69" name="pl1169"/>
            <p:cNvSpPr/>
            <p:nvPr/>
          </p:nvSpPr>
          <p:spPr>
            <a:xfrm>
              <a:off x="4123413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l1170"/>
            <p:cNvSpPr/>
            <p:nvPr/>
          </p:nvSpPr>
          <p:spPr>
            <a:xfrm>
              <a:off x="414296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l1171"/>
            <p:cNvSpPr/>
            <p:nvPr/>
          </p:nvSpPr>
          <p:spPr>
            <a:xfrm>
              <a:off x="416252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pl1172"/>
            <p:cNvSpPr/>
            <p:nvPr/>
          </p:nvSpPr>
          <p:spPr>
            <a:xfrm>
              <a:off x="418207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tx1173"/>
            <p:cNvSpPr/>
            <p:nvPr/>
          </p:nvSpPr>
          <p:spPr>
            <a:xfrm rot="-2700000">
              <a:off x="412002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74" name="tx1174"/>
            <p:cNvSpPr/>
            <p:nvPr/>
          </p:nvSpPr>
          <p:spPr>
            <a:xfrm rot="-2700000">
              <a:off x="4139556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75" name="tx1175"/>
            <p:cNvSpPr/>
            <p:nvPr/>
          </p:nvSpPr>
          <p:spPr>
            <a:xfrm rot="-2700000">
              <a:off x="4159130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76" name="tx1176"/>
            <p:cNvSpPr/>
            <p:nvPr/>
          </p:nvSpPr>
          <p:spPr>
            <a:xfrm rot="-2700000">
              <a:off x="417868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77" name="pl1177"/>
            <p:cNvSpPr/>
            <p:nvPr/>
          </p:nvSpPr>
          <p:spPr>
            <a:xfrm>
              <a:off x="427459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l1178"/>
            <p:cNvSpPr/>
            <p:nvPr/>
          </p:nvSpPr>
          <p:spPr>
            <a:xfrm>
              <a:off x="4294144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l1179"/>
            <p:cNvSpPr/>
            <p:nvPr/>
          </p:nvSpPr>
          <p:spPr>
            <a:xfrm>
              <a:off x="4313698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l1180"/>
            <p:cNvSpPr/>
            <p:nvPr/>
          </p:nvSpPr>
          <p:spPr>
            <a:xfrm>
              <a:off x="4333252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tx1181"/>
            <p:cNvSpPr/>
            <p:nvPr/>
          </p:nvSpPr>
          <p:spPr>
            <a:xfrm rot="-2700000">
              <a:off x="427119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82" name="tx1182"/>
            <p:cNvSpPr/>
            <p:nvPr/>
          </p:nvSpPr>
          <p:spPr>
            <a:xfrm rot="-2700000">
              <a:off x="4290733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83" name="tx1183"/>
            <p:cNvSpPr/>
            <p:nvPr/>
          </p:nvSpPr>
          <p:spPr>
            <a:xfrm rot="-2700000">
              <a:off x="4310307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84" name="tx1184"/>
            <p:cNvSpPr/>
            <p:nvPr/>
          </p:nvSpPr>
          <p:spPr>
            <a:xfrm rot="-2700000">
              <a:off x="4329861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85" name="pl1185"/>
            <p:cNvSpPr/>
            <p:nvPr/>
          </p:nvSpPr>
          <p:spPr>
            <a:xfrm>
              <a:off x="4425767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pl1186"/>
            <p:cNvSpPr/>
            <p:nvPr/>
          </p:nvSpPr>
          <p:spPr>
            <a:xfrm>
              <a:off x="4445321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pl1187"/>
            <p:cNvSpPr/>
            <p:nvPr/>
          </p:nvSpPr>
          <p:spPr>
            <a:xfrm>
              <a:off x="4464875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pl1188"/>
            <p:cNvSpPr/>
            <p:nvPr/>
          </p:nvSpPr>
          <p:spPr>
            <a:xfrm>
              <a:off x="4484430" y="3244036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tx1189"/>
            <p:cNvSpPr/>
            <p:nvPr/>
          </p:nvSpPr>
          <p:spPr>
            <a:xfrm rot="-2700000">
              <a:off x="4422376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0" name="tx1190"/>
            <p:cNvSpPr/>
            <p:nvPr/>
          </p:nvSpPr>
          <p:spPr>
            <a:xfrm rot="-2700000">
              <a:off x="4441910" y="329346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91" name="tx1191"/>
            <p:cNvSpPr/>
            <p:nvPr/>
          </p:nvSpPr>
          <p:spPr>
            <a:xfrm rot="-2700000">
              <a:off x="4461484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92" name="tx1192"/>
            <p:cNvSpPr/>
            <p:nvPr/>
          </p:nvSpPr>
          <p:spPr>
            <a:xfrm rot="-2700000">
              <a:off x="4481038" y="3293506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193" name="tx1193"/>
            <p:cNvSpPr/>
            <p:nvPr/>
          </p:nvSpPr>
          <p:spPr>
            <a:xfrm>
              <a:off x="1272494" y="310938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4" name="tx1194"/>
            <p:cNvSpPr/>
            <p:nvPr/>
          </p:nvSpPr>
          <p:spPr>
            <a:xfrm>
              <a:off x="1210339" y="2606879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195" name="tx1195"/>
            <p:cNvSpPr/>
            <p:nvPr/>
          </p:nvSpPr>
          <p:spPr>
            <a:xfrm>
              <a:off x="1148183" y="2104376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96" name="tx1196"/>
            <p:cNvSpPr/>
            <p:nvPr/>
          </p:nvSpPr>
          <p:spPr>
            <a:xfrm>
              <a:off x="1148183" y="1601874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1197" name="pl1197"/>
            <p:cNvSpPr/>
            <p:nvPr/>
          </p:nvSpPr>
          <p:spPr>
            <a:xfrm>
              <a:off x="1362485" y="31510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l1198"/>
            <p:cNvSpPr/>
            <p:nvPr/>
          </p:nvSpPr>
          <p:spPr>
            <a:xfrm>
              <a:off x="1362485" y="264857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l1199"/>
            <p:cNvSpPr/>
            <p:nvPr/>
          </p:nvSpPr>
          <p:spPr>
            <a:xfrm>
              <a:off x="1362485" y="214606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pl1200"/>
            <p:cNvSpPr/>
            <p:nvPr/>
          </p:nvSpPr>
          <p:spPr>
            <a:xfrm>
              <a:off x="1362485" y="164356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tx1201"/>
            <p:cNvSpPr/>
            <p:nvPr/>
          </p:nvSpPr>
          <p:spPr>
            <a:xfrm>
              <a:off x="2666523" y="3455132"/>
              <a:ext cx="566644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ADULTO</a:t>
              </a:r>
            </a:p>
          </p:txBody>
        </p:sp>
        <p:sp>
          <p:nvSpPr>
            <p:cNvPr id="1202" name="tx1202"/>
            <p:cNvSpPr/>
            <p:nvPr/>
          </p:nvSpPr>
          <p:spPr>
            <a:xfrm rot="-5400000">
              <a:off x="863422" y="217175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Presentación en pantalla (4:3)</PresentationFormat>
  <Paragraphs>111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2021-03-26T03:52:37Z</dcterms:modified>
  <cp:category/>
</cp:coreProperties>
</file>