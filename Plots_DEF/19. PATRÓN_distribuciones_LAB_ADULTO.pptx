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468560" y="623528"/>
            <a:ext cx="9346232" cy="5610944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59435" y="1198851"/>
              <a:ext cx="967932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459435" y="296104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459435" y="258098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459435" y="22009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59435" y="182085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59435" y="144079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6340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86607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09805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3300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459435" y="3151073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59435" y="277101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59435" y="239095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59435" y="201088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59435" y="163082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459435" y="12507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5180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75008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98206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21404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03432" y="1802616"/>
              <a:ext cx="29331" cy="13484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3276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6209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91426" y="3093303"/>
              <a:ext cx="29331" cy="5776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620757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50089" y="3132830"/>
              <a:ext cx="29331" cy="1824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79420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708751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738083" y="3144992"/>
              <a:ext cx="29331" cy="60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76741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9674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826076" y="3148032"/>
              <a:ext cx="29331" cy="30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855408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884739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914070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943402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972733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00206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203139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060727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090058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119389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148721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178052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207383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23671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266046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295377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324708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2354040" y="3149553"/>
              <a:ext cx="29331" cy="1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1459435" y="1198851"/>
              <a:ext cx="967932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2496957" y="1198851"/>
              <a:ext cx="967932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496957" y="296104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496957" y="258098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496957" y="22009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496957" y="182085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496957" y="144079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67161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90359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313557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36756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496957" y="3151073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496957" y="277101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496957" y="239095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496957" y="201088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496957" y="163082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496957" y="12507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5556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78760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30195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325157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540954" y="1291814"/>
              <a:ext cx="29331" cy="18592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57028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599616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628948" y="3073540"/>
              <a:ext cx="29331" cy="775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658279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687610" y="3135870"/>
              <a:ext cx="29331" cy="152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716941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746273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775604" y="3146512"/>
              <a:ext cx="29331" cy="45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80493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834267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863598" y="3149553"/>
              <a:ext cx="29331" cy="1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892929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922260" y="3149553"/>
              <a:ext cx="29331" cy="1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951592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980923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301025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3039585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3068917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3098248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3127579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156911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3186242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3215573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3244904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3274236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3303567" y="3149553"/>
              <a:ext cx="29331" cy="1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3332898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3362230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3391561" y="3151073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2496957" y="1198851"/>
              <a:ext cx="967932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3534478" y="1198851"/>
              <a:ext cx="967932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3534478" y="296104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3534478" y="258098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534478" y="22009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534478" y="182085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534478" y="144079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7091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94111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417310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440508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3534478" y="3151073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3534478" y="277101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3534478" y="239095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3534478" y="201088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3534478" y="163082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3534478" y="12507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35931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382512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405710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428909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534478" y="1198851"/>
              <a:ext cx="967932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459435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tx129"/>
            <p:cNvSpPr/>
            <p:nvPr/>
          </p:nvSpPr>
          <p:spPr>
            <a:xfrm>
              <a:off x="1828504" y="1048691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CPB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2496957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x131"/>
            <p:cNvSpPr/>
            <p:nvPr/>
          </p:nvSpPr>
          <p:spPr>
            <a:xfrm>
              <a:off x="2878440" y="1048691"/>
              <a:ext cx="20496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SxE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3534478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tx133"/>
            <p:cNvSpPr/>
            <p:nvPr/>
          </p:nvSpPr>
          <p:spPr>
            <a:xfrm>
              <a:off x="3940818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34" name="pl134"/>
            <p:cNvSpPr/>
            <p:nvPr/>
          </p:nvSpPr>
          <p:spPr>
            <a:xfrm>
              <a:off x="151809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175008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198206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221404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tx138"/>
            <p:cNvSpPr/>
            <p:nvPr/>
          </p:nvSpPr>
          <p:spPr>
            <a:xfrm rot="-2700000">
              <a:off x="151470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9" name="tx139"/>
            <p:cNvSpPr/>
            <p:nvPr/>
          </p:nvSpPr>
          <p:spPr>
            <a:xfrm rot="-2700000">
              <a:off x="1746671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2700000">
              <a:off x="197867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41" name="tx141"/>
            <p:cNvSpPr/>
            <p:nvPr/>
          </p:nvSpPr>
          <p:spPr>
            <a:xfrm rot="-2700000">
              <a:off x="221065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42" name="pl142"/>
            <p:cNvSpPr/>
            <p:nvPr/>
          </p:nvSpPr>
          <p:spPr>
            <a:xfrm>
              <a:off x="255561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278760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301958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325157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tx146"/>
            <p:cNvSpPr/>
            <p:nvPr/>
          </p:nvSpPr>
          <p:spPr>
            <a:xfrm rot="-2700000">
              <a:off x="255222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7" name="tx147"/>
            <p:cNvSpPr/>
            <p:nvPr/>
          </p:nvSpPr>
          <p:spPr>
            <a:xfrm rot="-2700000">
              <a:off x="2784192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8" name="tx148"/>
            <p:cNvSpPr/>
            <p:nvPr/>
          </p:nvSpPr>
          <p:spPr>
            <a:xfrm rot="-2700000">
              <a:off x="301619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49" name="tx149"/>
            <p:cNvSpPr/>
            <p:nvPr/>
          </p:nvSpPr>
          <p:spPr>
            <a:xfrm rot="-2700000">
              <a:off x="3248179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0" name="pl150"/>
            <p:cNvSpPr/>
            <p:nvPr/>
          </p:nvSpPr>
          <p:spPr>
            <a:xfrm>
              <a:off x="359314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382512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405710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428909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tx154"/>
            <p:cNvSpPr/>
            <p:nvPr/>
          </p:nvSpPr>
          <p:spPr>
            <a:xfrm rot="-2700000">
              <a:off x="3589749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5" name="tx155"/>
            <p:cNvSpPr/>
            <p:nvPr/>
          </p:nvSpPr>
          <p:spPr>
            <a:xfrm rot="-2700000">
              <a:off x="382171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56" name="tx156"/>
            <p:cNvSpPr/>
            <p:nvPr/>
          </p:nvSpPr>
          <p:spPr>
            <a:xfrm rot="-2700000">
              <a:off x="405371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57" name="tx157"/>
            <p:cNvSpPr/>
            <p:nvPr/>
          </p:nvSpPr>
          <p:spPr>
            <a:xfrm rot="-2700000">
              <a:off x="428570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1334650" y="310938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210339" y="272932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210339" y="2349259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210339" y="196919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148183" y="1589137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148183" y="1209076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1250</a:t>
              </a:r>
            </a:p>
          </p:txBody>
        </p:sp>
        <p:sp>
          <p:nvSpPr>
            <p:cNvPr id="164" name="pl164"/>
            <p:cNvSpPr/>
            <p:nvPr/>
          </p:nvSpPr>
          <p:spPr>
            <a:xfrm>
              <a:off x="1424641" y="31510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1424641" y="27710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1424641" y="23909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1424641" y="201088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1424641" y="16308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1424641" y="12507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170"/>
            <p:cNvSpPr/>
            <p:nvPr/>
          </p:nvSpPr>
          <p:spPr>
            <a:xfrm>
              <a:off x="2697601" y="3455132"/>
              <a:ext cx="566644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</a:t>
              </a:r>
            </a:p>
          </p:txBody>
        </p:sp>
        <p:sp>
          <p:nvSpPr>
            <p:cNvPr id="171" name="tx171"/>
            <p:cNvSpPr/>
            <p:nvPr/>
          </p:nvSpPr>
          <p:spPr>
            <a:xfrm rot="-5400000">
              <a:off x="863422" y="217175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Presentación en pantalla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2021-03-26T03:52:50Z</dcterms:modified>
  <cp:category/>
</cp:coreProperties>
</file>