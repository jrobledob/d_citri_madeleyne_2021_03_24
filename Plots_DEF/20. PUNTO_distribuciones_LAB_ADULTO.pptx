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0528" y="836712"/>
            <a:ext cx="8698160" cy="4674840"/>
            <a:chOff x="914400" y="914400"/>
            <a:chExt cx="3657600" cy="27432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3657600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3657599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1397280" y="1198851"/>
              <a:ext cx="565354" cy="20451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1397280" y="2820831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1397280" y="2160349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1397280" y="1499866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1499293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1634791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1770289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1905788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1397280" y="3151073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1397280" y="2490590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1397280" y="1830107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6"/>
            <p:cNvSpPr/>
            <p:nvPr/>
          </p:nvSpPr>
          <p:spPr>
            <a:xfrm>
              <a:off x="1431544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1567042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8"/>
            <p:cNvSpPr/>
            <p:nvPr/>
          </p:nvSpPr>
          <p:spPr>
            <a:xfrm>
              <a:off x="1702540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9"/>
            <p:cNvSpPr/>
            <p:nvPr/>
          </p:nvSpPr>
          <p:spPr>
            <a:xfrm>
              <a:off x="1838039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rc20"/>
            <p:cNvSpPr/>
            <p:nvPr/>
          </p:nvSpPr>
          <p:spPr>
            <a:xfrm>
              <a:off x="1422978" y="1291814"/>
              <a:ext cx="17131" cy="185925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rc21"/>
            <p:cNvSpPr/>
            <p:nvPr/>
          </p:nvSpPr>
          <p:spPr>
            <a:xfrm>
              <a:off x="1440110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rc22"/>
            <p:cNvSpPr/>
            <p:nvPr/>
          </p:nvSpPr>
          <p:spPr>
            <a:xfrm>
              <a:off x="1457242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rc23"/>
            <p:cNvSpPr/>
            <p:nvPr/>
          </p:nvSpPr>
          <p:spPr>
            <a:xfrm>
              <a:off x="1474374" y="3088327"/>
              <a:ext cx="17131" cy="6274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rc24"/>
            <p:cNvSpPr/>
            <p:nvPr/>
          </p:nvSpPr>
          <p:spPr>
            <a:xfrm>
              <a:off x="1491506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rc25"/>
            <p:cNvSpPr/>
            <p:nvPr/>
          </p:nvSpPr>
          <p:spPr>
            <a:xfrm>
              <a:off x="1508638" y="3124653"/>
              <a:ext cx="17131" cy="2641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rc26"/>
            <p:cNvSpPr/>
            <p:nvPr/>
          </p:nvSpPr>
          <p:spPr>
            <a:xfrm>
              <a:off x="1525770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rc27"/>
            <p:cNvSpPr/>
            <p:nvPr/>
          </p:nvSpPr>
          <p:spPr>
            <a:xfrm>
              <a:off x="1542902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rc28"/>
            <p:cNvSpPr/>
            <p:nvPr/>
          </p:nvSpPr>
          <p:spPr>
            <a:xfrm>
              <a:off x="1560033" y="3147770"/>
              <a:ext cx="17131" cy="33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rc29"/>
            <p:cNvSpPr/>
            <p:nvPr/>
          </p:nvSpPr>
          <p:spPr>
            <a:xfrm>
              <a:off x="1577165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rc30"/>
            <p:cNvSpPr/>
            <p:nvPr/>
          </p:nvSpPr>
          <p:spPr>
            <a:xfrm>
              <a:off x="1594297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rc31"/>
            <p:cNvSpPr/>
            <p:nvPr/>
          </p:nvSpPr>
          <p:spPr>
            <a:xfrm>
              <a:off x="1611429" y="3144468"/>
              <a:ext cx="17131" cy="660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rc32"/>
            <p:cNvSpPr/>
            <p:nvPr/>
          </p:nvSpPr>
          <p:spPr>
            <a:xfrm>
              <a:off x="1628561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rc33"/>
            <p:cNvSpPr/>
            <p:nvPr/>
          </p:nvSpPr>
          <p:spPr>
            <a:xfrm>
              <a:off x="1645693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rc34"/>
            <p:cNvSpPr/>
            <p:nvPr/>
          </p:nvSpPr>
          <p:spPr>
            <a:xfrm>
              <a:off x="1662825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rc35"/>
            <p:cNvSpPr/>
            <p:nvPr/>
          </p:nvSpPr>
          <p:spPr>
            <a:xfrm>
              <a:off x="1679957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rc36"/>
            <p:cNvSpPr/>
            <p:nvPr/>
          </p:nvSpPr>
          <p:spPr>
            <a:xfrm>
              <a:off x="1697089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rc37"/>
            <p:cNvSpPr/>
            <p:nvPr/>
          </p:nvSpPr>
          <p:spPr>
            <a:xfrm>
              <a:off x="1714221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rc38"/>
            <p:cNvSpPr/>
            <p:nvPr/>
          </p:nvSpPr>
          <p:spPr>
            <a:xfrm>
              <a:off x="1731353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rc39"/>
            <p:cNvSpPr/>
            <p:nvPr/>
          </p:nvSpPr>
          <p:spPr>
            <a:xfrm>
              <a:off x="1748485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rc40"/>
            <p:cNvSpPr/>
            <p:nvPr/>
          </p:nvSpPr>
          <p:spPr>
            <a:xfrm>
              <a:off x="1765617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rc41"/>
            <p:cNvSpPr/>
            <p:nvPr/>
          </p:nvSpPr>
          <p:spPr>
            <a:xfrm>
              <a:off x="1782749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rc42"/>
            <p:cNvSpPr/>
            <p:nvPr/>
          </p:nvSpPr>
          <p:spPr>
            <a:xfrm>
              <a:off x="1799881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rc43"/>
            <p:cNvSpPr/>
            <p:nvPr/>
          </p:nvSpPr>
          <p:spPr>
            <a:xfrm>
              <a:off x="1817013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rc44"/>
            <p:cNvSpPr/>
            <p:nvPr/>
          </p:nvSpPr>
          <p:spPr>
            <a:xfrm>
              <a:off x="1834145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rc45"/>
            <p:cNvSpPr/>
            <p:nvPr/>
          </p:nvSpPr>
          <p:spPr>
            <a:xfrm>
              <a:off x="1851277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rc46"/>
            <p:cNvSpPr/>
            <p:nvPr/>
          </p:nvSpPr>
          <p:spPr>
            <a:xfrm>
              <a:off x="1868409" y="3147770"/>
              <a:ext cx="17131" cy="33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rc47"/>
            <p:cNvSpPr/>
            <p:nvPr/>
          </p:nvSpPr>
          <p:spPr>
            <a:xfrm>
              <a:off x="1885541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rc48"/>
            <p:cNvSpPr/>
            <p:nvPr/>
          </p:nvSpPr>
          <p:spPr>
            <a:xfrm>
              <a:off x="1902673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rc49"/>
            <p:cNvSpPr/>
            <p:nvPr/>
          </p:nvSpPr>
          <p:spPr>
            <a:xfrm>
              <a:off x="1919805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rc50"/>
            <p:cNvSpPr/>
            <p:nvPr/>
          </p:nvSpPr>
          <p:spPr>
            <a:xfrm>
              <a:off x="1397280" y="1198851"/>
              <a:ext cx="565354" cy="2045184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rc51"/>
            <p:cNvSpPr/>
            <p:nvPr/>
          </p:nvSpPr>
          <p:spPr>
            <a:xfrm>
              <a:off x="2032224" y="1198851"/>
              <a:ext cx="565354" cy="20451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2" name="pl52"/>
            <p:cNvSpPr/>
            <p:nvPr/>
          </p:nvSpPr>
          <p:spPr>
            <a:xfrm>
              <a:off x="2032224" y="2820831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l53"/>
            <p:cNvSpPr/>
            <p:nvPr/>
          </p:nvSpPr>
          <p:spPr>
            <a:xfrm>
              <a:off x="2032224" y="2160349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l54"/>
            <p:cNvSpPr/>
            <p:nvPr/>
          </p:nvSpPr>
          <p:spPr>
            <a:xfrm>
              <a:off x="2032224" y="1499866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l55"/>
            <p:cNvSpPr/>
            <p:nvPr/>
          </p:nvSpPr>
          <p:spPr>
            <a:xfrm>
              <a:off x="2134237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l56"/>
            <p:cNvSpPr/>
            <p:nvPr/>
          </p:nvSpPr>
          <p:spPr>
            <a:xfrm>
              <a:off x="2269735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l57"/>
            <p:cNvSpPr/>
            <p:nvPr/>
          </p:nvSpPr>
          <p:spPr>
            <a:xfrm>
              <a:off x="2405233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l58"/>
            <p:cNvSpPr/>
            <p:nvPr/>
          </p:nvSpPr>
          <p:spPr>
            <a:xfrm>
              <a:off x="2540732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l59"/>
            <p:cNvSpPr/>
            <p:nvPr/>
          </p:nvSpPr>
          <p:spPr>
            <a:xfrm>
              <a:off x="2032224" y="3151073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l60"/>
            <p:cNvSpPr/>
            <p:nvPr/>
          </p:nvSpPr>
          <p:spPr>
            <a:xfrm>
              <a:off x="2032224" y="2490590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l61"/>
            <p:cNvSpPr/>
            <p:nvPr/>
          </p:nvSpPr>
          <p:spPr>
            <a:xfrm>
              <a:off x="2032224" y="1830107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l62"/>
            <p:cNvSpPr/>
            <p:nvPr/>
          </p:nvSpPr>
          <p:spPr>
            <a:xfrm>
              <a:off x="2066488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l63"/>
            <p:cNvSpPr/>
            <p:nvPr/>
          </p:nvSpPr>
          <p:spPr>
            <a:xfrm>
              <a:off x="2201986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l64"/>
            <p:cNvSpPr/>
            <p:nvPr/>
          </p:nvSpPr>
          <p:spPr>
            <a:xfrm>
              <a:off x="2337484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l65"/>
            <p:cNvSpPr/>
            <p:nvPr/>
          </p:nvSpPr>
          <p:spPr>
            <a:xfrm>
              <a:off x="2472983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rc66"/>
            <p:cNvSpPr/>
            <p:nvPr/>
          </p:nvSpPr>
          <p:spPr>
            <a:xfrm>
              <a:off x="2057922" y="1489959"/>
              <a:ext cx="17131" cy="166111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rc67"/>
            <p:cNvSpPr/>
            <p:nvPr/>
          </p:nvSpPr>
          <p:spPr>
            <a:xfrm>
              <a:off x="2075054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rc68"/>
            <p:cNvSpPr/>
            <p:nvPr/>
          </p:nvSpPr>
          <p:spPr>
            <a:xfrm>
              <a:off x="2092186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rc69"/>
            <p:cNvSpPr/>
            <p:nvPr/>
          </p:nvSpPr>
          <p:spPr>
            <a:xfrm>
              <a:off x="2109318" y="3058605"/>
              <a:ext cx="17131" cy="9246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rc70"/>
            <p:cNvSpPr/>
            <p:nvPr/>
          </p:nvSpPr>
          <p:spPr>
            <a:xfrm>
              <a:off x="2126450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rc71"/>
            <p:cNvSpPr/>
            <p:nvPr/>
          </p:nvSpPr>
          <p:spPr>
            <a:xfrm>
              <a:off x="2143582" y="3131258"/>
              <a:ext cx="17131" cy="1981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rc72"/>
            <p:cNvSpPr/>
            <p:nvPr/>
          </p:nvSpPr>
          <p:spPr>
            <a:xfrm>
              <a:off x="2160713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rc73"/>
            <p:cNvSpPr/>
            <p:nvPr/>
          </p:nvSpPr>
          <p:spPr>
            <a:xfrm>
              <a:off x="2177845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rc74"/>
            <p:cNvSpPr/>
            <p:nvPr/>
          </p:nvSpPr>
          <p:spPr>
            <a:xfrm>
              <a:off x="2194977" y="3141166"/>
              <a:ext cx="17131" cy="990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rc75"/>
            <p:cNvSpPr/>
            <p:nvPr/>
          </p:nvSpPr>
          <p:spPr>
            <a:xfrm>
              <a:off x="2212109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rc76"/>
            <p:cNvSpPr/>
            <p:nvPr/>
          </p:nvSpPr>
          <p:spPr>
            <a:xfrm>
              <a:off x="2229241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rc77"/>
            <p:cNvSpPr/>
            <p:nvPr/>
          </p:nvSpPr>
          <p:spPr>
            <a:xfrm>
              <a:off x="2246373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rc78"/>
            <p:cNvSpPr/>
            <p:nvPr/>
          </p:nvSpPr>
          <p:spPr>
            <a:xfrm>
              <a:off x="2263505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rc79"/>
            <p:cNvSpPr/>
            <p:nvPr/>
          </p:nvSpPr>
          <p:spPr>
            <a:xfrm>
              <a:off x="2280637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rc80"/>
            <p:cNvSpPr/>
            <p:nvPr/>
          </p:nvSpPr>
          <p:spPr>
            <a:xfrm>
              <a:off x="2297769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rc81"/>
            <p:cNvSpPr/>
            <p:nvPr/>
          </p:nvSpPr>
          <p:spPr>
            <a:xfrm>
              <a:off x="2314901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rc82"/>
            <p:cNvSpPr/>
            <p:nvPr/>
          </p:nvSpPr>
          <p:spPr>
            <a:xfrm>
              <a:off x="2332033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rc83"/>
            <p:cNvSpPr/>
            <p:nvPr/>
          </p:nvSpPr>
          <p:spPr>
            <a:xfrm>
              <a:off x="2349165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rc84"/>
            <p:cNvSpPr/>
            <p:nvPr/>
          </p:nvSpPr>
          <p:spPr>
            <a:xfrm>
              <a:off x="2366297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rc85"/>
            <p:cNvSpPr/>
            <p:nvPr/>
          </p:nvSpPr>
          <p:spPr>
            <a:xfrm>
              <a:off x="2383429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rc86"/>
            <p:cNvSpPr/>
            <p:nvPr/>
          </p:nvSpPr>
          <p:spPr>
            <a:xfrm>
              <a:off x="2400561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rc87"/>
            <p:cNvSpPr/>
            <p:nvPr/>
          </p:nvSpPr>
          <p:spPr>
            <a:xfrm>
              <a:off x="2417693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rc88"/>
            <p:cNvSpPr/>
            <p:nvPr/>
          </p:nvSpPr>
          <p:spPr>
            <a:xfrm>
              <a:off x="2434825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rc89"/>
            <p:cNvSpPr/>
            <p:nvPr/>
          </p:nvSpPr>
          <p:spPr>
            <a:xfrm>
              <a:off x="2451957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rc90"/>
            <p:cNvSpPr/>
            <p:nvPr/>
          </p:nvSpPr>
          <p:spPr>
            <a:xfrm>
              <a:off x="2469089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rc91"/>
            <p:cNvSpPr/>
            <p:nvPr/>
          </p:nvSpPr>
          <p:spPr>
            <a:xfrm>
              <a:off x="2486221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rc92"/>
            <p:cNvSpPr/>
            <p:nvPr/>
          </p:nvSpPr>
          <p:spPr>
            <a:xfrm>
              <a:off x="2503353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rc93"/>
            <p:cNvSpPr/>
            <p:nvPr/>
          </p:nvSpPr>
          <p:spPr>
            <a:xfrm>
              <a:off x="2520485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rc94"/>
            <p:cNvSpPr/>
            <p:nvPr/>
          </p:nvSpPr>
          <p:spPr>
            <a:xfrm>
              <a:off x="2537617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rc95"/>
            <p:cNvSpPr/>
            <p:nvPr/>
          </p:nvSpPr>
          <p:spPr>
            <a:xfrm>
              <a:off x="2554749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rc96"/>
            <p:cNvSpPr/>
            <p:nvPr/>
          </p:nvSpPr>
          <p:spPr>
            <a:xfrm>
              <a:off x="2032224" y="1198851"/>
              <a:ext cx="565354" cy="2045184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rc97"/>
            <p:cNvSpPr/>
            <p:nvPr/>
          </p:nvSpPr>
          <p:spPr>
            <a:xfrm>
              <a:off x="2667168" y="1198851"/>
              <a:ext cx="565354" cy="20451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8" name="pl98"/>
            <p:cNvSpPr/>
            <p:nvPr/>
          </p:nvSpPr>
          <p:spPr>
            <a:xfrm>
              <a:off x="2667168" y="2820831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pl99"/>
            <p:cNvSpPr/>
            <p:nvPr/>
          </p:nvSpPr>
          <p:spPr>
            <a:xfrm>
              <a:off x="2667168" y="2160349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pl100"/>
            <p:cNvSpPr/>
            <p:nvPr/>
          </p:nvSpPr>
          <p:spPr>
            <a:xfrm>
              <a:off x="2667168" y="1499866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pl101"/>
            <p:cNvSpPr/>
            <p:nvPr/>
          </p:nvSpPr>
          <p:spPr>
            <a:xfrm>
              <a:off x="2769181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102" name="pl102"/>
            <p:cNvSpPr/>
            <p:nvPr/>
          </p:nvSpPr>
          <p:spPr>
            <a:xfrm>
              <a:off x="2904679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pl103"/>
            <p:cNvSpPr/>
            <p:nvPr/>
          </p:nvSpPr>
          <p:spPr>
            <a:xfrm>
              <a:off x="3040177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pl104"/>
            <p:cNvSpPr/>
            <p:nvPr/>
          </p:nvSpPr>
          <p:spPr>
            <a:xfrm>
              <a:off x="3175676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pl105"/>
            <p:cNvSpPr/>
            <p:nvPr/>
          </p:nvSpPr>
          <p:spPr>
            <a:xfrm>
              <a:off x="2667168" y="3151073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pl106"/>
            <p:cNvSpPr/>
            <p:nvPr/>
          </p:nvSpPr>
          <p:spPr>
            <a:xfrm>
              <a:off x="2667168" y="2490590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pl107"/>
            <p:cNvSpPr/>
            <p:nvPr/>
          </p:nvSpPr>
          <p:spPr>
            <a:xfrm>
              <a:off x="2667168" y="1830107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pl108"/>
            <p:cNvSpPr/>
            <p:nvPr/>
          </p:nvSpPr>
          <p:spPr>
            <a:xfrm>
              <a:off x="2701432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pl109"/>
            <p:cNvSpPr/>
            <p:nvPr/>
          </p:nvSpPr>
          <p:spPr>
            <a:xfrm>
              <a:off x="2836930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pl110"/>
            <p:cNvSpPr/>
            <p:nvPr/>
          </p:nvSpPr>
          <p:spPr>
            <a:xfrm>
              <a:off x="2972428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pl111"/>
            <p:cNvSpPr/>
            <p:nvPr/>
          </p:nvSpPr>
          <p:spPr>
            <a:xfrm>
              <a:off x="3107926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rc112"/>
            <p:cNvSpPr/>
            <p:nvPr/>
          </p:nvSpPr>
          <p:spPr>
            <a:xfrm>
              <a:off x="2692866" y="1456935"/>
              <a:ext cx="17131" cy="169413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rc113"/>
            <p:cNvSpPr/>
            <p:nvPr/>
          </p:nvSpPr>
          <p:spPr>
            <a:xfrm>
              <a:off x="2709998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rc114"/>
            <p:cNvSpPr/>
            <p:nvPr/>
          </p:nvSpPr>
          <p:spPr>
            <a:xfrm>
              <a:off x="2727130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rc115"/>
            <p:cNvSpPr/>
            <p:nvPr/>
          </p:nvSpPr>
          <p:spPr>
            <a:xfrm>
              <a:off x="2744262" y="3081722"/>
              <a:ext cx="17131" cy="6935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rc116"/>
            <p:cNvSpPr/>
            <p:nvPr/>
          </p:nvSpPr>
          <p:spPr>
            <a:xfrm>
              <a:off x="2761394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rc117"/>
            <p:cNvSpPr/>
            <p:nvPr/>
          </p:nvSpPr>
          <p:spPr>
            <a:xfrm>
              <a:off x="2778525" y="3134561"/>
              <a:ext cx="17131" cy="1651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rc118"/>
            <p:cNvSpPr/>
            <p:nvPr/>
          </p:nvSpPr>
          <p:spPr>
            <a:xfrm>
              <a:off x="2795657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rc119"/>
            <p:cNvSpPr/>
            <p:nvPr/>
          </p:nvSpPr>
          <p:spPr>
            <a:xfrm>
              <a:off x="2812789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rc120"/>
            <p:cNvSpPr/>
            <p:nvPr/>
          </p:nvSpPr>
          <p:spPr>
            <a:xfrm>
              <a:off x="2829921" y="3147770"/>
              <a:ext cx="17131" cy="33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rc121"/>
            <p:cNvSpPr/>
            <p:nvPr/>
          </p:nvSpPr>
          <p:spPr>
            <a:xfrm>
              <a:off x="2847053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rc122"/>
            <p:cNvSpPr/>
            <p:nvPr/>
          </p:nvSpPr>
          <p:spPr>
            <a:xfrm>
              <a:off x="2864185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rc123"/>
            <p:cNvSpPr/>
            <p:nvPr/>
          </p:nvSpPr>
          <p:spPr>
            <a:xfrm>
              <a:off x="2881317" y="3147770"/>
              <a:ext cx="17131" cy="33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rc124"/>
            <p:cNvSpPr/>
            <p:nvPr/>
          </p:nvSpPr>
          <p:spPr>
            <a:xfrm>
              <a:off x="2898449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rc125"/>
            <p:cNvSpPr/>
            <p:nvPr/>
          </p:nvSpPr>
          <p:spPr>
            <a:xfrm>
              <a:off x="2915581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rc126"/>
            <p:cNvSpPr/>
            <p:nvPr/>
          </p:nvSpPr>
          <p:spPr>
            <a:xfrm>
              <a:off x="2932713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rc127"/>
            <p:cNvSpPr/>
            <p:nvPr/>
          </p:nvSpPr>
          <p:spPr>
            <a:xfrm>
              <a:off x="2949845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rc128"/>
            <p:cNvSpPr/>
            <p:nvPr/>
          </p:nvSpPr>
          <p:spPr>
            <a:xfrm>
              <a:off x="2966977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rc129"/>
            <p:cNvSpPr/>
            <p:nvPr/>
          </p:nvSpPr>
          <p:spPr>
            <a:xfrm>
              <a:off x="2984109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rc130"/>
            <p:cNvSpPr/>
            <p:nvPr/>
          </p:nvSpPr>
          <p:spPr>
            <a:xfrm>
              <a:off x="3001241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rc131"/>
            <p:cNvSpPr/>
            <p:nvPr/>
          </p:nvSpPr>
          <p:spPr>
            <a:xfrm>
              <a:off x="3018373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rc132"/>
            <p:cNvSpPr/>
            <p:nvPr/>
          </p:nvSpPr>
          <p:spPr>
            <a:xfrm>
              <a:off x="3035505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rc133"/>
            <p:cNvSpPr/>
            <p:nvPr/>
          </p:nvSpPr>
          <p:spPr>
            <a:xfrm>
              <a:off x="3052637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rc134"/>
            <p:cNvSpPr/>
            <p:nvPr/>
          </p:nvSpPr>
          <p:spPr>
            <a:xfrm>
              <a:off x="3069769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rc135"/>
            <p:cNvSpPr/>
            <p:nvPr/>
          </p:nvSpPr>
          <p:spPr>
            <a:xfrm>
              <a:off x="3086901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rc136"/>
            <p:cNvSpPr/>
            <p:nvPr/>
          </p:nvSpPr>
          <p:spPr>
            <a:xfrm>
              <a:off x="3104033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rc137"/>
            <p:cNvSpPr/>
            <p:nvPr/>
          </p:nvSpPr>
          <p:spPr>
            <a:xfrm>
              <a:off x="3121165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rc138"/>
            <p:cNvSpPr/>
            <p:nvPr/>
          </p:nvSpPr>
          <p:spPr>
            <a:xfrm>
              <a:off x="3138297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rc139"/>
            <p:cNvSpPr/>
            <p:nvPr/>
          </p:nvSpPr>
          <p:spPr>
            <a:xfrm>
              <a:off x="3155429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rc140"/>
            <p:cNvSpPr/>
            <p:nvPr/>
          </p:nvSpPr>
          <p:spPr>
            <a:xfrm>
              <a:off x="3172561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rc141"/>
            <p:cNvSpPr/>
            <p:nvPr/>
          </p:nvSpPr>
          <p:spPr>
            <a:xfrm>
              <a:off x="3189693" y="3147770"/>
              <a:ext cx="17131" cy="33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rc142"/>
            <p:cNvSpPr/>
            <p:nvPr/>
          </p:nvSpPr>
          <p:spPr>
            <a:xfrm>
              <a:off x="2667168" y="1198851"/>
              <a:ext cx="565354" cy="2045184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rc143"/>
            <p:cNvSpPr/>
            <p:nvPr/>
          </p:nvSpPr>
          <p:spPr>
            <a:xfrm>
              <a:off x="3302112" y="1198851"/>
              <a:ext cx="565354" cy="20451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44" name="pl144"/>
            <p:cNvSpPr/>
            <p:nvPr/>
          </p:nvSpPr>
          <p:spPr>
            <a:xfrm>
              <a:off x="3302112" y="2820831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pl145"/>
            <p:cNvSpPr/>
            <p:nvPr/>
          </p:nvSpPr>
          <p:spPr>
            <a:xfrm>
              <a:off x="3302112" y="2160349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pl146"/>
            <p:cNvSpPr/>
            <p:nvPr/>
          </p:nvSpPr>
          <p:spPr>
            <a:xfrm>
              <a:off x="3302112" y="1499866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" name="pl147"/>
            <p:cNvSpPr/>
            <p:nvPr/>
          </p:nvSpPr>
          <p:spPr>
            <a:xfrm>
              <a:off x="3404125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" name="pl148"/>
            <p:cNvSpPr/>
            <p:nvPr/>
          </p:nvSpPr>
          <p:spPr>
            <a:xfrm>
              <a:off x="3539623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" name="pl149"/>
            <p:cNvSpPr/>
            <p:nvPr/>
          </p:nvSpPr>
          <p:spPr>
            <a:xfrm>
              <a:off x="3675121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" name="pl150"/>
            <p:cNvSpPr/>
            <p:nvPr/>
          </p:nvSpPr>
          <p:spPr>
            <a:xfrm>
              <a:off x="3810620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" name="pl151"/>
            <p:cNvSpPr/>
            <p:nvPr/>
          </p:nvSpPr>
          <p:spPr>
            <a:xfrm>
              <a:off x="3302112" y="3151073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" name="pl152"/>
            <p:cNvSpPr/>
            <p:nvPr/>
          </p:nvSpPr>
          <p:spPr>
            <a:xfrm>
              <a:off x="3302112" y="2490590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" name="pl153"/>
            <p:cNvSpPr/>
            <p:nvPr/>
          </p:nvSpPr>
          <p:spPr>
            <a:xfrm>
              <a:off x="3302112" y="1830107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pl154"/>
            <p:cNvSpPr/>
            <p:nvPr/>
          </p:nvSpPr>
          <p:spPr>
            <a:xfrm>
              <a:off x="3336376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pl155"/>
            <p:cNvSpPr/>
            <p:nvPr/>
          </p:nvSpPr>
          <p:spPr>
            <a:xfrm>
              <a:off x="3471874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pl156"/>
            <p:cNvSpPr/>
            <p:nvPr/>
          </p:nvSpPr>
          <p:spPr>
            <a:xfrm>
              <a:off x="3607372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pl157"/>
            <p:cNvSpPr/>
            <p:nvPr/>
          </p:nvSpPr>
          <p:spPr>
            <a:xfrm>
              <a:off x="3742870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rc158"/>
            <p:cNvSpPr/>
            <p:nvPr/>
          </p:nvSpPr>
          <p:spPr>
            <a:xfrm>
              <a:off x="3327810" y="1397491"/>
              <a:ext cx="17131" cy="175358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rc159"/>
            <p:cNvSpPr/>
            <p:nvPr/>
          </p:nvSpPr>
          <p:spPr>
            <a:xfrm>
              <a:off x="3344942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rc160"/>
            <p:cNvSpPr/>
            <p:nvPr/>
          </p:nvSpPr>
          <p:spPr>
            <a:xfrm>
              <a:off x="3362074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rc161"/>
            <p:cNvSpPr/>
            <p:nvPr/>
          </p:nvSpPr>
          <p:spPr>
            <a:xfrm>
              <a:off x="3379205" y="3081722"/>
              <a:ext cx="17131" cy="6935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" name="rc162"/>
            <p:cNvSpPr/>
            <p:nvPr/>
          </p:nvSpPr>
          <p:spPr>
            <a:xfrm>
              <a:off x="3396337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rc163"/>
            <p:cNvSpPr/>
            <p:nvPr/>
          </p:nvSpPr>
          <p:spPr>
            <a:xfrm>
              <a:off x="3413469" y="3141166"/>
              <a:ext cx="17131" cy="990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rc164"/>
            <p:cNvSpPr/>
            <p:nvPr/>
          </p:nvSpPr>
          <p:spPr>
            <a:xfrm>
              <a:off x="3430601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" name="rc165"/>
            <p:cNvSpPr/>
            <p:nvPr/>
          </p:nvSpPr>
          <p:spPr>
            <a:xfrm>
              <a:off x="3447733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rc166"/>
            <p:cNvSpPr/>
            <p:nvPr/>
          </p:nvSpPr>
          <p:spPr>
            <a:xfrm>
              <a:off x="3464865" y="3144468"/>
              <a:ext cx="17131" cy="660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" name="rc167"/>
            <p:cNvSpPr/>
            <p:nvPr/>
          </p:nvSpPr>
          <p:spPr>
            <a:xfrm>
              <a:off x="3481997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" name="rc168"/>
            <p:cNvSpPr/>
            <p:nvPr/>
          </p:nvSpPr>
          <p:spPr>
            <a:xfrm>
              <a:off x="3499129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" name="rc169"/>
            <p:cNvSpPr/>
            <p:nvPr/>
          </p:nvSpPr>
          <p:spPr>
            <a:xfrm>
              <a:off x="3516261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" name="rc170"/>
            <p:cNvSpPr/>
            <p:nvPr/>
          </p:nvSpPr>
          <p:spPr>
            <a:xfrm>
              <a:off x="3533393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" name="rc171"/>
            <p:cNvSpPr/>
            <p:nvPr/>
          </p:nvSpPr>
          <p:spPr>
            <a:xfrm>
              <a:off x="3550525" y="3147770"/>
              <a:ext cx="17131" cy="33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" name="rc172"/>
            <p:cNvSpPr/>
            <p:nvPr/>
          </p:nvSpPr>
          <p:spPr>
            <a:xfrm>
              <a:off x="3567657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" name="rc173"/>
            <p:cNvSpPr/>
            <p:nvPr/>
          </p:nvSpPr>
          <p:spPr>
            <a:xfrm>
              <a:off x="3584789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" name="rc174"/>
            <p:cNvSpPr/>
            <p:nvPr/>
          </p:nvSpPr>
          <p:spPr>
            <a:xfrm>
              <a:off x="3601921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" name="rc175"/>
            <p:cNvSpPr/>
            <p:nvPr/>
          </p:nvSpPr>
          <p:spPr>
            <a:xfrm>
              <a:off x="3619053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" name="rc176"/>
            <p:cNvSpPr/>
            <p:nvPr/>
          </p:nvSpPr>
          <p:spPr>
            <a:xfrm>
              <a:off x="3636185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" name="rc177"/>
            <p:cNvSpPr/>
            <p:nvPr/>
          </p:nvSpPr>
          <p:spPr>
            <a:xfrm>
              <a:off x="3653317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" name="rc178"/>
            <p:cNvSpPr/>
            <p:nvPr/>
          </p:nvSpPr>
          <p:spPr>
            <a:xfrm>
              <a:off x="3670449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" name="rc179"/>
            <p:cNvSpPr/>
            <p:nvPr/>
          </p:nvSpPr>
          <p:spPr>
            <a:xfrm>
              <a:off x="3687581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" name="rc180"/>
            <p:cNvSpPr/>
            <p:nvPr/>
          </p:nvSpPr>
          <p:spPr>
            <a:xfrm>
              <a:off x="3704713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" name="rc181"/>
            <p:cNvSpPr/>
            <p:nvPr/>
          </p:nvSpPr>
          <p:spPr>
            <a:xfrm>
              <a:off x="3721845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" name="rc182"/>
            <p:cNvSpPr/>
            <p:nvPr/>
          </p:nvSpPr>
          <p:spPr>
            <a:xfrm>
              <a:off x="3738977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" name="rc183"/>
            <p:cNvSpPr/>
            <p:nvPr/>
          </p:nvSpPr>
          <p:spPr>
            <a:xfrm>
              <a:off x="3756109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" name="rc184"/>
            <p:cNvSpPr/>
            <p:nvPr/>
          </p:nvSpPr>
          <p:spPr>
            <a:xfrm>
              <a:off x="3773241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" name="rc185"/>
            <p:cNvSpPr/>
            <p:nvPr/>
          </p:nvSpPr>
          <p:spPr>
            <a:xfrm>
              <a:off x="3790373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" name="rc186"/>
            <p:cNvSpPr/>
            <p:nvPr/>
          </p:nvSpPr>
          <p:spPr>
            <a:xfrm>
              <a:off x="3807505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" name="rc187"/>
            <p:cNvSpPr/>
            <p:nvPr/>
          </p:nvSpPr>
          <p:spPr>
            <a:xfrm>
              <a:off x="3824637" y="3151073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" name="rc188"/>
            <p:cNvSpPr/>
            <p:nvPr/>
          </p:nvSpPr>
          <p:spPr>
            <a:xfrm>
              <a:off x="3302112" y="1198851"/>
              <a:ext cx="565354" cy="2045184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" name="rc189"/>
            <p:cNvSpPr/>
            <p:nvPr/>
          </p:nvSpPr>
          <p:spPr>
            <a:xfrm>
              <a:off x="3937056" y="1198851"/>
              <a:ext cx="565354" cy="20451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90" name="pl190"/>
            <p:cNvSpPr/>
            <p:nvPr/>
          </p:nvSpPr>
          <p:spPr>
            <a:xfrm>
              <a:off x="3937056" y="2820831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" name="pl191"/>
            <p:cNvSpPr/>
            <p:nvPr/>
          </p:nvSpPr>
          <p:spPr>
            <a:xfrm>
              <a:off x="3937056" y="2160349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" name="pl192"/>
            <p:cNvSpPr/>
            <p:nvPr/>
          </p:nvSpPr>
          <p:spPr>
            <a:xfrm>
              <a:off x="3937056" y="1499866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" name="pl193"/>
            <p:cNvSpPr/>
            <p:nvPr/>
          </p:nvSpPr>
          <p:spPr>
            <a:xfrm>
              <a:off x="4039069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" name="pl194"/>
            <p:cNvSpPr/>
            <p:nvPr/>
          </p:nvSpPr>
          <p:spPr>
            <a:xfrm>
              <a:off x="4174567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" name="pl195"/>
            <p:cNvSpPr/>
            <p:nvPr/>
          </p:nvSpPr>
          <p:spPr>
            <a:xfrm>
              <a:off x="4310065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" name="pl196"/>
            <p:cNvSpPr/>
            <p:nvPr/>
          </p:nvSpPr>
          <p:spPr>
            <a:xfrm>
              <a:off x="4445563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" name="pl197"/>
            <p:cNvSpPr/>
            <p:nvPr/>
          </p:nvSpPr>
          <p:spPr>
            <a:xfrm>
              <a:off x="3937056" y="3151073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" name="pl198"/>
            <p:cNvSpPr/>
            <p:nvPr/>
          </p:nvSpPr>
          <p:spPr>
            <a:xfrm>
              <a:off x="3937056" y="2490590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" name="pl199"/>
            <p:cNvSpPr/>
            <p:nvPr/>
          </p:nvSpPr>
          <p:spPr>
            <a:xfrm>
              <a:off x="3937056" y="1830107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" name="pl200"/>
            <p:cNvSpPr/>
            <p:nvPr/>
          </p:nvSpPr>
          <p:spPr>
            <a:xfrm>
              <a:off x="3971319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" name="pl201"/>
            <p:cNvSpPr/>
            <p:nvPr/>
          </p:nvSpPr>
          <p:spPr>
            <a:xfrm>
              <a:off x="4106818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" name="pl202"/>
            <p:cNvSpPr/>
            <p:nvPr/>
          </p:nvSpPr>
          <p:spPr>
            <a:xfrm>
              <a:off x="4242316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" name="pl203"/>
            <p:cNvSpPr/>
            <p:nvPr/>
          </p:nvSpPr>
          <p:spPr>
            <a:xfrm>
              <a:off x="4377814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" name="rc204"/>
            <p:cNvSpPr/>
            <p:nvPr/>
          </p:nvSpPr>
          <p:spPr>
            <a:xfrm>
              <a:off x="3937056" y="1198851"/>
              <a:ext cx="565354" cy="2045184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" name="rc205"/>
            <p:cNvSpPr/>
            <p:nvPr/>
          </p:nvSpPr>
          <p:spPr>
            <a:xfrm>
              <a:off x="1397280" y="983989"/>
              <a:ext cx="565354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" name="tx206"/>
            <p:cNvSpPr/>
            <p:nvPr/>
          </p:nvSpPr>
          <p:spPr>
            <a:xfrm>
              <a:off x="1568143" y="1050110"/>
              <a:ext cx="223629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Este</a:t>
              </a:r>
            </a:p>
          </p:txBody>
        </p:sp>
        <p:sp>
          <p:nvSpPr>
            <p:cNvPr id="207" name="rc207"/>
            <p:cNvSpPr/>
            <p:nvPr/>
          </p:nvSpPr>
          <p:spPr>
            <a:xfrm>
              <a:off x="2032224" y="983989"/>
              <a:ext cx="565354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" name="tx208"/>
            <p:cNvSpPr/>
            <p:nvPr/>
          </p:nvSpPr>
          <p:spPr>
            <a:xfrm>
              <a:off x="2178257" y="1050110"/>
              <a:ext cx="273288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Norte</a:t>
              </a:r>
            </a:p>
          </p:txBody>
        </p:sp>
        <p:sp>
          <p:nvSpPr>
            <p:cNvPr id="209" name="rc209"/>
            <p:cNvSpPr/>
            <p:nvPr/>
          </p:nvSpPr>
          <p:spPr>
            <a:xfrm>
              <a:off x="2667168" y="983989"/>
              <a:ext cx="565354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" name="tx210"/>
            <p:cNvSpPr/>
            <p:nvPr/>
          </p:nvSpPr>
          <p:spPr>
            <a:xfrm>
              <a:off x="2800759" y="1048637"/>
              <a:ext cx="298172" cy="827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Oeste</a:t>
              </a:r>
            </a:p>
          </p:txBody>
        </p:sp>
        <p:sp>
          <p:nvSpPr>
            <p:cNvPr id="211" name="rc211"/>
            <p:cNvSpPr/>
            <p:nvPr/>
          </p:nvSpPr>
          <p:spPr>
            <a:xfrm>
              <a:off x="3302112" y="983989"/>
              <a:ext cx="565354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" name="tx212"/>
            <p:cNvSpPr/>
            <p:nvPr/>
          </p:nvSpPr>
          <p:spPr>
            <a:xfrm>
              <a:off x="3497831" y="1048691"/>
              <a:ext cx="173915" cy="8272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Sur</a:t>
              </a:r>
            </a:p>
          </p:txBody>
        </p:sp>
        <p:sp>
          <p:nvSpPr>
            <p:cNvPr id="213" name="rc213"/>
            <p:cNvSpPr/>
            <p:nvPr/>
          </p:nvSpPr>
          <p:spPr>
            <a:xfrm>
              <a:off x="3937056" y="983989"/>
              <a:ext cx="565354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" name="tx214"/>
            <p:cNvSpPr/>
            <p:nvPr/>
          </p:nvSpPr>
          <p:spPr>
            <a:xfrm>
              <a:off x="4142107" y="1051420"/>
              <a:ext cx="155252" cy="8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NA</a:t>
              </a:r>
            </a:p>
          </p:txBody>
        </p:sp>
        <p:sp>
          <p:nvSpPr>
            <p:cNvPr id="215" name="pl215"/>
            <p:cNvSpPr/>
            <p:nvPr/>
          </p:nvSpPr>
          <p:spPr>
            <a:xfrm>
              <a:off x="1431544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" name="pl216"/>
            <p:cNvSpPr/>
            <p:nvPr/>
          </p:nvSpPr>
          <p:spPr>
            <a:xfrm>
              <a:off x="1567042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" name="pl217"/>
            <p:cNvSpPr/>
            <p:nvPr/>
          </p:nvSpPr>
          <p:spPr>
            <a:xfrm>
              <a:off x="1702540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" name="pl218"/>
            <p:cNvSpPr/>
            <p:nvPr/>
          </p:nvSpPr>
          <p:spPr>
            <a:xfrm>
              <a:off x="1838039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" name="tx219"/>
            <p:cNvSpPr/>
            <p:nvPr/>
          </p:nvSpPr>
          <p:spPr>
            <a:xfrm rot="-2700000">
              <a:off x="1428152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20" name="tx220"/>
            <p:cNvSpPr/>
            <p:nvPr/>
          </p:nvSpPr>
          <p:spPr>
            <a:xfrm rot="-2700000">
              <a:off x="1563631" y="3293460"/>
              <a:ext cx="62155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221" name="tx221"/>
            <p:cNvSpPr/>
            <p:nvPr/>
          </p:nvSpPr>
          <p:spPr>
            <a:xfrm rot="-2700000">
              <a:off x="1699149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222" name="tx222"/>
            <p:cNvSpPr/>
            <p:nvPr/>
          </p:nvSpPr>
          <p:spPr>
            <a:xfrm rot="-2700000">
              <a:off x="1834647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223" name="pl223"/>
            <p:cNvSpPr/>
            <p:nvPr/>
          </p:nvSpPr>
          <p:spPr>
            <a:xfrm>
              <a:off x="2066488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" name="pl224"/>
            <p:cNvSpPr/>
            <p:nvPr/>
          </p:nvSpPr>
          <p:spPr>
            <a:xfrm>
              <a:off x="2201986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" name="pl225"/>
            <p:cNvSpPr/>
            <p:nvPr/>
          </p:nvSpPr>
          <p:spPr>
            <a:xfrm>
              <a:off x="2337484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" name="pl226"/>
            <p:cNvSpPr/>
            <p:nvPr/>
          </p:nvSpPr>
          <p:spPr>
            <a:xfrm>
              <a:off x="2472983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" name="tx227"/>
            <p:cNvSpPr/>
            <p:nvPr/>
          </p:nvSpPr>
          <p:spPr>
            <a:xfrm rot="-2700000">
              <a:off x="2063096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28" name="tx228"/>
            <p:cNvSpPr/>
            <p:nvPr/>
          </p:nvSpPr>
          <p:spPr>
            <a:xfrm rot="-2700000">
              <a:off x="2198575" y="3293460"/>
              <a:ext cx="62155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229" name="tx229"/>
            <p:cNvSpPr/>
            <p:nvPr/>
          </p:nvSpPr>
          <p:spPr>
            <a:xfrm rot="-2700000">
              <a:off x="2334093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230" name="tx230"/>
            <p:cNvSpPr/>
            <p:nvPr/>
          </p:nvSpPr>
          <p:spPr>
            <a:xfrm rot="-2700000">
              <a:off x="2469591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231" name="pl231"/>
            <p:cNvSpPr/>
            <p:nvPr/>
          </p:nvSpPr>
          <p:spPr>
            <a:xfrm>
              <a:off x="2701432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" name="pl232"/>
            <p:cNvSpPr/>
            <p:nvPr/>
          </p:nvSpPr>
          <p:spPr>
            <a:xfrm>
              <a:off x="2836930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" name="pl233"/>
            <p:cNvSpPr/>
            <p:nvPr/>
          </p:nvSpPr>
          <p:spPr>
            <a:xfrm>
              <a:off x="2972428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" name="pl234"/>
            <p:cNvSpPr/>
            <p:nvPr/>
          </p:nvSpPr>
          <p:spPr>
            <a:xfrm>
              <a:off x="3107926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" name="tx235"/>
            <p:cNvSpPr/>
            <p:nvPr/>
          </p:nvSpPr>
          <p:spPr>
            <a:xfrm rot="-2700000">
              <a:off x="2698040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36" name="tx236"/>
            <p:cNvSpPr/>
            <p:nvPr/>
          </p:nvSpPr>
          <p:spPr>
            <a:xfrm rot="-2700000">
              <a:off x="2833519" y="3293460"/>
              <a:ext cx="62155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237" name="tx237"/>
            <p:cNvSpPr/>
            <p:nvPr/>
          </p:nvSpPr>
          <p:spPr>
            <a:xfrm rot="-2700000">
              <a:off x="2969037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238" name="tx238"/>
            <p:cNvSpPr/>
            <p:nvPr/>
          </p:nvSpPr>
          <p:spPr>
            <a:xfrm rot="-2700000">
              <a:off x="3104535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239" name="pl239"/>
            <p:cNvSpPr/>
            <p:nvPr/>
          </p:nvSpPr>
          <p:spPr>
            <a:xfrm>
              <a:off x="3336376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" name="pl240"/>
            <p:cNvSpPr/>
            <p:nvPr/>
          </p:nvSpPr>
          <p:spPr>
            <a:xfrm>
              <a:off x="3471874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" name="pl241"/>
            <p:cNvSpPr/>
            <p:nvPr/>
          </p:nvSpPr>
          <p:spPr>
            <a:xfrm>
              <a:off x="3607372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" name="pl242"/>
            <p:cNvSpPr/>
            <p:nvPr/>
          </p:nvSpPr>
          <p:spPr>
            <a:xfrm>
              <a:off x="3742870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" name="tx243"/>
            <p:cNvSpPr/>
            <p:nvPr/>
          </p:nvSpPr>
          <p:spPr>
            <a:xfrm rot="-2700000">
              <a:off x="3332984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44" name="tx244"/>
            <p:cNvSpPr/>
            <p:nvPr/>
          </p:nvSpPr>
          <p:spPr>
            <a:xfrm rot="-2700000">
              <a:off x="3468463" y="3293460"/>
              <a:ext cx="62155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245" name="tx245"/>
            <p:cNvSpPr/>
            <p:nvPr/>
          </p:nvSpPr>
          <p:spPr>
            <a:xfrm rot="-2700000">
              <a:off x="3603981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246" name="tx246"/>
            <p:cNvSpPr/>
            <p:nvPr/>
          </p:nvSpPr>
          <p:spPr>
            <a:xfrm rot="-2700000">
              <a:off x="3739479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247" name="pl247"/>
            <p:cNvSpPr/>
            <p:nvPr/>
          </p:nvSpPr>
          <p:spPr>
            <a:xfrm>
              <a:off x="3971319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" name="pl248"/>
            <p:cNvSpPr/>
            <p:nvPr/>
          </p:nvSpPr>
          <p:spPr>
            <a:xfrm>
              <a:off x="4106818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" name="pl249"/>
            <p:cNvSpPr/>
            <p:nvPr/>
          </p:nvSpPr>
          <p:spPr>
            <a:xfrm>
              <a:off x="4242316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" name="pl250"/>
            <p:cNvSpPr/>
            <p:nvPr/>
          </p:nvSpPr>
          <p:spPr>
            <a:xfrm>
              <a:off x="4377814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" name="tx251"/>
            <p:cNvSpPr/>
            <p:nvPr/>
          </p:nvSpPr>
          <p:spPr>
            <a:xfrm rot="-2700000">
              <a:off x="3967928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52" name="tx252"/>
            <p:cNvSpPr/>
            <p:nvPr/>
          </p:nvSpPr>
          <p:spPr>
            <a:xfrm rot="-2700000">
              <a:off x="4103407" y="3293460"/>
              <a:ext cx="62155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253" name="tx253"/>
            <p:cNvSpPr/>
            <p:nvPr/>
          </p:nvSpPr>
          <p:spPr>
            <a:xfrm rot="-2700000">
              <a:off x="4238924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254" name="tx254"/>
            <p:cNvSpPr/>
            <p:nvPr/>
          </p:nvSpPr>
          <p:spPr>
            <a:xfrm rot="-2700000">
              <a:off x="4374423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255" name="tx255"/>
            <p:cNvSpPr/>
            <p:nvPr/>
          </p:nvSpPr>
          <p:spPr>
            <a:xfrm>
              <a:off x="1272494" y="3109381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56" name="tx256"/>
            <p:cNvSpPr/>
            <p:nvPr/>
          </p:nvSpPr>
          <p:spPr>
            <a:xfrm>
              <a:off x="1148183" y="2448898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257" name="tx257"/>
            <p:cNvSpPr/>
            <p:nvPr/>
          </p:nvSpPr>
          <p:spPr>
            <a:xfrm>
              <a:off x="1148183" y="1788416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258" name="pl258"/>
            <p:cNvSpPr/>
            <p:nvPr/>
          </p:nvSpPr>
          <p:spPr>
            <a:xfrm>
              <a:off x="1362485" y="3151073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" name="pl259"/>
            <p:cNvSpPr/>
            <p:nvPr/>
          </p:nvSpPr>
          <p:spPr>
            <a:xfrm>
              <a:off x="1362485" y="249059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" name="pl260"/>
            <p:cNvSpPr/>
            <p:nvPr/>
          </p:nvSpPr>
          <p:spPr>
            <a:xfrm>
              <a:off x="1362485" y="183010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1" name="tx261"/>
            <p:cNvSpPr/>
            <p:nvPr/>
          </p:nvSpPr>
          <p:spPr>
            <a:xfrm>
              <a:off x="2666523" y="3455132"/>
              <a:ext cx="566644" cy="10347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ADULTO</a:t>
              </a:r>
            </a:p>
          </p:txBody>
        </p:sp>
        <p:sp>
          <p:nvSpPr>
            <p:cNvPr id="262" name="tx262"/>
            <p:cNvSpPr/>
            <p:nvPr/>
          </p:nvSpPr>
          <p:spPr>
            <a:xfrm rot="-5400000">
              <a:off x="863422" y="2171750"/>
              <a:ext cx="341746" cy="9938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count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Presentación en pantalla (4:3)</PresentationFormat>
  <Paragraphs>30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/>
  <cp:lastModifiedBy>Jacobo Robledo Buritica</cp:lastModifiedBy>
  <cp:revision>4</cp:revision>
  <dcterms:created xsi:type="dcterms:W3CDTF">2017-02-13T16:18:36Z</dcterms:created>
  <dcterms:modified xsi:type="dcterms:W3CDTF">2021-03-26T03:53:07Z</dcterms:modified>
  <cp:category/>
</cp:coreProperties>
</file>