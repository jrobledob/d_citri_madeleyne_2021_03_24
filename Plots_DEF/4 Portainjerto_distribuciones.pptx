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914400" y="914400"/>
            <a:ext cx="7402016" cy="4386808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15177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730169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056173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382178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6559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9894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23228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26563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397280" y="3067167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2393171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1719176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48926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82271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21561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4896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28230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1466269" y="2153903"/>
              <a:ext cx="45993" cy="9132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512262" y="3067167"/>
              <a:ext cx="45993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558256" y="3046947"/>
              <a:ext cx="45993" cy="202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604249" y="3046947"/>
              <a:ext cx="45993" cy="202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650242" y="3063797"/>
              <a:ext cx="45993" cy="336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696235" y="3046947"/>
              <a:ext cx="45993" cy="202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742228" y="3009877"/>
              <a:ext cx="45993" cy="572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788221" y="2972808"/>
              <a:ext cx="45993" cy="94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834214" y="3053687"/>
              <a:ext cx="45993" cy="134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880207" y="3060427"/>
              <a:ext cx="45993" cy="67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926200" y="2949218"/>
              <a:ext cx="45993" cy="11794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972193" y="3060427"/>
              <a:ext cx="45993" cy="67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2018186" y="3033467"/>
              <a:ext cx="45993" cy="3369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2064179" y="3050317"/>
              <a:ext cx="45993" cy="1684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2110172" y="2864968"/>
              <a:ext cx="45993" cy="20219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2156165" y="3060427"/>
              <a:ext cx="45993" cy="67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2202158" y="3060427"/>
              <a:ext cx="45993" cy="67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2248151" y="3019987"/>
              <a:ext cx="45993" cy="471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2294144" y="3057057"/>
              <a:ext cx="45993" cy="101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2340137" y="2962698"/>
              <a:ext cx="45993" cy="10446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2386130" y="3060427"/>
              <a:ext cx="45993" cy="67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2432124" y="3043577"/>
              <a:ext cx="45993" cy="235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2478117" y="3019987"/>
              <a:ext cx="45993" cy="471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2524110" y="3043577"/>
              <a:ext cx="45993" cy="235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2570103" y="3053687"/>
              <a:ext cx="45993" cy="134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2616096" y="3060427"/>
              <a:ext cx="45993" cy="67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2662089" y="3057057"/>
              <a:ext cx="45993" cy="101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2708082" y="3057057"/>
              <a:ext cx="45993" cy="101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2754075" y="3067167"/>
              <a:ext cx="45993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2800068" y="1698956"/>
              <a:ext cx="45993" cy="13682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1397280" y="1198851"/>
              <a:ext cx="15177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2984640" y="1198851"/>
              <a:ext cx="15177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2984640" y="2730169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2984640" y="2056173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2984640" y="1382178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324335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35768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39102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42437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984640" y="3067167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984640" y="2393171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984640" y="1719176"/>
              <a:ext cx="1517770" cy="0"/>
            </a:xfrm>
            <a:custGeom>
              <a:avLst/>
              <a:gdLst/>
              <a:ahLst/>
              <a:cxnLst/>
              <a:rect l="0" t="0" r="0" b="0"/>
              <a:pathLst>
                <a:path w="1517770">
                  <a:moveTo>
                    <a:pt x="0" y="0"/>
                  </a:moveTo>
                  <a:lnTo>
                    <a:pt x="1517770" y="0"/>
                  </a:lnTo>
                  <a:lnTo>
                    <a:pt x="15177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30766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34100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37435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40769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44104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3053629" y="1732655"/>
              <a:ext cx="45993" cy="13345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3099622" y="3063797"/>
              <a:ext cx="45993" cy="336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3145615" y="3046947"/>
              <a:ext cx="45993" cy="202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3191608" y="3033467"/>
              <a:ext cx="45993" cy="3369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3237601" y="3030097"/>
              <a:ext cx="45993" cy="3706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3283595" y="3003137"/>
              <a:ext cx="45993" cy="6402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3329588" y="3003137"/>
              <a:ext cx="45993" cy="6402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3375581" y="2969438"/>
              <a:ext cx="45993" cy="9772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3421574" y="3057057"/>
              <a:ext cx="45993" cy="101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3467567" y="3050317"/>
              <a:ext cx="45993" cy="1684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3513560" y="2912148"/>
              <a:ext cx="45993" cy="1550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3559553" y="3063797"/>
              <a:ext cx="45993" cy="336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3605546" y="3019987"/>
              <a:ext cx="45993" cy="471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3651539" y="3057057"/>
              <a:ext cx="45993" cy="101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3697532" y="2773979"/>
              <a:ext cx="45993" cy="29318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3743525" y="3067167"/>
              <a:ext cx="45993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3789518" y="3053687"/>
              <a:ext cx="45993" cy="134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3835511" y="3026727"/>
              <a:ext cx="45993" cy="404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3881504" y="3057057"/>
              <a:ext cx="45993" cy="101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3927497" y="2972808"/>
              <a:ext cx="45993" cy="94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3973490" y="3060427"/>
              <a:ext cx="45993" cy="67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4019483" y="3050317"/>
              <a:ext cx="45993" cy="1684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4065476" y="3030097"/>
              <a:ext cx="45993" cy="3706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4111469" y="3043577"/>
              <a:ext cx="45993" cy="235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4157463" y="3050317"/>
              <a:ext cx="45993" cy="1684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4203456" y="3053687"/>
              <a:ext cx="45993" cy="134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4249449" y="3046947"/>
              <a:ext cx="45993" cy="202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4295442" y="3057057"/>
              <a:ext cx="45993" cy="101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4341435" y="3067167"/>
              <a:ext cx="45993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4387428" y="1287818"/>
              <a:ext cx="45993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2984640" y="1198851"/>
              <a:ext cx="15177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1397280" y="983989"/>
              <a:ext cx="15177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tx100"/>
            <p:cNvSpPr/>
            <p:nvPr/>
          </p:nvSpPr>
          <p:spPr>
            <a:xfrm>
              <a:off x="1916956" y="1048691"/>
              <a:ext cx="478417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CPB4475</a:t>
              </a:r>
            </a:p>
          </p:txBody>
        </p:sp>
        <p:sp>
          <p:nvSpPr>
            <p:cNvPr id="101" name="rc101"/>
            <p:cNvSpPr/>
            <p:nvPr/>
          </p:nvSpPr>
          <p:spPr>
            <a:xfrm>
              <a:off x="2984640" y="983989"/>
              <a:ext cx="15177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tx102"/>
            <p:cNvSpPr/>
            <p:nvPr/>
          </p:nvSpPr>
          <p:spPr>
            <a:xfrm>
              <a:off x="3641042" y="1048691"/>
              <a:ext cx="20496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SxE</a:t>
              </a:r>
            </a:p>
          </p:txBody>
        </p:sp>
        <p:sp>
          <p:nvSpPr>
            <p:cNvPr id="103" name="pl103"/>
            <p:cNvSpPr/>
            <p:nvPr/>
          </p:nvSpPr>
          <p:spPr>
            <a:xfrm>
              <a:off x="148926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182271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215616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248961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282306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tx108"/>
            <p:cNvSpPr/>
            <p:nvPr/>
          </p:nvSpPr>
          <p:spPr>
            <a:xfrm rot="-2700000">
              <a:off x="148587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9" name="tx109"/>
            <p:cNvSpPr/>
            <p:nvPr/>
          </p:nvSpPr>
          <p:spPr>
            <a:xfrm rot="-2700000">
              <a:off x="178824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10" name="tx110"/>
            <p:cNvSpPr/>
            <p:nvPr/>
          </p:nvSpPr>
          <p:spPr>
            <a:xfrm rot="-2700000">
              <a:off x="212169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11" name="tx111"/>
            <p:cNvSpPr/>
            <p:nvPr/>
          </p:nvSpPr>
          <p:spPr>
            <a:xfrm rot="-2700000">
              <a:off x="2455628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112" name="tx112"/>
            <p:cNvSpPr/>
            <p:nvPr/>
          </p:nvSpPr>
          <p:spPr>
            <a:xfrm rot="-2700000">
              <a:off x="275751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3" name="pl113"/>
            <p:cNvSpPr/>
            <p:nvPr/>
          </p:nvSpPr>
          <p:spPr>
            <a:xfrm>
              <a:off x="307662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341007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374352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407697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441042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tx118"/>
            <p:cNvSpPr/>
            <p:nvPr/>
          </p:nvSpPr>
          <p:spPr>
            <a:xfrm rot="-2700000">
              <a:off x="307323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9"/>
            <p:cNvSpPr/>
            <p:nvPr/>
          </p:nvSpPr>
          <p:spPr>
            <a:xfrm rot="-2700000">
              <a:off x="337560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20" name="tx120"/>
            <p:cNvSpPr/>
            <p:nvPr/>
          </p:nvSpPr>
          <p:spPr>
            <a:xfrm rot="-2700000">
              <a:off x="370905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21" name="tx121"/>
            <p:cNvSpPr/>
            <p:nvPr/>
          </p:nvSpPr>
          <p:spPr>
            <a:xfrm rot="-2700000">
              <a:off x="4042988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122" name="tx122"/>
            <p:cNvSpPr/>
            <p:nvPr/>
          </p:nvSpPr>
          <p:spPr>
            <a:xfrm rot="-2700000">
              <a:off x="434487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148183" y="2351480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148183" y="1677484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26" name="pl126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1362485" y="239317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1362485" y="171917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tx129"/>
            <p:cNvSpPr/>
            <p:nvPr/>
          </p:nvSpPr>
          <p:spPr>
            <a:xfrm>
              <a:off x="2297628" y="3427506"/>
              <a:ext cx="1304435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Brotes afectados (%)</a:t>
              </a:r>
            </a:p>
          </p:txBody>
        </p:sp>
        <p:sp>
          <p:nvSpPr>
            <p:cNvPr id="130" name="tx130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Presentación en pantalla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2021-03-26T01:56:39Z</dcterms:modified>
  <cp:category/>
</cp:coreProperties>
</file>