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468560" y="620688"/>
            <a:ext cx="9274224" cy="5106888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1441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30892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80342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297928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107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6500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7892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9285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0677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56167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0561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155067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411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5804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719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8588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9981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30193" y="2444395"/>
              <a:ext cx="21942" cy="6227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52135" y="2978200"/>
              <a:ext cx="21942" cy="889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74077" y="3038859"/>
              <a:ext cx="21942" cy="283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96019" y="3044925"/>
              <a:ext cx="21942" cy="222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17962" y="3059079"/>
              <a:ext cx="21942" cy="80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39904" y="3063123"/>
              <a:ext cx="21942" cy="40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1846" y="3061101"/>
              <a:ext cx="21942" cy="60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83788" y="3063123"/>
              <a:ext cx="21942" cy="40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0573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2767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64961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67155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69349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15441" y="3065145"/>
              <a:ext cx="21942" cy="20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73738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75932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78126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80321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82515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84709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86903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89097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91292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93486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95680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97874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00068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022631" y="3065145"/>
              <a:ext cx="21942" cy="20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04457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06651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190960" y="281441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190960" y="230892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190960" y="180342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190960" y="1297928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3044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4437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5829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7221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8614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19096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190960" y="256167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190960" y="20561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190960" y="155067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234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3740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5133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6525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7918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223873" y="1977316"/>
              <a:ext cx="21942" cy="10898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245815" y="2909452"/>
              <a:ext cx="21942" cy="1577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267757" y="3028749"/>
              <a:ext cx="21942" cy="3841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289699" y="3046947"/>
              <a:ext cx="21942" cy="20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311642" y="3061101"/>
              <a:ext cx="21942" cy="60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333584" y="3061101"/>
              <a:ext cx="21942" cy="60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35552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37746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39941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42135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44329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46523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48717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50912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53106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55300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57494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59688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61883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64077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66271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68465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70660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72854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75048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77242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279436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281631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283825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286019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984640" y="281441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984640" y="230892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984640" y="180342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984640" y="1297928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0981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2373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37662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5158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6551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298464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2984640" y="256167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2984640" y="20561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2984640" y="155067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30285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31677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33070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34462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35854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3017553" y="1287818"/>
              <a:ext cx="21942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3039495" y="2765891"/>
              <a:ext cx="21942" cy="30127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3061437" y="2943826"/>
              <a:ext cx="21942" cy="1233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083379" y="2986288"/>
              <a:ext cx="21942" cy="808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3105321" y="3026727"/>
              <a:ext cx="21942" cy="404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3127264" y="3038859"/>
              <a:ext cx="21942" cy="283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149206" y="3044925"/>
              <a:ext cx="21942" cy="222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171148" y="3059079"/>
              <a:ext cx="21942" cy="80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193090" y="3055035"/>
              <a:ext cx="21942" cy="121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215032" y="3059079"/>
              <a:ext cx="21942" cy="80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236974" y="3063123"/>
              <a:ext cx="21942" cy="40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25891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28085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30280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32474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34668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36862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39056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41251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43445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345639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347833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350028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352222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354416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356610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358804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360999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3631933" y="3065145"/>
              <a:ext cx="21942" cy="20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3653875" y="3065145"/>
              <a:ext cx="21942" cy="20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3778320" y="281441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3778320" y="230892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3778320" y="180342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3778320" y="1297928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38918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40310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41703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43095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44487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377832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3778320" y="256167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3778320" y="205617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3778320" y="155067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38222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39614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41006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423992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43791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139728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tx176"/>
            <p:cNvSpPr/>
            <p:nvPr/>
          </p:nvSpPr>
          <p:spPr>
            <a:xfrm>
              <a:off x="1582354" y="1048637"/>
              <a:ext cx="353943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LIMON</a:t>
              </a:r>
            </a:p>
          </p:txBody>
        </p:sp>
        <p:sp>
          <p:nvSpPr>
            <p:cNvPr id="177" name="rc177"/>
            <p:cNvSpPr/>
            <p:nvPr/>
          </p:nvSpPr>
          <p:spPr>
            <a:xfrm>
              <a:off x="219096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tx178"/>
            <p:cNvSpPr/>
            <p:nvPr/>
          </p:nvSpPr>
          <p:spPr>
            <a:xfrm>
              <a:off x="2217698" y="1051420"/>
              <a:ext cx="670614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MANDARINA</a:t>
              </a:r>
            </a:p>
          </p:txBody>
        </p:sp>
        <p:sp>
          <p:nvSpPr>
            <p:cNvPr id="179" name="rc179"/>
            <p:cNvSpPr/>
            <p:nvPr/>
          </p:nvSpPr>
          <p:spPr>
            <a:xfrm>
              <a:off x="298464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tx180"/>
            <p:cNvSpPr/>
            <p:nvPr/>
          </p:nvSpPr>
          <p:spPr>
            <a:xfrm>
              <a:off x="3085866" y="1050055"/>
              <a:ext cx="521637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NARANJA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377832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tx182"/>
            <p:cNvSpPr/>
            <p:nvPr/>
          </p:nvSpPr>
          <p:spPr>
            <a:xfrm>
              <a:off x="406273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83" name="pl183"/>
            <p:cNvSpPr/>
            <p:nvPr/>
          </p:nvSpPr>
          <p:spPr>
            <a:xfrm>
              <a:off x="14411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58040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7196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8588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9981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 rot="-2700000">
              <a:off x="14377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9" name="tx189"/>
            <p:cNvSpPr/>
            <p:nvPr/>
          </p:nvSpPr>
          <p:spPr>
            <a:xfrm rot="-2700000">
              <a:off x="151485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0" name="tx190"/>
            <p:cNvSpPr/>
            <p:nvPr/>
          </p:nvSpPr>
          <p:spPr>
            <a:xfrm rot="-2700000">
              <a:off x="16540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91" name="tx191"/>
            <p:cNvSpPr/>
            <p:nvPr/>
          </p:nvSpPr>
          <p:spPr>
            <a:xfrm rot="-2700000">
              <a:off x="179331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92" name="tx192"/>
            <p:cNvSpPr/>
            <p:nvPr/>
          </p:nvSpPr>
          <p:spPr>
            <a:xfrm rot="-2700000">
              <a:off x="19325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93" name="pl193"/>
            <p:cNvSpPr/>
            <p:nvPr/>
          </p:nvSpPr>
          <p:spPr>
            <a:xfrm>
              <a:off x="22348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23740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95"/>
            <p:cNvSpPr/>
            <p:nvPr/>
          </p:nvSpPr>
          <p:spPr>
            <a:xfrm>
              <a:off x="25133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96"/>
            <p:cNvSpPr/>
            <p:nvPr/>
          </p:nvSpPr>
          <p:spPr>
            <a:xfrm>
              <a:off x="265256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97"/>
            <p:cNvSpPr/>
            <p:nvPr/>
          </p:nvSpPr>
          <p:spPr>
            <a:xfrm>
              <a:off x="27918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tx198"/>
            <p:cNvSpPr/>
            <p:nvPr/>
          </p:nvSpPr>
          <p:spPr>
            <a:xfrm rot="-2700000">
              <a:off x="223145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9" name="tx199"/>
            <p:cNvSpPr/>
            <p:nvPr/>
          </p:nvSpPr>
          <p:spPr>
            <a:xfrm rot="-2700000">
              <a:off x="230853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00" name="tx200"/>
            <p:cNvSpPr/>
            <p:nvPr/>
          </p:nvSpPr>
          <p:spPr>
            <a:xfrm rot="-2700000">
              <a:off x="244777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01" name="tx201"/>
            <p:cNvSpPr/>
            <p:nvPr/>
          </p:nvSpPr>
          <p:spPr>
            <a:xfrm rot="-2700000">
              <a:off x="258699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02" name="tx202"/>
            <p:cNvSpPr/>
            <p:nvPr/>
          </p:nvSpPr>
          <p:spPr>
            <a:xfrm rot="-2700000">
              <a:off x="272625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30285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31677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33070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344624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35854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tx208"/>
            <p:cNvSpPr/>
            <p:nvPr/>
          </p:nvSpPr>
          <p:spPr>
            <a:xfrm rot="-2700000">
              <a:off x="302513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9" name="tx209"/>
            <p:cNvSpPr/>
            <p:nvPr/>
          </p:nvSpPr>
          <p:spPr>
            <a:xfrm rot="-2700000">
              <a:off x="310221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10" name="tx210"/>
            <p:cNvSpPr/>
            <p:nvPr/>
          </p:nvSpPr>
          <p:spPr>
            <a:xfrm rot="-2700000">
              <a:off x="32414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11" name="tx211"/>
            <p:cNvSpPr/>
            <p:nvPr/>
          </p:nvSpPr>
          <p:spPr>
            <a:xfrm rot="-2700000">
              <a:off x="338067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12" name="tx212"/>
            <p:cNvSpPr/>
            <p:nvPr/>
          </p:nvSpPr>
          <p:spPr>
            <a:xfrm rot="-2700000">
              <a:off x="351993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38222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396144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41006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423992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43791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tx218"/>
            <p:cNvSpPr/>
            <p:nvPr/>
          </p:nvSpPr>
          <p:spPr>
            <a:xfrm rot="-2700000">
              <a:off x="381881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9" name="tx219"/>
            <p:cNvSpPr/>
            <p:nvPr/>
          </p:nvSpPr>
          <p:spPr>
            <a:xfrm rot="-2700000">
              <a:off x="389589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20" name="tx220"/>
            <p:cNvSpPr/>
            <p:nvPr/>
          </p:nvSpPr>
          <p:spPr>
            <a:xfrm rot="-2700000">
              <a:off x="40351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21" name="tx221"/>
            <p:cNvSpPr/>
            <p:nvPr/>
          </p:nvSpPr>
          <p:spPr>
            <a:xfrm rot="-2700000">
              <a:off x="4174354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22" name="tx222"/>
            <p:cNvSpPr/>
            <p:nvPr/>
          </p:nvSpPr>
          <p:spPr>
            <a:xfrm rot="-2700000">
              <a:off x="43136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183" y="251997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183" y="2014482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183" y="150898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227" name="pl227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l228"/>
            <p:cNvSpPr/>
            <p:nvPr/>
          </p:nvSpPr>
          <p:spPr>
            <a:xfrm>
              <a:off x="1362485" y="25616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l229"/>
            <p:cNvSpPr/>
            <p:nvPr/>
          </p:nvSpPr>
          <p:spPr>
            <a:xfrm>
              <a:off x="1362485" y="20561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l230"/>
            <p:cNvSpPr/>
            <p:nvPr/>
          </p:nvSpPr>
          <p:spPr>
            <a:xfrm>
              <a:off x="1362485" y="15506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tx231"/>
            <p:cNvSpPr/>
            <p:nvPr/>
          </p:nvSpPr>
          <p:spPr>
            <a:xfrm>
              <a:off x="2654858" y="3455132"/>
              <a:ext cx="589973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HUEVOS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Presentación en pantalla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2021-03-26T03:48:24Z</dcterms:modified>
  <cp:category/>
</cp:coreProperties>
</file>