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4752" y="7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23367104" y="-28201"/>
            <a:ext cx="51893494" cy="792088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100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257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4144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57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4728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022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41791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4336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4492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4649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00988" y="1756629"/>
              <a:ext cx="2472" cy="13105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03461" y="2928655"/>
              <a:ext cx="2472" cy="138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05933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08405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108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1335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158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182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207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232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4257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428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4306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433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35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438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440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4430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445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447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450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452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455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457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460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4627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465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467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4702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1472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139728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154845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548457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548457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548457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548457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5612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5769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5926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6083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6240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54845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48457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548457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548457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553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15690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15847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16004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16161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552165" y="2374606"/>
              <a:ext cx="2472" cy="6925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554638" y="2960619"/>
              <a:ext cx="2472" cy="106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55711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559583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5620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5645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5670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5694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5719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5744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5768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5793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5818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584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5867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589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591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594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596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599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601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604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6065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1609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611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6139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1616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1618919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1621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1623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154845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169963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699634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699634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699634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1699634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17124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17281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17438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17594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17751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169963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1699634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1699634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1699634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17045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7202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173595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17516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17673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703343" y="1884486"/>
              <a:ext cx="2472" cy="11826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705815" y="2918000"/>
              <a:ext cx="2472" cy="1491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1708287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71076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7132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171570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17181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17206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17231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17255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17280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7305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7330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1735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1737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740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1742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1745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1747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17503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1752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1755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1757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1760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1762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1765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1767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17700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1772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1775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169963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185081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1850811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1850811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1850811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1850811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18636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18792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18949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19106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19263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185081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1850811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1850811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1850811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18557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18714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18871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19028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19185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1854520" y="1905796"/>
              <a:ext cx="2472" cy="11613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1856992" y="2907345"/>
              <a:ext cx="2472" cy="1598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1859464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1861937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1864409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186688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186935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18718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18742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1876771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187924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18817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18841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18866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1889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1891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18940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1896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1899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19014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1903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1906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1908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1911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198"/>
            <p:cNvSpPr/>
            <p:nvPr/>
          </p:nvSpPr>
          <p:spPr>
            <a:xfrm>
              <a:off x="19138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199"/>
            <p:cNvSpPr/>
            <p:nvPr/>
          </p:nvSpPr>
          <p:spPr>
            <a:xfrm>
              <a:off x="1916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200"/>
            <p:cNvSpPr/>
            <p:nvPr/>
          </p:nvSpPr>
          <p:spPr>
            <a:xfrm>
              <a:off x="1918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201"/>
            <p:cNvSpPr/>
            <p:nvPr/>
          </p:nvSpPr>
          <p:spPr>
            <a:xfrm>
              <a:off x="19212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202"/>
            <p:cNvSpPr/>
            <p:nvPr/>
          </p:nvSpPr>
          <p:spPr>
            <a:xfrm>
              <a:off x="1923746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203"/>
            <p:cNvSpPr/>
            <p:nvPr/>
          </p:nvSpPr>
          <p:spPr>
            <a:xfrm>
              <a:off x="1926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204"/>
            <p:cNvSpPr/>
            <p:nvPr/>
          </p:nvSpPr>
          <p:spPr>
            <a:xfrm>
              <a:off x="185081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205"/>
            <p:cNvSpPr/>
            <p:nvPr/>
          </p:nvSpPr>
          <p:spPr>
            <a:xfrm>
              <a:off x="200198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2001988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2001988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2001988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209"/>
            <p:cNvSpPr/>
            <p:nvPr/>
          </p:nvSpPr>
          <p:spPr>
            <a:xfrm>
              <a:off x="2001988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210"/>
            <p:cNvSpPr/>
            <p:nvPr/>
          </p:nvSpPr>
          <p:spPr>
            <a:xfrm>
              <a:off x="20147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l211"/>
            <p:cNvSpPr/>
            <p:nvPr/>
          </p:nvSpPr>
          <p:spPr>
            <a:xfrm>
              <a:off x="20304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20461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2061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20775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200198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2001988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2001988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218"/>
            <p:cNvSpPr/>
            <p:nvPr/>
          </p:nvSpPr>
          <p:spPr>
            <a:xfrm>
              <a:off x="2001988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l219"/>
            <p:cNvSpPr/>
            <p:nvPr/>
          </p:nvSpPr>
          <p:spPr>
            <a:xfrm>
              <a:off x="20069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l220"/>
            <p:cNvSpPr/>
            <p:nvPr/>
          </p:nvSpPr>
          <p:spPr>
            <a:xfrm>
              <a:off x="20226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l221"/>
            <p:cNvSpPr/>
            <p:nvPr/>
          </p:nvSpPr>
          <p:spPr>
            <a:xfrm>
              <a:off x="20383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222"/>
            <p:cNvSpPr/>
            <p:nvPr/>
          </p:nvSpPr>
          <p:spPr>
            <a:xfrm>
              <a:off x="20540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l223"/>
            <p:cNvSpPr/>
            <p:nvPr/>
          </p:nvSpPr>
          <p:spPr>
            <a:xfrm>
              <a:off x="20696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005697" y="2822107"/>
              <a:ext cx="2472" cy="2450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0081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01064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01311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0155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018059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0205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231"/>
            <p:cNvSpPr/>
            <p:nvPr/>
          </p:nvSpPr>
          <p:spPr>
            <a:xfrm>
              <a:off x="20230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232"/>
            <p:cNvSpPr/>
            <p:nvPr/>
          </p:nvSpPr>
          <p:spPr>
            <a:xfrm>
              <a:off x="20254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233"/>
            <p:cNvSpPr/>
            <p:nvPr/>
          </p:nvSpPr>
          <p:spPr>
            <a:xfrm>
              <a:off x="20279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20304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20328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236"/>
            <p:cNvSpPr/>
            <p:nvPr/>
          </p:nvSpPr>
          <p:spPr>
            <a:xfrm>
              <a:off x="20353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rc237"/>
            <p:cNvSpPr/>
            <p:nvPr/>
          </p:nvSpPr>
          <p:spPr>
            <a:xfrm>
              <a:off x="20378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0403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0427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0452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rc241"/>
            <p:cNvSpPr/>
            <p:nvPr/>
          </p:nvSpPr>
          <p:spPr>
            <a:xfrm>
              <a:off x="20477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rc242"/>
            <p:cNvSpPr/>
            <p:nvPr/>
          </p:nvSpPr>
          <p:spPr>
            <a:xfrm>
              <a:off x="20501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rc243"/>
            <p:cNvSpPr/>
            <p:nvPr/>
          </p:nvSpPr>
          <p:spPr>
            <a:xfrm>
              <a:off x="20526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0551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0576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rc246"/>
            <p:cNvSpPr/>
            <p:nvPr/>
          </p:nvSpPr>
          <p:spPr>
            <a:xfrm>
              <a:off x="20600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rc247"/>
            <p:cNvSpPr/>
            <p:nvPr/>
          </p:nvSpPr>
          <p:spPr>
            <a:xfrm>
              <a:off x="20625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rc248"/>
            <p:cNvSpPr/>
            <p:nvPr/>
          </p:nvSpPr>
          <p:spPr>
            <a:xfrm>
              <a:off x="20650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rc249"/>
            <p:cNvSpPr/>
            <p:nvPr/>
          </p:nvSpPr>
          <p:spPr>
            <a:xfrm>
              <a:off x="20675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rc250"/>
            <p:cNvSpPr/>
            <p:nvPr/>
          </p:nvSpPr>
          <p:spPr>
            <a:xfrm>
              <a:off x="20699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rc251"/>
            <p:cNvSpPr/>
            <p:nvPr/>
          </p:nvSpPr>
          <p:spPr>
            <a:xfrm>
              <a:off x="20724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rc252"/>
            <p:cNvSpPr/>
            <p:nvPr/>
          </p:nvSpPr>
          <p:spPr>
            <a:xfrm>
              <a:off x="20749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rc253"/>
            <p:cNvSpPr/>
            <p:nvPr/>
          </p:nvSpPr>
          <p:spPr>
            <a:xfrm>
              <a:off x="20773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rc254"/>
            <p:cNvSpPr/>
            <p:nvPr/>
          </p:nvSpPr>
          <p:spPr>
            <a:xfrm>
              <a:off x="200198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rc255"/>
            <p:cNvSpPr/>
            <p:nvPr/>
          </p:nvSpPr>
          <p:spPr>
            <a:xfrm>
              <a:off x="215316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2153165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2153165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2153165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2153165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21659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21816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21973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22130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264"/>
            <p:cNvSpPr/>
            <p:nvPr/>
          </p:nvSpPr>
          <p:spPr>
            <a:xfrm>
              <a:off x="22287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265"/>
            <p:cNvSpPr/>
            <p:nvPr/>
          </p:nvSpPr>
          <p:spPr>
            <a:xfrm>
              <a:off x="215316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266"/>
            <p:cNvSpPr/>
            <p:nvPr/>
          </p:nvSpPr>
          <p:spPr>
            <a:xfrm>
              <a:off x="2153165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267"/>
            <p:cNvSpPr/>
            <p:nvPr/>
          </p:nvSpPr>
          <p:spPr>
            <a:xfrm>
              <a:off x="2153165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l268"/>
            <p:cNvSpPr/>
            <p:nvPr/>
          </p:nvSpPr>
          <p:spPr>
            <a:xfrm>
              <a:off x="2153165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l269"/>
            <p:cNvSpPr/>
            <p:nvPr/>
          </p:nvSpPr>
          <p:spPr>
            <a:xfrm>
              <a:off x="21581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l270"/>
            <p:cNvSpPr/>
            <p:nvPr/>
          </p:nvSpPr>
          <p:spPr>
            <a:xfrm>
              <a:off x="217379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l271"/>
            <p:cNvSpPr/>
            <p:nvPr/>
          </p:nvSpPr>
          <p:spPr>
            <a:xfrm>
              <a:off x="21894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272"/>
            <p:cNvSpPr/>
            <p:nvPr/>
          </p:nvSpPr>
          <p:spPr>
            <a:xfrm>
              <a:off x="22051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273"/>
            <p:cNvSpPr/>
            <p:nvPr/>
          </p:nvSpPr>
          <p:spPr>
            <a:xfrm>
              <a:off x="22208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156874" y="2129546"/>
              <a:ext cx="2472" cy="9376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159346" y="2886036"/>
              <a:ext cx="2472" cy="1811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rc276"/>
            <p:cNvSpPr/>
            <p:nvPr/>
          </p:nvSpPr>
          <p:spPr>
            <a:xfrm>
              <a:off x="2161819" y="2971274"/>
              <a:ext cx="2472" cy="958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rc277"/>
            <p:cNvSpPr/>
            <p:nvPr/>
          </p:nvSpPr>
          <p:spPr>
            <a:xfrm>
              <a:off x="2164291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rc278"/>
            <p:cNvSpPr/>
            <p:nvPr/>
          </p:nvSpPr>
          <p:spPr>
            <a:xfrm>
              <a:off x="216676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rc279"/>
            <p:cNvSpPr/>
            <p:nvPr/>
          </p:nvSpPr>
          <p:spPr>
            <a:xfrm>
              <a:off x="2169236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rc280"/>
            <p:cNvSpPr/>
            <p:nvPr/>
          </p:nvSpPr>
          <p:spPr>
            <a:xfrm>
              <a:off x="2171708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rc281"/>
            <p:cNvSpPr/>
            <p:nvPr/>
          </p:nvSpPr>
          <p:spPr>
            <a:xfrm>
              <a:off x="2174181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1766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179125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21815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21840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21865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21890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rc288"/>
            <p:cNvSpPr/>
            <p:nvPr/>
          </p:nvSpPr>
          <p:spPr>
            <a:xfrm>
              <a:off x="21914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21939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21964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21989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22013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22038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rc294"/>
            <p:cNvSpPr/>
            <p:nvPr/>
          </p:nvSpPr>
          <p:spPr>
            <a:xfrm>
              <a:off x="22063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rc295"/>
            <p:cNvSpPr/>
            <p:nvPr/>
          </p:nvSpPr>
          <p:spPr>
            <a:xfrm>
              <a:off x="22087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rc296"/>
            <p:cNvSpPr/>
            <p:nvPr/>
          </p:nvSpPr>
          <p:spPr>
            <a:xfrm>
              <a:off x="22112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rc297"/>
            <p:cNvSpPr/>
            <p:nvPr/>
          </p:nvSpPr>
          <p:spPr>
            <a:xfrm>
              <a:off x="22137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rc298"/>
            <p:cNvSpPr/>
            <p:nvPr/>
          </p:nvSpPr>
          <p:spPr>
            <a:xfrm>
              <a:off x="22162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rc299"/>
            <p:cNvSpPr/>
            <p:nvPr/>
          </p:nvSpPr>
          <p:spPr>
            <a:xfrm>
              <a:off x="22186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rc300"/>
            <p:cNvSpPr/>
            <p:nvPr/>
          </p:nvSpPr>
          <p:spPr>
            <a:xfrm>
              <a:off x="22211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rc301"/>
            <p:cNvSpPr/>
            <p:nvPr/>
          </p:nvSpPr>
          <p:spPr>
            <a:xfrm>
              <a:off x="22236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rc302"/>
            <p:cNvSpPr/>
            <p:nvPr/>
          </p:nvSpPr>
          <p:spPr>
            <a:xfrm>
              <a:off x="22261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rc303"/>
            <p:cNvSpPr/>
            <p:nvPr/>
          </p:nvSpPr>
          <p:spPr>
            <a:xfrm>
              <a:off x="22285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rc304"/>
            <p:cNvSpPr/>
            <p:nvPr/>
          </p:nvSpPr>
          <p:spPr>
            <a:xfrm>
              <a:off x="215316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2304343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2304343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2304343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2304343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2304343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23171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233282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23485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236419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23798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2304343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2304343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2304343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2304343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23092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23249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23406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235635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23720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rc324"/>
            <p:cNvSpPr/>
            <p:nvPr/>
          </p:nvSpPr>
          <p:spPr>
            <a:xfrm>
              <a:off x="2308051" y="2225439"/>
              <a:ext cx="2472" cy="84172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rc325"/>
            <p:cNvSpPr/>
            <p:nvPr/>
          </p:nvSpPr>
          <p:spPr>
            <a:xfrm>
              <a:off x="2310523" y="2949964"/>
              <a:ext cx="2472" cy="1172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2312996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2315468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2317941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2320413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23228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23253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2327830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23303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23327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23352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23377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23401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23426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23451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23476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23500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rc342"/>
            <p:cNvSpPr/>
            <p:nvPr/>
          </p:nvSpPr>
          <p:spPr>
            <a:xfrm>
              <a:off x="23525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rc343"/>
            <p:cNvSpPr/>
            <p:nvPr/>
          </p:nvSpPr>
          <p:spPr>
            <a:xfrm>
              <a:off x="23550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rc344"/>
            <p:cNvSpPr/>
            <p:nvPr/>
          </p:nvSpPr>
          <p:spPr>
            <a:xfrm>
              <a:off x="23574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rc345"/>
            <p:cNvSpPr/>
            <p:nvPr/>
          </p:nvSpPr>
          <p:spPr>
            <a:xfrm>
              <a:off x="23599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rc346"/>
            <p:cNvSpPr/>
            <p:nvPr/>
          </p:nvSpPr>
          <p:spPr>
            <a:xfrm>
              <a:off x="23624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rc347"/>
            <p:cNvSpPr/>
            <p:nvPr/>
          </p:nvSpPr>
          <p:spPr>
            <a:xfrm>
              <a:off x="23649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rc348"/>
            <p:cNvSpPr/>
            <p:nvPr/>
          </p:nvSpPr>
          <p:spPr>
            <a:xfrm>
              <a:off x="23673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rc349"/>
            <p:cNvSpPr/>
            <p:nvPr/>
          </p:nvSpPr>
          <p:spPr>
            <a:xfrm>
              <a:off x="23698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rc350"/>
            <p:cNvSpPr/>
            <p:nvPr/>
          </p:nvSpPr>
          <p:spPr>
            <a:xfrm>
              <a:off x="23723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rc351"/>
            <p:cNvSpPr/>
            <p:nvPr/>
          </p:nvSpPr>
          <p:spPr>
            <a:xfrm>
              <a:off x="23748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rc352"/>
            <p:cNvSpPr/>
            <p:nvPr/>
          </p:nvSpPr>
          <p:spPr>
            <a:xfrm>
              <a:off x="23772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rc353"/>
            <p:cNvSpPr/>
            <p:nvPr/>
          </p:nvSpPr>
          <p:spPr>
            <a:xfrm>
              <a:off x="23797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rc354"/>
            <p:cNvSpPr/>
            <p:nvPr/>
          </p:nvSpPr>
          <p:spPr>
            <a:xfrm>
              <a:off x="2304343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rc355"/>
            <p:cNvSpPr/>
            <p:nvPr/>
          </p:nvSpPr>
          <p:spPr>
            <a:xfrm>
              <a:off x="245552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2455520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2455520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2455520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2455520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24683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l361"/>
            <p:cNvSpPr/>
            <p:nvPr/>
          </p:nvSpPr>
          <p:spPr>
            <a:xfrm>
              <a:off x="24839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24996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l363"/>
            <p:cNvSpPr/>
            <p:nvPr/>
          </p:nvSpPr>
          <p:spPr>
            <a:xfrm>
              <a:off x="25153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l364"/>
            <p:cNvSpPr/>
            <p:nvPr/>
          </p:nvSpPr>
          <p:spPr>
            <a:xfrm>
              <a:off x="25310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l365"/>
            <p:cNvSpPr/>
            <p:nvPr/>
          </p:nvSpPr>
          <p:spPr>
            <a:xfrm>
              <a:off x="245552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2455520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2455520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2455520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24604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24761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24918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25075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25232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2459228" y="1980379"/>
              <a:ext cx="2472" cy="10867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2461701" y="2918000"/>
              <a:ext cx="2472" cy="1491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2464173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2466645" y="3003238"/>
              <a:ext cx="2472" cy="639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2469118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247159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247406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2476535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24790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24814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248395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24864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24888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24913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24938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24963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24987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25012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25037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25062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25086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25111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25136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25160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25185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25210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25235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25259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rc402"/>
            <p:cNvSpPr/>
            <p:nvPr/>
          </p:nvSpPr>
          <p:spPr>
            <a:xfrm>
              <a:off x="25284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rc403"/>
            <p:cNvSpPr/>
            <p:nvPr/>
          </p:nvSpPr>
          <p:spPr>
            <a:xfrm>
              <a:off x="25309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rc404"/>
            <p:cNvSpPr/>
            <p:nvPr/>
          </p:nvSpPr>
          <p:spPr>
            <a:xfrm>
              <a:off x="245552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rc405"/>
            <p:cNvSpPr/>
            <p:nvPr/>
          </p:nvSpPr>
          <p:spPr>
            <a:xfrm>
              <a:off x="260669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2606697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2606697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2606697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2606697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26194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26351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26508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26665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l414"/>
            <p:cNvSpPr/>
            <p:nvPr/>
          </p:nvSpPr>
          <p:spPr>
            <a:xfrm>
              <a:off x="26822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l415"/>
            <p:cNvSpPr/>
            <p:nvPr/>
          </p:nvSpPr>
          <p:spPr>
            <a:xfrm>
              <a:off x="260669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l416"/>
            <p:cNvSpPr/>
            <p:nvPr/>
          </p:nvSpPr>
          <p:spPr>
            <a:xfrm>
              <a:off x="2606697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l417"/>
            <p:cNvSpPr/>
            <p:nvPr/>
          </p:nvSpPr>
          <p:spPr>
            <a:xfrm>
              <a:off x="2606697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l418"/>
            <p:cNvSpPr/>
            <p:nvPr/>
          </p:nvSpPr>
          <p:spPr>
            <a:xfrm>
              <a:off x="2606697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l419"/>
            <p:cNvSpPr/>
            <p:nvPr/>
          </p:nvSpPr>
          <p:spPr>
            <a:xfrm>
              <a:off x="2611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l420"/>
            <p:cNvSpPr/>
            <p:nvPr/>
          </p:nvSpPr>
          <p:spPr>
            <a:xfrm>
              <a:off x="26273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l421"/>
            <p:cNvSpPr/>
            <p:nvPr/>
          </p:nvSpPr>
          <p:spPr>
            <a:xfrm>
              <a:off x="26430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l422"/>
            <p:cNvSpPr/>
            <p:nvPr/>
          </p:nvSpPr>
          <p:spPr>
            <a:xfrm>
              <a:off x="26587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l423"/>
            <p:cNvSpPr/>
            <p:nvPr/>
          </p:nvSpPr>
          <p:spPr>
            <a:xfrm>
              <a:off x="26743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2610405" y="1287818"/>
              <a:ext cx="2472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2612878" y="2843417"/>
              <a:ext cx="2472" cy="2237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2615350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2617822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2620295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26227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26252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26277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2630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26326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2635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2637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2640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2642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26450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2647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2649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2652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2654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2657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2659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rc445"/>
            <p:cNvSpPr/>
            <p:nvPr/>
          </p:nvSpPr>
          <p:spPr>
            <a:xfrm>
              <a:off x="2662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rc446"/>
            <p:cNvSpPr/>
            <p:nvPr/>
          </p:nvSpPr>
          <p:spPr>
            <a:xfrm>
              <a:off x="26647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rc447"/>
            <p:cNvSpPr/>
            <p:nvPr/>
          </p:nvSpPr>
          <p:spPr>
            <a:xfrm>
              <a:off x="2667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rc448"/>
            <p:cNvSpPr/>
            <p:nvPr/>
          </p:nvSpPr>
          <p:spPr>
            <a:xfrm>
              <a:off x="2669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rc449"/>
            <p:cNvSpPr/>
            <p:nvPr/>
          </p:nvSpPr>
          <p:spPr>
            <a:xfrm>
              <a:off x="26722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rc450"/>
            <p:cNvSpPr/>
            <p:nvPr/>
          </p:nvSpPr>
          <p:spPr>
            <a:xfrm>
              <a:off x="2674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rc451"/>
            <p:cNvSpPr/>
            <p:nvPr/>
          </p:nvSpPr>
          <p:spPr>
            <a:xfrm>
              <a:off x="26771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rc452"/>
            <p:cNvSpPr/>
            <p:nvPr/>
          </p:nvSpPr>
          <p:spPr>
            <a:xfrm>
              <a:off x="26796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rc453"/>
            <p:cNvSpPr/>
            <p:nvPr/>
          </p:nvSpPr>
          <p:spPr>
            <a:xfrm>
              <a:off x="26821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260669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275787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2757874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2757874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2757874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2757874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l460"/>
            <p:cNvSpPr/>
            <p:nvPr/>
          </p:nvSpPr>
          <p:spPr>
            <a:xfrm>
              <a:off x="27706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l461"/>
            <p:cNvSpPr/>
            <p:nvPr/>
          </p:nvSpPr>
          <p:spPr>
            <a:xfrm>
              <a:off x="27863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l462"/>
            <p:cNvSpPr/>
            <p:nvPr/>
          </p:nvSpPr>
          <p:spPr>
            <a:xfrm>
              <a:off x="28020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l463"/>
            <p:cNvSpPr/>
            <p:nvPr/>
          </p:nvSpPr>
          <p:spPr>
            <a:xfrm>
              <a:off x="28177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l464"/>
            <p:cNvSpPr/>
            <p:nvPr/>
          </p:nvSpPr>
          <p:spPr>
            <a:xfrm>
              <a:off x="28334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l465"/>
            <p:cNvSpPr/>
            <p:nvPr/>
          </p:nvSpPr>
          <p:spPr>
            <a:xfrm>
              <a:off x="275787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l466"/>
            <p:cNvSpPr/>
            <p:nvPr/>
          </p:nvSpPr>
          <p:spPr>
            <a:xfrm>
              <a:off x="2757874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l467"/>
            <p:cNvSpPr/>
            <p:nvPr/>
          </p:nvSpPr>
          <p:spPr>
            <a:xfrm>
              <a:off x="2757874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l468"/>
            <p:cNvSpPr/>
            <p:nvPr/>
          </p:nvSpPr>
          <p:spPr>
            <a:xfrm>
              <a:off x="2757874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l469"/>
            <p:cNvSpPr/>
            <p:nvPr/>
          </p:nvSpPr>
          <p:spPr>
            <a:xfrm>
              <a:off x="27628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l470"/>
            <p:cNvSpPr/>
            <p:nvPr/>
          </p:nvSpPr>
          <p:spPr>
            <a:xfrm>
              <a:off x="27785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l471"/>
            <p:cNvSpPr/>
            <p:nvPr/>
          </p:nvSpPr>
          <p:spPr>
            <a:xfrm>
              <a:off x="27941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l472"/>
            <p:cNvSpPr/>
            <p:nvPr/>
          </p:nvSpPr>
          <p:spPr>
            <a:xfrm>
              <a:off x="28098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l473"/>
            <p:cNvSpPr/>
            <p:nvPr/>
          </p:nvSpPr>
          <p:spPr>
            <a:xfrm>
              <a:off x="28255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2761583" y="1596807"/>
              <a:ext cx="2472" cy="1470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2764055" y="2747524"/>
              <a:ext cx="2472" cy="319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2766527" y="2971274"/>
              <a:ext cx="2472" cy="958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2769000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2771472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277394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27764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27788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27813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27838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2786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27887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rc486"/>
            <p:cNvSpPr/>
            <p:nvPr/>
          </p:nvSpPr>
          <p:spPr>
            <a:xfrm>
              <a:off x="2791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rc487"/>
            <p:cNvSpPr/>
            <p:nvPr/>
          </p:nvSpPr>
          <p:spPr>
            <a:xfrm>
              <a:off x="2793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rc488"/>
            <p:cNvSpPr/>
            <p:nvPr/>
          </p:nvSpPr>
          <p:spPr>
            <a:xfrm>
              <a:off x="2796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rc489"/>
            <p:cNvSpPr/>
            <p:nvPr/>
          </p:nvSpPr>
          <p:spPr>
            <a:xfrm>
              <a:off x="2798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rc490"/>
            <p:cNvSpPr/>
            <p:nvPr/>
          </p:nvSpPr>
          <p:spPr>
            <a:xfrm>
              <a:off x="2801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rc491"/>
            <p:cNvSpPr/>
            <p:nvPr/>
          </p:nvSpPr>
          <p:spPr>
            <a:xfrm>
              <a:off x="2803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rc492"/>
            <p:cNvSpPr/>
            <p:nvPr/>
          </p:nvSpPr>
          <p:spPr>
            <a:xfrm>
              <a:off x="2806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rc493"/>
            <p:cNvSpPr/>
            <p:nvPr/>
          </p:nvSpPr>
          <p:spPr>
            <a:xfrm>
              <a:off x="28085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rc494"/>
            <p:cNvSpPr/>
            <p:nvPr/>
          </p:nvSpPr>
          <p:spPr>
            <a:xfrm>
              <a:off x="2811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rc495"/>
            <p:cNvSpPr/>
            <p:nvPr/>
          </p:nvSpPr>
          <p:spPr>
            <a:xfrm>
              <a:off x="2813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rc496"/>
            <p:cNvSpPr/>
            <p:nvPr/>
          </p:nvSpPr>
          <p:spPr>
            <a:xfrm>
              <a:off x="28159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rc497"/>
            <p:cNvSpPr/>
            <p:nvPr/>
          </p:nvSpPr>
          <p:spPr>
            <a:xfrm>
              <a:off x="2818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rc498"/>
            <p:cNvSpPr/>
            <p:nvPr/>
          </p:nvSpPr>
          <p:spPr>
            <a:xfrm>
              <a:off x="28209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rc499"/>
            <p:cNvSpPr/>
            <p:nvPr/>
          </p:nvSpPr>
          <p:spPr>
            <a:xfrm>
              <a:off x="2823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rc500"/>
            <p:cNvSpPr/>
            <p:nvPr/>
          </p:nvSpPr>
          <p:spPr>
            <a:xfrm>
              <a:off x="2825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rc501"/>
            <p:cNvSpPr/>
            <p:nvPr/>
          </p:nvSpPr>
          <p:spPr>
            <a:xfrm>
              <a:off x="28283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rc502"/>
            <p:cNvSpPr/>
            <p:nvPr/>
          </p:nvSpPr>
          <p:spPr>
            <a:xfrm>
              <a:off x="28308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rc503"/>
            <p:cNvSpPr/>
            <p:nvPr/>
          </p:nvSpPr>
          <p:spPr>
            <a:xfrm>
              <a:off x="28332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rc504"/>
            <p:cNvSpPr/>
            <p:nvPr/>
          </p:nvSpPr>
          <p:spPr>
            <a:xfrm>
              <a:off x="275787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rc505"/>
            <p:cNvSpPr/>
            <p:nvPr/>
          </p:nvSpPr>
          <p:spPr>
            <a:xfrm>
              <a:off x="290905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6" name="pl506"/>
            <p:cNvSpPr/>
            <p:nvPr/>
          </p:nvSpPr>
          <p:spPr>
            <a:xfrm>
              <a:off x="2909051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l507"/>
            <p:cNvSpPr/>
            <p:nvPr/>
          </p:nvSpPr>
          <p:spPr>
            <a:xfrm>
              <a:off x="2909051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l508"/>
            <p:cNvSpPr/>
            <p:nvPr/>
          </p:nvSpPr>
          <p:spPr>
            <a:xfrm>
              <a:off x="2909051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l509"/>
            <p:cNvSpPr/>
            <p:nvPr/>
          </p:nvSpPr>
          <p:spPr>
            <a:xfrm>
              <a:off x="2909051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l510"/>
            <p:cNvSpPr/>
            <p:nvPr/>
          </p:nvSpPr>
          <p:spPr>
            <a:xfrm>
              <a:off x="29218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l511"/>
            <p:cNvSpPr/>
            <p:nvPr/>
          </p:nvSpPr>
          <p:spPr>
            <a:xfrm>
              <a:off x="29375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l512"/>
            <p:cNvSpPr/>
            <p:nvPr/>
          </p:nvSpPr>
          <p:spPr>
            <a:xfrm>
              <a:off x="29532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l513"/>
            <p:cNvSpPr/>
            <p:nvPr/>
          </p:nvSpPr>
          <p:spPr>
            <a:xfrm>
              <a:off x="29689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l514"/>
            <p:cNvSpPr/>
            <p:nvPr/>
          </p:nvSpPr>
          <p:spPr>
            <a:xfrm>
              <a:off x="29845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l515"/>
            <p:cNvSpPr/>
            <p:nvPr/>
          </p:nvSpPr>
          <p:spPr>
            <a:xfrm>
              <a:off x="290905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l516"/>
            <p:cNvSpPr/>
            <p:nvPr/>
          </p:nvSpPr>
          <p:spPr>
            <a:xfrm>
              <a:off x="2909051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l517"/>
            <p:cNvSpPr/>
            <p:nvPr/>
          </p:nvSpPr>
          <p:spPr>
            <a:xfrm>
              <a:off x="2909051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l518"/>
            <p:cNvSpPr/>
            <p:nvPr/>
          </p:nvSpPr>
          <p:spPr>
            <a:xfrm>
              <a:off x="2909051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l519"/>
            <p:cNvSpPr/>
            <p:nvPr/>
          </p:nvSpPr>
          <p:spPr>
            <a:xfrm>
              <a:off x="29139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l520"/>
            <p:cNvSpPr/>
            <p:nvPr/>
          </p:nvSpPr>
          <p:spPr>
            <a:xfrm>
              <a:off x="29296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l521"/>
            <p:cNvSpPr/>
            <p:nvPr/>
          </p:nvSpPr>
          <p:spPr>
            <a:xfrm>
              <a:off x="29453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l522"/>
            <p:cNvSpPr/>
            <p:nvPr/>
          </p:nvSpPr>
          <p:spPr>
            <a:xfrm>
              <a:off x="29610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l523"/>
            <p:cNvSpPr/>
            <p:nvPr/>
          </p:nvSpPr>
          <p:spPr>
            <a:xfrm>
              <a:off x="29767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rc524"/>
            <p:cNvSpPr/>
            <p:nvPr/>
          </p:nvSpPr>
          <p:spPr>
            <a:xfrm>
              <a:off x="2912760" y="2300023"/>
              <a:ext cx="2472" cy="7671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rc525"/>
            <p:cNvSpPr/>
            <p:nvPr/>
          </p:nvSpPr>
          <p:spPr>
            <a:xfrm>
              <a:off x="2915232" y="2949964"/>
              <a:ext cx="2472" cy="1172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rc526"/>
            <p:cNvSpPr/>
            <p:nvPr/>
          </p:nvSpPr>
          <p:spPr>
            <a:xfrm>
              <a:off x="2917704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rc527"/>
            <p:cNvSpPr/>
            <p:nvPr/>
          </p:nvSpPr>
          <p:spPr>
            <a:xfrm>
              <a:off x="2920177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rc528"/>
            <p:cNvSpPr/>
            <p:nvPr/>
          </p:nvSpPr>
          <p:spPr>
            <a:xfrm>
              <a:off x="2922649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rc529"/>
            <p:cNvSpPr/>
            <p:nvPr/>
          </p:nvSpPr>
          <p:spPr>
            <a:xfrm>
              <a:off x="29251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rc530"/>
            <p:cNvSpPr/>
            <p:nvPr/>
          </p:nvSpPr>
          <p:spPr>
            <a:xfrm>
              <a:off x="292759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rc531"/>
            <p:cNvSpPr/>
            <p:nvPr/>
          </p:nvSpPr>
          <p:spPr>
            <a:xfrm>
              <a:off x="2930066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rc532"/>
            <p:cNvSpPr/>
            <p:nvPr/>
          </p:nvSpPr>
          <p:spPr>
            <a:xfrm>
              <a:off x="29325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rc533"/>
            <p:cNvSpPr/>
            <p:nvPr/>
          </p:nvSpPr>
          <p:spPr>
            <a:xfrm>
              <a:off x="29350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rc534"/>
            <p:cNvSpPr/>
            <p:nvPr/>
          </p:nvSpPr>
          <p:spPr>
            <a:xfrm>
              <a:off x="2937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rc535"/>
            <p:cNvSpPr/>
            <p:nvPr/>
          </p:nvSpPr>
          <p:spPr>
            <a:xfrm>
              <a:off x="2939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rc536"/>
            <p:cNvSpPr/>
            <p:nvPr/>
          </p:nvSpPr>
          <p:spPr>
            <a:xfrm>
              <a:off x="2942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rc537"/>
            <p:cNvSpPr/>
            <p:nvPr/>
          </p:nvSpPr>
          <p:spPr>
            <a:xfrm>
              <a:off x="2944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rc538"/>
            <p:cNvSpPr/>
            <p:nvPr/>
          </p:nvSpPr>
          <p:spPr>
            <a:xfrm>
              <a:off x="2947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rc539"/>
            <p:cNvSpPr/>
            <p:nvPr/>
          </p:nvSpPr>
          <p:spPr>
            <a:xfrm>
              <a:off x="2949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rc540"/>
            <p:cNvSpPr/>
            <p:nvPr/>
          </p:nvSpPr>
          <p:spPr>
            <a:xfrm>
              <a:off x="29523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rc541"/>
            <p:cNvSpPr/>
            <p:nvPr/>
          </p:nvSpPr>
          <p:spPr>
            <a:xfrm>
              <a:off x="2954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rc542"/>
            <p:cNvSpPr/>
            <p:nvPr/>
          </p:nvSpPr>
          <p:spPr>
            <a:xfrm>
              <a:off x="2957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rc543"/>
            <p:cNvSpPr/>
            <p:nvPr/>
          </p:nvSpPr>
          <p:spPr>
            <a:xfrm>
              <a:off x="2959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rc544"/>
            <p:cNvSpPr/>
            <p:nvPr/>
          </p:nvSpPr>
          <p:spPr>
            <a:xfrm>
              <a:off x="2962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rc545"/>
            <p:cNvSpPr/>
            <p:nvPr/>
          </p:nvSpPr>
          <p:spPr>
            <a:xfrm>
              <a:off x="2964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rc546"/>
            <p:cNvSpPr/>
            <p:nvPr/>
          </p:nvSpPr>
          <p:spPr>
            <a:xfrm>
              <a:off x="2967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rc547"/>
            <p:cNvSpPr/>
            <p:nvPr/>
          </p:nvSpPr>
          <p:spPr>
            <a:xfrm>
              <a:off x="2969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rc548"/>
            <p:cNvSpPr/>
            <p:nvPr/>
          </p:nvSpPr>
          <p:spPr>
            <a:xfrm>
              <a:off x="29720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rc549"/>
            <p:cNvSpPr/>
            <p:nvPr/>
          </p:nvSpPr>
          <p:spPr>
            <a:xfrm>
              <a:off x="2974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rc550"/>
            <p:cNvSpPr/>
            <p:nvPr/>
          </p:nvSpPr>
          <p:spPr>
            <a:xfrm>
              <a:off x="2977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rc551"/>
            <p:cNvSpPr/>
            <p:nvPr/>
          </p:nvSpPr>
          <p:spPr>
            <a:xfrm>
              <a:off x="29795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rc552"/>
            <p:cNvSpPr/>
            <p:nvPr/>
          </p:nvSpPr>
          <p:spPr>
            <a:xfrm>
              <a:off x="29819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rc553"/>
            <p:cNvSpPr/>
            <p:nvPr/>
          </p:nvSpPr>
          <p:spPr>
            <a:xfrm>
              <a:off x="29844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rc554"/>
            <p:cNvSpPr/>
            <p:nvPr/>
          </p:nvSpPr>
          <p:spPr>
            <a:xfrm>
              <a:off x="290905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rc555"/>
            <p:cNvSpPr/>
            <p:nvPr/>
          </p:nvSpPr>
          <p:spPr>
            <a:xfrm>
              <a:off x="306022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6" name="pl556"/>
            <p:cNvSpPr/>
            <p:nvPr/>
          </p:nvSpPr>
          <p:spPr>
            <a:xfrm>
              <a:off x="3060228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l557"/>
            <p:cNvSpPr/>
            <p:nvPr/>
          </p:nvSpPr>
          <p:spPr>
            <a:xfrm>
              <a:off x="3060228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l558"/>
            <p:cNvSpPr/>
            <p:nvPr/>
          </p:nvSpPr>
          <p:spPr>
            <a:xfrm>
              <a:off x="3060228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l559"/>
            <p:cNvSpPr/>
            <p:nvPr/>
          </p:nvSpPr>
          <p:spPr>
            <a:xfrm>
              <a:off x="3060228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l560"/>
            <p:cNvSpPr/>
            <p:nvPr/>
          </p:nvSpPr>
          <p:spPr>
            <a:xfrm>
              <a:off x="307301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l561"/>
            <p:cNvSpPr/>
            <p:nvPr/>
          </p:nvSpPr>
          <p:spPr>
            <a:xfrm>
              <a:off x="30887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l562"/>
            <p:cNvSpPr/>
            <p:nvPr/>
          </p:nvSpPr>
          <p:spPr>
            <a:xfrm>
              <a:off x="310439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l563"/>
            <p:cNvSpPr/>
            <p:nvPr/>
          </p:nvSpPr>
          <p:spPr>
            <a:xfrm>
              <a:off x="31200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l564"/>
            <p:cNvSpPr/>
            <p:nvPr/>
          </p:nvSpPr>
          <p:spPr>
            <a:xfrm>
              <a:off x="31357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l565"/>
            <p:cNvSpPr/>
            <p:nvPr/>
          </p:nvSpPr>
          <p:spPr>
            <a:xfrm>
              <a:off x="306022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l566"/>
            <p:cNvSpPr/>
            <p:nvPr/>
          </p:nvSpPr>
          <p:spPr>
            <a:xfrm>
              <a:off x="3060228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l567"/>
            <p:cNvSpPr/>
            <p:nvPr/>
          </p:nvSpPr>
          <p:spPr>
            <a:xfrm>
              <a:off x="3060228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l568"/>
            <p:cNvSpPr/>
            <p:nvPr/>
          </p:nvSpPr>
          <p:spPr>
            <a:xfrm>
              <a:off x="3060228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l569"/>
            <p:cNvSpPr/>
            <p:nvPr/>
          </p:nvSpPr>
          <p:spPr>
            <a:xfrm>
              <a:off x="30651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l570"/>
            <p:cNvSpPr/>
            <p:nvPr/>
          </p:nvSpPr>
          <p:spPr>
            <a:xfrm>
              <a:off x="30808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l571"/>
            <p:cNvSpPr/>
            <p:nvPr/>
          </p:nvSpPr>
          <p:spPr>
            <a:xfrm>
              <a:off x="30965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l572"/>
            <p:cNvSpPr/>
            <p:nvPr/>
          </p:nvSpPr>
          <p:spPr>
            <a:xfrm>
              <a:off x="31122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l573"/>
            <p:cNvSpPr/>
            <p:nvPr/>
          </p:nvSpPr>
          <p:spPr>
            <a:xfrm>
              <a:off x="31279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rc574"/>
            <p:cNvSpPr/>
            <p:nvPr/>
          </p:nvSpPr>
          <p:spPr>
            <a:xfrm>
              <a:off x="3063937" y="2758178"/>
              <a:ext cx="2472" cy="30898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rc575"/>
            <p:cNvSpPr/>
            <p:nvPr/>
          </p:nvSpPr>
          <p:spPr>
            <a:xfrm>
              <a:off x="3066409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rc576"/>
            <p:cNvSpPr/>
            <p:nvPr/>
          </p:nvSpPr>
          <p:spPr>
            <a:xfrm>
              <a:off x="3068882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rc577"/>
            <p:cNvSpPr/>
            <p:nvPr/>
          </p:nvSpPr>
          <p:spPr>
            <a:xfrm>
              <a:off x="307135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rc578"/>
            <p:cNvSpPr/>
            <p:nvPr/>
          </p:nvSpPr>
          <p:spPr>
            <a:xfrm>
              <a:off x="30738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rc579"/>
            <p:cNvSpPr/>
            <p:nvPr/>
          </p:nvSpPr>
          <p:spPr>
            <a:xfrm>
              <a:off x="30762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rc580"/>
            <p:cNvSpPr/>
            <p:nvPr/>
          </p:nvSpPr>
          <p:spPr>
            <a:xfrm>
              <a:off x="30787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rc581"/>
            <p:cNvSpPr/>
            <p:nvPr/>
          </p:nvSpPr>
          <p:spPr>
            <a:xfrm>
              <a:off x="30812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rc582"/>
            <p:cNvSpPr/>
            <p:nvPr/>
          </p:nvSpPr>
          <p:spPr>
            <a:xfrm>
              <a:off x="30837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rc583"/>
            <p:cNvSpPr/>
            <p:nvPr/>
          </p:nvSpPr>
          <p:spPr>
            <a:xfrm>
              <a:off x="30861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rc584"/>
            <p:cNvSpPr/>
            <p:nvPr/>
          </p:nvSpPr>
          <p:spPr>
            <a:xfrm>
              <a:off x="30886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rc585"/>
            <p:cNvSpPr/>
            <p:nvPr/>
          </p:nvSpPr>
          <p:spPr>
            <a:xfrm>
              <a:off x="3091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rc586"/>
            <p:cNvSpPr/>
            <p:nvPr/>
          </p:nvSpPr>
          <p:spPr>
            <a:xfrm>
              <a:off x="3093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rc587"/>
            <p:cNvSpPr/>
            <p:nvPr/>
          </p:nvSpPr>
          <p:spPr>
            <a:xfrm>
              <a:off x="30960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rc588"/>
            <p:cNvSpPr/>
            <p:nvPr/>
          </p:nvSpPr>
          <p:spPr>
            <a:xfrm>
              <a:off x="3098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rc589"/>
            <p:cNvSpPr/>
            <p:nvPr/>
          </p:nvSpPr>
          <p:spPr>
            <a:xfrm>
              <a:off x="3101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rc590"/>
            <p:cNvSpPr/>
            <p:nvPr/>
          </p:nvSpPr>
          <p:spPr>
            <a:xfrm>
              <a:off x="31034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rc591"/>
            <p:cNvSpPr/>
            <p:nvPr/>
          </p:nvSpPr>
          <p:spPr>
            <a:xfrm>
              <a:off x="3105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rc592"/>
            <p:cNvSpPr/>
            <p:nvPr/>
          </p:nvSpPr>
          <p:spPr>
            <a:xfrm>
              <a:off x="3108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rc593"/>
            <p:cNvSpPr/>
            <p:nvPr/>
          </p:nvSpPr>
          <p:spPr>
            <a:xfrm>
              <a:off x="3110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rc594"/>
            <p:cNvSpPr/>
            <p:nvPr/>
          </p:nvSpPr>
          <p:spPr>
            <a:xfrm>
              <a:off x="3113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rc595"/>
            <p:cNvSpPr/>
            <p:nvPr/>
          </p:nvSpPr>
          <p:spPr>
            <a:xfrm>
              <a:off x="31158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rc596"/>
            <p:cNvSpPr/>
            <p:nvPr/>
          </p:nvSpPr>
          <p:spPr>
            <a:xfrm>
              <a:off x="3118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rc597"/>
            <p:cNvSpPr/>
            <p:nvPr/>
          </p:nvSpPr>
          <p:spPr>
            <a:xfrm>
              <a:off x="3120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rc598"/>
            <p:cNvSpPr/>
            <p:nvPr/>
          </p:nvSpPr>
          <p:spPr>
            <a:xfrm>
              <a:off x="31232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rc599"/>
            <p:cNvSpPr/>
            <p:nvPr/>
          </p:nvSpPr>
          <p:spPr>
            <a:xfrm>
              <a:off x="31257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rc600"/>
            <p:cNvSpPr/>
            <p:nvPr/>
          </p:nvSpPr>
          <p:spPr>
            <a:xfrm>
              <a:off x="3128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rc601"/>
            <p:cNvSpPr/>
            <p:nvPr/>
          </p:nvSpPr>
          <p:spPr>
            <a:xfrm>
              <a:off x="31306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rc602"/>
            <p:cNvSpPr/>
            <p:nvPr/>
          </p:nvSpPr>
          <p:spPr>
            <a:xfrm>
              <a:off x="31331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rc603"/>
            <p:cNvSpPr/>
            <p:nvPr/>
          </p:nvSpPr>
          <p:spPr>
            <a:xfrm>
              <a:off x="31356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rc604"/>
            <p:cNvSpPr/>
            <p:nvPr/>
          </p:nvSpPr>
          <p:spPr>
            <a:xfrm>
              <a:off x="306022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rc605"/>
            <p:cNvSpPr/>
            <p:nvPr/>
          </p:nvSpPr>
          <p:spPr>
            <a:xfrm>
              <a:off x="321140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6" name="pl606"/>
            <p:cNvSpPr/>
            <p:nvPr/>
          </p:nvSpPr>
          <p:spPr>
            <a:xfrm>
              <a:off x="3211405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l607"/>
            <p:cNvSpPr/>
            <p:nvPr/>
          </p:nvSpPr>
          <p:spPr>
            <a:xfrm>
              <a:off x="3211405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l608"/>
            <p:cNvSpPr/>
            <p:nvPr/>
          </p:nvSpPr>
          <p:spPr>
            <a:xfrm>
              <a:off x="3211405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l609"/>
            <p:cNvSpPr/>
            <p:nvPr/>
          </p:nvSpPr>
          <p:spPr>
            <a:xfrm>
              <a:off x="3211405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l610"/>
            <p:cNvSpPr/>
            <p:nvPr/>
          </p:nvSpPr>
          <p:spPr>
            <a:xfrm>
              <a:off x="322419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l611"/>
            <p:cNvSpPr/>
            <p:nvPr/>
          </p:nvSpPr>
          <p:spPr>
            <a:xfrm>
              <a:off x="32398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l612"/>
            <p:cNvSpPr/>
            <p:nvPr/>
          </p:nvSpPr>
          <p:spPr>
            <a:xfrm>
              <a:off x="325557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l613"/>
            <p:cNvSpPr/>
            <p:nvPr/>
          </p:nvSpPr>
          <p:spPr>
            <a:xfrm>
              <a:off x="32712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32869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321140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l616"/>
            <p:cNvSpPr/>
            <p:nvPr/>
          </p:nvSpPr>
          <p:spPr>
            <a:xfrm>
              <a:off x="3211405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l617"/>
            <p:cNvSpPr/>
            <p:nvPr/>
          </p:nvSpPr>
          <p:spPr>
            <a:xfrm>
              <a:off x="3211405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l618"/>
            <p:cNvSpPr/>
            <p:nvPr/>
          </p:nvSpPr>
          <p:spPr>
            <a:xfrm>
              <a:off x="3211405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l619"/>
            <p:cNvSpPr/>
            <p:nvPr/>
          </p:nvSpPr>
          <p:spPr>
            <a:xfrm>
              <a:off x="32163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l620"/>
            <p:cNvSpPr/>
            <p:nvPr/>
          </p:nvSpPr>
          <p:spPr>
            <a:xfrm>
              <a:off x="32320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l621"/>
            <p:cNvSpPr/>
            <p:nvPr/>
          </p:nvSpPr>
          <p:spPr>
            <a:xfrm>
              <a:off x="32477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l622"/>
            <p:cNvSpPr/>
            <p:nvPr/>
          </p:nvSpPr>
          <p:spPr>
            <a:xfrm>
              <a:off x="326341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32791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rc624"/>
            <p:cNvSpPr/>
            <p:nvPr/>
          </p:nvSpPr>
          <p:spPr>
            <a:xfrm>
              <a:off x="3215114" y="2118891"/>
              <a:ext cx="2472" cy="94827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rc625"/>
            <p:cNvSpPr/>
            <p:nvPr/>
          </p:nvSpPr>
          <p:spPr>
            <a:xfrm>
              <a:off x="3217586" y="2928655"/>
              <a:ext cx="2472" cy="138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rc626"/>
            <p:cNvSpPr/>
            <p:nvPr/>
          </p:nvSpPr>
          <p:spPr>
            <a:xfrm>
              <a:off x="3220059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rc627"/>
            <p:cNvSpPr/>
            <p:nvPr/>
          </p:nvSpPr>
          <p:spPr>
            <a:xfrm>
              <a:off x="3222531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rc628"/>
            <p:cNvSpPr/>
            <p:nvPr/>
          </p:nvSpPr>
          <p:spPr>
            <a:xfrm>
              <a:off x="322500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rc629"/>
            <p:cNvSpPr/>
            <p:nvPr/>
          </p:nvSpPr>
          <p:spPr>
            <a:xfrm>
              <a:off x="3227476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rc630"/>
            <p:cNvSpPr/>
            <p:nvPr/>
          </p:nvSpPr>
          <p:spPr>
            <a:xfrm>
              <a:off x="3229948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rc631"/>
            <p:cNvSpPr/>
            <p:nvPr/>
          </p:nvSpPr>
          <p:spPr>
            <a:xfrm>
              <a:off x="323242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rc632"/>
            <p:cNvSpPr/>
            <p:nvPr/>
          </p:nvSpPr>
          <p:spPr>
            <a:xfrm>
              <a:off x="323489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rc633"/>
            <p:cNvSpPr/>
            <p:nvPr/>
          </p:nvSpPr>
          <p:spPr>
            <a:xfrm>
              <a:off x="32373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rc634"/>
            <p:cNvSpPr/>
            <p:nvPr/>
          </p:nvSpPr>
          <p:spPr>
            <a:xfrm>
              <a:off x="32398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rc635"/>
            <p:cNvSpPr/>
            <p:nvPr/>
          </p:nvSpPr>
          <p:spPr>
            <a:xfrm>
              <a:off x="32423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rc636"/>
            <p:cNvSpPr/>
            <p:nvPr/>
          </p:nvSpPr>
          <p:spPr>
            <a:xfrm>
              <a:off x="32447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rc637"/>
            <p:cNvSpPr/>
            <p:nvPr/>
          </p:nvSpPr>
          <p:spPr>
            <a:xfrm>
              <a:off x="32472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rc638"/>
            <p:cNvSpPr/>
            <p:nvPr/>
          </p:nvSpPr>
          <p:spPr>
            <a:xfrm>
              <a:off x="32497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rc639"/>
            <p:cNvSpPr/>
            <p:nvPr/>
          </p:nvSpPr>
          <p:spPr>
            <a:xfrm>
              <a:off x="32521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rc640"/>
            <p:cNvSpPr/>
            <p:nvPr/>
          </p:nvSpPr>
          <p:spPr>
            <a:xfrm>
              <a:off x="32546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rc641"/>
            <p:cNvSpPr/>
            <p:nvPr/>
          </p:nvSpPr>
          <p:spPr>
            <a:xfrm>
              <a:off x="32571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rc642"/>
            <p:cNvSpPr/>
            <p:nvPr/>
          </p:nvSpPr>
          <p:spPr>
            <a:xfrm>
              <a:off x="325961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rc643"/>
            <p:cNvSpPr/>
            <p:nvPr/>
          </p:nvSpPr>
          <p:spPr>
            <a:xfrm>
              <a:off x="326208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rc644"/>
            <p:cNvSpPr/>
            <p:nvPr/>
          </p:nvSpPr>
          <p:spPr>
            <a:xfrm>
              <a:off x="32645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rc645"/>
            <p:cNvSpPr/>
            <p:nvPr/>
          </p:nvSpPr>
          <p:spPr>
            <a:xfrm>
              <a:off x="32670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rc646"/>
            <p:cNvSpPr/>
            <p:nvPr/>
          </p:nvSpPr>
          <p:spPr>
            <a:xfrm>
              <a:off x="32695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rc647"/>
            <p:cNvSpPr/>
            <p:nvPr/>
          </p:nvSpPr>
          <p:spPr>
            <a:xfrm>
              <a:off x="32719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rc648"/>
            <p:cNvSpPr/>
            <p:nvPr/>
          </p:nvSpPr>
          <p:spPr>
            <a:xfrm>
              <a:off x="32744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rc649"/>
            <p:cNvSpPr/>
            <p:nvPr/>
          </p:nvSpPr>
          <p:spPr>
            <a:xfrm>
              <a:off x="32769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rc650"/>
            <p:cNvSpPr/>
            <p:nvPr/>
          </p:nvSpPr>
          <p:spPr>
            <a:xfrm>
              <a:off x="32793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rc651"/>
            <p:cNvSpPr/>
            <p:nvPr/>
          </p:nvSpPr>
          <p:spPr>
            <a:xfrm>
              <a:off x="32818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rc652"/>
            <p:cNvSpPr/>
            <p:nvPr/>
          </p:nvSpPr>
          <p:spPr>
            <a:xfrm>
              <a:off x="32843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rc653"/>
            <p:cNvSpPr/>
            <p:nvPr/>
          </p:nvSpPr>
          <p:spPr>
            <a:xfrm>
              <a:off x="32868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rc654"/>
            <p:cNvSpPr/>
            <p:nvPr/>
          </p:nvSpPr>
          <p:spPr>
            <a:xfrm>
              <a:off x="321140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rc655"/>
            <p:cNvSpPr/>
            <p:nvPr/>
          </p:nvSpPr>
          <p:spPr>
            <a:xfrm>
              <a:off x="3362582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3362582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l657"/>
            <p:cNvSpPr/>
            <p:nvPr/>
          </p:nvSpPr>
          <p:spPr>
            <a:xfrm>
              <a:off x="3362582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3362582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3362582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l660"/>
            <p:cNvSpPr/>
            <p:nvPr/>
          </p:nvSpPr>
          <p:spPr>
            <a:xfrm>
              <a:off x="33753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l661"/>
            <p:cNvSpPr/>
            <p:nvPr/>
          </p:nvSpPr>
          <p:spPr>
            <a:xfrm>
              <a:off x="33910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34067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l663"/>
            <p:cNvSpPr/>
            <p:nvPr/>
          </p:nvSpPr>
          <p:spPr>
            <a:xfrm>
              <a:off x="34224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l664"/>
            <p:cNvSpPr/>
            <p:nvPr/>
          </p:nvSpPr>
          <p:spPr>
            <a:xfrm>
              <a:off x="34381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l665"/>
            <p:cNvSpPr/>
            <p:nvPr/>
          </p:nvSpPr>
          <p:spPr>
            <a:xfrm>
              <a:off x="3362582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l666"/>
            <p:cNvSpPr/>
            <p:nvPr/>
          </p:nvSpPr>
          <p:spPr>
            <a:xfrm>
              <a:off x="3362582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l667"/>
            <p:cNvSpPr/>
            <p:nvPr/>
          </p:nvSpPr>
          <p:spPr>
            <a:xfrm>
              <a:off x="3362582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l668"/>
            <p:cNvSpPr/>
            <p:nvPr/>
          </p:nvSpPr>
          <p:spPr>
            <a:xfrm>
              <a:off x="3362582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l669"/>
            <p:cNvSpPr/>
            <p:nvPr/>
          </p:nvSpPr>
          <p:spPr>
            <a:xfrm>
              <a:off x="33675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l670"/>
            <p:cNvSpPr/>
            <p:nvPr/>
          </p:nvSpPr>
          <p:spPr>
            <a:xfrm>
              <a:off x="33832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l671"/>
            <p:cNvSpPr/>
            <p:nvPr/>
          </p:nvSpPr>
          <p:spPr>
            <a:xfrm>
              <a:off x="33989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l672"/>
            <p:cNvSpPr/>
            <p:nvPr/>
          </p:nvSpPr>
          <p:spPr>
            <a:xfrm>
              <a:off x="34145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l673"/>
            <p:cNvSpPr/>
            <p:nvPr/>
          </p:nvSpPr>
          <p:spPr>
            <a:xfrm>
              <a:off x="34302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rc674"/>
            <p:cNvSpPr/>
            <p:nvPr/>
          </p:nvSpPr>
          <p:spPr>
            <a:xfrm>
              <a:off x="3366291" y="2577047"/>
              <a:ext cx="2472" cy="4901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rc675"/>
            <p:cNvSpPr/>
            <p:nvPr/>
          </p:nvSpPr>
          <p:spPr>
            <a:xfrm>
              <a:off x="3368763" y="2949964"/>
              <a:ext cx="2472" cy="1172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rc676"/>
            <p:cNvSpPr/>
            <p:nvPr/>
          </p:nvSpPr>
          <p:spPr>
            <a:xfrm>
              <a:off x="3371236" y="3003238"/>
              <a:ext cx="2472" cy="639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rc677"/>
            <p:cNvSpPr/>
            <p:nvPr/>
          </p:nvSpPr>
          <p:spPr>
            <a:xfrm>
              <a:off x="3373708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rc678"/>
            <p:cNvSpPr/>
            <p:nvPr/>
          </p:nvSpPr>
          <p:spPr>
            <a:xfrm>
              <a:off x="3376180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rc679"/>
            <p:cNvSpPr/>
            <p:nvPr/>
          </p:nvSpPr>
          <p:spPr>
            <a:xfrm>
              <a:off x="337865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rc680"/>
            <p:cNvSpPr/>
            <p:nvPr/>
          </p:nvSpPr>
          <p:spPr>
            <a:xfrm>
              <a:off x="33811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rc681"/>
            <p:cNvSpPr/>
            <p:nvPr/>
          </p:nvSpPr>
          <p:spPr>
            <a:xfrm>
              <a:off x="33835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rc682"/>
            <p:cNvSpPr/>
            <p:nvPr/>
          </p:nvSpPr>
          <p:spPr>
            <a:xfrm>
              <a:off x="338607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rc683"/>
            <p:cNvSpPr/>
            <p:nvPr/>
          </p:nvSpPr>
          <p:spPr>
            <a:xfrm>
              <a:off x="33885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rc684"/>
            <p:cNvSpPr/>
            <p:nvPr/>
          </p:nvSpPr>
          <p:spPr>
            <a:xfrm>
              <a:off x="33910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rc685"/>
            <p:cNvSpPr/>
            <p:nvPr/>
          </p:nvSpPr>
          <p:spPr>
            <a:xfrm>
              <a:off x="33934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rc686"/>
            <p:cNvSpPr/>
            <p:nvPr/>
          </p:nvSpPr>
          <p:spPr>
            <a:xfrm>
              <a:off x="33959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rc687"/>
            <p:cNvSpPr/>
            <p:nvPr/>
          </p:nvSpPr>
          <p:spPr>
            <a:xfrm>
              <a:off x="33984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rc688"/>
            <p:cNvSpPr/>
            <p:nvPr/>
          </p:nvSpPr>
          <p:spPr>
            <a:xfrm>
              <a:off x="34009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rc689"/>
            <p:cNvSpPr/>
            <p:nvPr/>
          </p:nvSpPr>
          <p:spPr>
            <a:xfrm>
              <a:off x="34033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rc690"/>
            <p:cNvSpPr/>
            <p:nvPr/>
          </p:nvSpPr>
          <p:spPr>
            <a:xfrm>
              <a:off x="34058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rc691"/>
            <p:cNvSpPr/>
            <p:nvPr/>
          </p:nvSpPr>
          <p:spPr>
            <a:xfrm>
              <a:off x="34083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rc692"/>
            <p:cNvSpPr/>
            <p:nvPr/>
          </p:nvSpPr>
          <p:spPr>
            <a:xfrm>
              <a:off x="34107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rc693"/>
            <p:cNvSpPr/>
            <p:nvPr/>
          </p:nvSpPr>
          <p:spPr>
            <a:xfrm>
              <a:off x="341326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rc694"/>
            <p:cNvSpPr/>
            <p:nvPr/>
          </p:nvSpPr>
          <p:spPr>
            <a:xfrm>
              <a:off x="34157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rc695"/>
            <p:cNvSpPr/>
            <p:nvPr/>
          </p:nvSpPr>
          <p:spPr>
            <a:xfrm>
              <a:off x="341821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rc696"/>
            <p:cNvSpPr/>
            <p:nvPr/>
          </p:nvSpPr>
          <p:spPr>
            <a:xfrm>
              <a:off x="34206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rc697"/>
            <p:cNvSpPr/>
            <p:nvPr/>
          </p:nvSpPr>
          <p:spPr>
            <a:xfrm>
              <a:off x="342315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rc698"/>
            <p:cNvSpPr/>
            <p:nvPr/>
          </p:nvSpPr>
          <p:spPr>
            <a:xfrm>
              <a:off x="34256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rc699"/>
            <p:cNvSpPr/>
            <p:nvPr/>
          </p:nvSpPr>
          <p:spPr>
            <a:xfrm>
              <a:off x="34281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rc700"/>
            <p:cNvSpPr/>
            <p:nvPr/>
          </p:nvSpPr>
          <p:spPr>
            <a:xfrm>
              <a:off x="34305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rc701"/>
            <p:cNvSpPr/>
            <p:nvPr/>
          </p:nvSpPr>
          <p:spPr>
            <a:xfrm>
              <a:off x="34330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rc702"/>
            <p:cNvSpPr/>
            <p:nvPr/>
          </p:nvSpPr>
          <p:spPr>
            <a:xfrm>
              <a:off x="34355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rc703"/>
            <p:cNvSpPr/>
            <p:nvPr/>
          </p:nvSpPr>
          <p:spPr>
            <a:xfrm>
              <a:off x="34379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rc704"/>
            <p:cNvSpPr/>
            <p:nvPr/>
          </p:nvSpPr>
          <p:spPr>
            <a:xfrm>
              <a:off x="3362582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rc705"/>
            <p:cNvSpPr/>
            <p:nvPr/>
          </p:nvSpPr>
          <p:spPr>
            <a:xfrm>
              <a:off x="3513760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6" name="pl706"/>
            <p:cNvSpPr/>
            <p:nvPr/>
          </p:nvSpPr>
          <p:spPr>
            <a:xfrm>
              <a:off x="3513760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l707"/>
            <p:cNvSpPr/>
            <p:nvPr/>
          </p:nvSpPr>
          <p:spPr>
            <a:xfrm>
              <a:off x="3513760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l708"/>
            <p:cNvSpPr/>
            <p:nvPr/>
          </p:nvSpPr>
          <p:spPr>
            <a:xfrm>
              <a:off x="3513760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l709"/>
            <p:cNvSpPr/>
            <p:nvPr/>
          </p:nvSpPr>
          <p:spPr>
            <a:xfrm>
              <a:off x="3513760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l710"/>
            <p:cNvSpPr/>
            <p:nvPr/>
          </p:nvSpPr>
          <p:spPr>
            <a:xfrm>
              <a:off x="35265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l711"/>
            <p:cNvSpPr/>
            <p:nvPr/>
          </p:nvSpPr>
          <p:spPr>
            <a:xfrm>
              <a:off x="35422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l712"/>
            <p:cNvSpPr/>
            <p:nvPr/>
          </p:nvSpPr>
          <p:spPr>
            <a:xfrm>
              <a:off x="35579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l713"/>
            <p:cNvSpPr/>
            <p:nvPr/>
          </p:nvSpPr>
          <p:spPr>
            <a:xfrm>
              <a:off x="35736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l714"/>
            <p:cNvSpPr/>
            <p:nvPr/>
          </p:nvSpPr>
          <p:spPr>
            <a:xfrm>
              <a:off x="35893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l715"/>
            <p:cNvSpPr/>
            <p:nvPr/>
          </p:nvSpPr>
          <p:spPr>
            <a:xfrm>
              <a:off x="3513760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l716"/>
            <p:cNvSpPr/>
            <p:nvPr/>
          </p:nvSpPr>
          <p:spPr>
            <a:xfrm>
              <a:off x="3513760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l717"/>
            <p:cNvSpPr/>
            <p:nvPr/>
          </p:nvSpPr>
          <p:spPr>
            <a:xfrm>
              <a:off x="3513760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l718"/>
            <p:cNvSpPr/>
            <p:nvPr/>
          </p:nvSpPr>
          <p:spPr>
            <a:xfrm>
              <a:off x="3513760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l719"/>
            <p:cNvSpPr/>
            <p:nvPr/>
          </p:nvSpPr>
          <p:spPr>
            <a:xfrm>
              <a:off x="35187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l720"/>
            <p:cNvSpPr/>
            <p:nvPr/>
          </p:nvSpPr>
          <p:spPr>
            <a:xfrm>
              <a:off x="35343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l721"/>
            <p:cNvSpPr/>
            <p:nvPr/>
          </p:nvSpPr>
          <p:spPr>
            <a:xfrm>
              <a:off x="3550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l722"/>
            <p:cNvSpPr/>
            <p:nvPr/>
          </p:nvSpPr>
          <p:spPr>
            <a:xfrm>
              <a:off x="356577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l723"/>
            <p:cNvSpPr/>
            <p:nvPr/>
          </p:nvSpPr>
          <p:spPr>
            <a:xfrm>
              <a:off x="35814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rc724"/>
            <p:cNvSpPr/>
            <p:nvPr/>
          </p:nvSpPr>
          <p:spPr>
            <a:xfrm>
              <a:off x="3517468" y="1554188"/>
              <a:ext cx="2472" cy="15129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rc725"/>
            <p:cNvSpPr/>
            <p:nvPr/>
          </p:nvSpPr>
          <p:spPr>
            <a:xfrm>
              <a:off x="3519941" y="2875381"/>
              <a:ext cx="2472" cy="1917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rc726"/>
            <p:cNvSpPr/>
            <p:nvPr/>
          </p:nvSpPr>
          <p:spPr>
            <a:xfrm>
              <a:off x="3522413" y="2981929"/>
              <a:ext cx="2472" cy="852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rc727"/>
            <p:cNvSpPr/>
            <p:nvPr/>
          </p:nvSpPr>
          <p:spPr>
            <a:xfrm>
              <a:off x="3524885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rc728"/>
            <p:cNvSpPr/>
            <p:nvPr/>
          </p:nvSpPr>
          <p:spPr>
            <a:xfrm>
              <a:off x="3527358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rc729"/>
            <p:cNvSpPr/>
            <p:nvPr/>
          </p:nvSpPr>
          <p:spPr>
            <a:xfrm>
              <a:off x="3529830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rc730"/>
            <p:cNvSpPr/>
            <p:nvPr/>
          </p:nvSpPr>
          <p:spPr>
            <a:xfrm>
              <a:off x="3532302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rc731"/>
            <p:cNvSpPr/>
            <p:nvPr/>
          </p:nvSpPr>
          <p:spPr>
            <a:xfrm>
              <a:off x="3534775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rc732"/>
            <p:cNvSpPr/>
            <p:nvPr/>
          </p:nvSpPr>
          <p:spPr>
            <a:xfrm>
              <a:off x="35372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rc733"/>
            <p:cNvSpPr/>
            <p:nvPr/>
          </p:nvSpPr>
          <p:spPr>
            <a:xfrm>
              <a:off x="35397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rc734"/>
            <p:cNvSpPr/>
            <p:nvPr/>
          </p:nvSpPr>
          <p:spPr>
            <a:xfrm>
              <a:off x="35421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rc735"/>
            <p:cNvSpPr/>
            <p:nvPr/>
          </p:nvSpPr>
          <p:spPr>
            <a:xfrm>
              <a:off x="35446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rc736"/>
            <p:cNvSpPr/>
            <p:nvPr/>
          </p:nvSpPr>
          <p:spPr>
            <a:xfrm>
              <a:off x="35471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rc737"/>
            <p:cNvSpPr/>
            <p:nvPr/>
          </p:nvSpPr>
          <p:spPr>
            <a:xfrm>
              <a:off x="3549609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rc738"/>
            <p:cNvSpPr/>
            <p:nvPr/>
          </p:nvSpPr>
          <p:spPr>
            <a:xfrm>
              <a:off x="35520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rc739"/>
            <p:cNvSpPr/>
            <p:nvPr/>
          </p:nvSpPr>
          <p:spPr>
            <a:xfrm>
              <a:off x="35545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rc740"/>
            <p:cNvSpPr/>
            <p:nvPr/>
          </p:nvSpPr>
          <p:spPr>
            <a:xfrm>
              <a:off x="35570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rc741"/>
            <p:cNvSpPr/>
            <p:nvPr/>
          </p:nvSpPr>
          <p:spPr>
            <a:xfrm>
              <a:off x="35594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rc742"/>
            <p:cNvSpPr/>
            <p:nvPr/>
          </p:nvSpPr>
          <p:spPr>
            <a:xfrm>
              <a:off x="356197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rc743"/>
            <p:cNvSpPr/>
            <p:nvPr/>
          </p:nvSpPr>
          <p:spPr>
            <a:xfrm>
              <a:off x="356444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rc744"/>
            <p:cNvSpPr/>
            <p:nvPr/>
          </p:nvSpPr>
          <p:spPr>
            <a:xfrm>
              <a:off x="356691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rc745"/>
            <p:cNvSpPr/>
            <p:nvPr/>
          </p:nvSpPr>
          <p:spPr>
            <a:xfrm>
              <a:off x="356938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rc746"/>
            <p:cNvSpPr/>
            <p:nvPr/>
          </p:nvSpPr>
          <p:spPr>
            <a:xfrm>
              <a:off x="35718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rc747"/>
            <p:cNvSpPr/>
            <p:nvPr/>
          </p:nvSpPr>
          <p:spPr>
            <a:xfrm>
              <a:off x="35743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rc748"/>
            <p:cNvSpPr/>
            <p:nvPr/>
          </p:nvSpPr>
          <p:spPr>
            <a:xfrm>
              <a:off x="35768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rc749"/>
            <p:cNvSpPr/>
            <p:nvPr/>
          </p:nvSpPr>
          <p:spPr>
            <a:xfrm>
              <a:off x="35792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rc750"/>
            <p:cNvSpPr/>
            <p:nvPr/>
          </p:nvSpPr>
          <p:spPr>
            <a:xfrm>
              <a:off x="35817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rc751"/>
            <p:cNvSpPr/>
            <p:nvPr/>
          </p:nvSpPr>
          <p:spPr>
            <a:xfrm>
              <a:off x="35842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rc752"/>
            <p:cNvSpPr/>
            <p:nvPr/>
          </p:nvSpPr>
          <p:spPr>
            <a:xfrm>
              <a:off x="358669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rc753"/>
            <p:cNvSpPr/>
            <p:nvPr/>
          </p:nvSpPr>
          <p:spPr>
            <a:xfrm>
              <a:off x="35891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rc754"/>
            <p:cNvSpPr/>
            <p:nvPr/>
          </p:nvSpPr>
          <p:spPr>
            <a:xfrm>
              <a:off x="3513760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rc755"/>
            <p:cNvSpPr/>
            <p:nvPr/>
          </p:nvSpPr>
          <p:spPr>
            <a:xfrm>
              <a:off x="3664937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56" name="pl756"/>
            <p:cNvSpPr/>
            <p:nvPr/>
          </p:nvSpPr>
          <p:spPr>
            <a:xfrm>
              <a:off x="3664937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l757"/>
            <p:cNvSpPr/>
            <p:nvPr/>
          </p:nvSpPr>
          <p:spPr>
            <a:xfrm>
              <a:off x="3664937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l758"/>
            <p:cNvSpPr/>
            <p:nvPr/>
          </p:nvSpPr>
          <p:spPr>
            <a:xfrm>
              <a:off x="3664937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l759"/>
            <p:cNvSpPr/>
            <p:nvPr/>
          </p:nvSpPr>
          <p:spPr>
            <a:xfrm>
              <a:off x="3664937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l760"/>
            <p:cNvSpPr/>
            <p:nvPr/>
          </p:nvSpPr>
          <p:spPr>
            <a:xfrm>
              <a:off x="36777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l761"/>
            <p:cNvSpPr/>
            <p:nvPr/>
          </p:nvSpPr>
          <p:spPr>
            <a:xfrm>
              <a:off x="36934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l762"/>
            <p:cNvSpPr/>
            <p:nvPr/>
          </p:nvSpPr>
          <p:spPr>
            <a:xfrm>
              <a:off x="37091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l763"/>
            <p:cNvSpPr/>
            <p:nvPr/>
          </p:nvSpPr>
          <p:spPr>
            <a:xfrm>
              <a:off x="37247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l764"/>
            <p:cNvSpPr/>
            <p:nvPr/>
          </p:nvSpPr>
          <p:spPr>
            <a:xfrm>
              <a:off x="37404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l765"/>
            <p:cNvSpPr/>
            <p:nvPr/>
          </p:nvSpPr>
          <p:spPr>
            <a:xfrm>
              <a:off x="3664937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l766"/>
            <p:cNvSpPr/>
            <p:nvPr/>
          </p:nvSpPr>
          <p:spPr>
            <a:xfrm>
              <a:off x="3664937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l767"/>
            <p:cNvSpPr/>
            <p:nvPr/>
          </p:nvSpPr>
          <p:spPr>
            <a:xfrm>
              <a:off x="3664937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l768"/>
            <p:cNvSpPr/>
            <p:nvPr/>
          </p:nvSpPr>
          <p:spPr>
            <a:xfrm>
              <a:off x="3664937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l769"/>
            <p:cNvSpPr/>
            <p:nvPr/>
          </p:nvSpPr>
          <p:spPr>
            <a:xfrm>
              <a:off x="36698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l770"/>
            <p:cNvSpPr/>
            <p:nvPr/>
          </p:nvSpPr>
          <p:spPr>
            <a:xfrm>
              <a:off x="36855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l771"/>
            <p:cNvSpPr/>
            <p:nvPr/>
          </p:nvSpPr>
          <p:spPr>
            <a:xfrm>
              <a:off x="37012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l772"/>
            <p:cNvSpPr/>
            <p:nvPr/>
          </p:nvSpPr>
          <p:spPr>
            <a:xfrm>
              <a:off x="37169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l773"/>
            <p:cNvSpPr/>
            <p:nvPr/>
          </p:nvSpPr>
          <p:spPr>
            <a:xfrm>
              <a:off x="373263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rc774"/>
            <p:cNvSpPr/>
            <p:nvPr/>
          </p:nvSpPr>
          <p:spPr>
            <a:xfrm>
              <a:off x="3668645" y="1937760"/>
              <a:ext cx="2472" cy="11294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rc775"/>
            <p:cNvSpPr/>
            <p:nvPr/>
          </p:nvSpPr>
          <p:spPr>
            <a:xfrm>
              <a:off x="3671118" y="2928655"/>
              <a:ext cx="2472" cy="138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rc776"/>
            <p:cNvSpPr/>
            <p:nvPr/>
          </p:nvSpPr>
          <p:spPr>
            <a:xfrm>
              <a:off x="3673590" y="2992584"/>
              <a:ext cx="2472" cy="745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rc777"/>
            <p:cNvSpPr/>
            <p:nvPr/>
          </p:nvSpPr>
          <p:spPr>
            <a:xfrm>
              <a:off x="3676062" y="2960619"/>
              <a:ext cx="2472" cy="106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rc778"/>
            <p:cNvSpPr/>
            <p:nvPr/>
          </p:nvSpPr>
          <p:spPr>
            <a:xfrm>
              <a:off x="3678535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rc779"/>
            <p:cNvSpPr/>
            <p:nvPr/>
          </p:nvSpPr>
          <p:spPr>
            <a:xfrm>
              <a:off x="3681007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rc780"/>
            <p:cNvSpPr/>
            <p:nvPr/>
          </p:nvSpPr>
          <p:spPr>
            <a:xfrm>
              <a:off x="3683479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rc781"/>
            <p:cNvSpPr/>
            <p:nvPr/>
          </p:nvSpPr>
          <p:spPr>
            <a:xfrm>
              <a:off x="368595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rc782"/>
            <p:cNvSpPr/>
            <p:nvPr/>
          </p:nvSpPr>
          <p:spPr>
            <a:xfrm>
              <a:off x="3688424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rc783"/>
            <p:cNvSpPr/>
            <p:nvPr/>
          </p:nvSpPr>
          <p:spPr>
            <a:xfrm>
              <a:off x="3690897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rc784"/>
            <p:cNvSpPr/>
            <p:nvPr/>
          </p:nvSpPr>
          <p:spPr>
            <a:xfrm>
              <a:off x="36933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rc785"/>
            <p:cNvSpPr/>
            <p:nvPr/>
          </p:nvSpPr>
          <p:spPr>
            <a:xfrm>
              <a:off x="36958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rc786"/>
            <p:cNvSpPr/>
            <p:nvPr/>
          </p:nvSpPr>
          <p:spPr>
            <a:xfrm>
              <a:off x="36983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rc787"/>
            <p:cNvSpPr/>
            <p:nvPr/>
          </p:nvSpPr>
          <p:spPr>
            <a:xfrm>
              <a:off x="37007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rc788"/>
            <p:cNvSpPr/>
            <p:nvPr/>
          </p:nvSpPr>
          <p:spPr>
            <a:xfrm>
              <a:off x="37032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rc789"/>
            <p:cNvSpPr/>
            <p:nvPr/>
          </p:nvSpPr>
          <p:spPr>
            <a:xfrm>
              <a:off x="37057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rc790"/>
            <p:cNvSpPr/>
            <p:nvPr/>
          </p:nvSpPr>
          <p:spPr>
            <a:xfrm>
              <a:off x="37082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rc791"/>
            <p:cNvSpPr/>
            <p:nvPr/>
          </p:nvSpPr>
          <p:spPr>
            <a:xfrm>
              <a:off x="37106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rc792"/>
            <p:cNvSpPr/>
            <p:nvPr/>
          </p:nvSpPr>
          <p:spPr>
            <a:xfrm>
              <a:off x="371314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rc793"/>
            <p:cNvSpPr/>
            <p:nvPr/>
          </p:nvSpPr>
          <p:spPr>
            <a:xfrm>
              <a:off x="371562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rc794"/>
            <p:cNvSpPr/>
            <p:nvPr/>
          </p:nvSpPr>
          <p:spPr>
            <a:xfrm>
              <a:off x="371809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rc795"/>
            <p:cNvSpPr/>
            <p:nvPr/>
          </p:nvSpPr>
          <p:spPr>
            <a:xfrm>
              <a:off x="372056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rc796"/>
            <p:cNvSpPr/>
            <p:nvPr/>
          </p:nvSpPr>
          <p:spPr>
            <a:xfrm>
              <a:off x="372303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rc797"/>
            <p:cNvSpPr/>
            <p:nvPr/>
          </p:nvSpPr>
          <p:spPr>
            <a:xfrm>
              <a:off x="372551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rc798"/>
            <p:cNvSpPr/>
            <p:nvPr/>
          </p:nvSpPr>
          <p:spPr>
            <a:xfrm>
              <a:off x="372798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rc799"/>
            <p:cNvSpPr/>
            <p:nvPr/>
          </p:nvSpPr>
          <p:spPr>
            <a:xfrm>
              <a:off x="373045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rc800"/>
            <p:cNvSpPr/>
            <p:nvPr/>
          </p:nvSpPr>
          <p:spPr>
            <a:xfrm>
              <a:off x="373292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rc801"/>
            <p:cNvSpPr/>
            <p:nvPr/>
          </p:nvSpPr>
          <p:spPr>
            <a:xfrm>
              <a:off x="373539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rc802"/>
            <p:cNvSpPr/>
            <p:nvPr/>
          </p:nvSpPr>
          <p:spPr>
            <a:xfrm>
              <a:off x="373787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rc803"/>
            <p:cNvSpPr/>
            <p:nvPr/>
          </p:nvSpPr>
          <p:spPr>
            <a:xfrm>
              <a:off x="374034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rc804"/>
            <p:cNvSpPr/>
            <p:nvPr/>
          </p:nvSpPr>
          <p:spPr>
            <a:xfrm>
              <a:off x="3664937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rc805"/>
            <p:cNvSpPr/>
            <p:nvPr/>
          </p:nvSpPr>
          <p:spPr>
            <a:xfrm>
              <a:off x="3816114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06" name="pl806"/>
            <p:cNvSpPr/>
            <p:nvPr/>
          </p:nvSpPr>
          <p:spPr>
            <a:xfrm>
              <a:off x="3816114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l807"/>
            <p:cNvSpPr/>
            <p:nvPr/>
          </p:nvSpPr>
          <p:spPr>
            <a:xfrm>
              <a:off x="3816114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l808"/>
            <p:cNvSpPr/>
            <p:nvPr/>
          </p:nvSpPr>
          <p:spPr>
            <a:xfrm>
              <a:off x="3816114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l809"/>
            <p:cNvSpPr/>
            <p:nvPr/>
          </p:nvSpPr>
          <p:spPr>
            <a:xfrm>
              <a:off x="3816114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l810"/>
            <p:cNvSpPr/>
            <p:nvPr/>
          </p:nvSpPr>
          <p:spPr>
            <a:xfrm>
              <a:off x="38289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l811"/>
            <p:cNvSpPr/>
            <p:nvPr/>
          </p:nvSpPr>
          <p:spPr>
            <a:xfrm>
              <a:off x="38445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l812"/>
            <p:cNvSpPr/>
            <p:nvPr/>
          </p:nvSpPr>
          <p:spPr>
            <a:xfrm>
              <a:off x="38602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l813"/>
            <p:cNvSpPr/>
            <p:nvPr/>
          </p:nvSpPr>
          <p:spPr>
            <a:xfrm>
              <a:off x="38759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l814"/>
            <p:cNvSpPr/>
            <p:nvPr/>
          </p:nvSpPr>
          <p:spPr>
            <a:xfrm>
              <a:off x="38916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l815"/>
            <p:cNvSpPr/>
            <p:nvPr/>
          </p:nvSpPr>
          <p:spPr>
            <a:xfrm>
              <a:off x="3816114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l816"/>
            <p:cNvSpPr/>
            <p:nvPr/>
          </p:nvSpPr>
          <p:spPr>
            <a:xfrm>
              <a:off x="3816114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l817"/>
            <p:cNvSpPr/>
            <p:nvPr/>
          </p:nvSpPr>
          <p:spPr>
            <a:xfrm>
              <a:off x="3816114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l818"/>
            <p:cNvSpPr/>
            <p:nvPr/>
          </p:nvSpPr>
          <p:spPr>
            <a:xfrm>
              <a:off x="3816114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l819"/>
            <p:cNvSpPr/>
            <p:nvPr/>
          </p:nvSpPr>
          <p:spPr>
            <a:xfrm>
              <a:off x="38210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l820"/>
            <p:cNvSpPr/>
            <p:nvPr/>
          </p:nvSpPr>
          <p:spPr>
            <a:xfrm>
              <a:off x="38367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l821"/>
            <p:cNvSpPr/>
            <p:nvPr/>
          </p:nvSpPr>
          <p:spPr>
            <a:xfrm>
              <a:off x="385243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l822"/>
            <p:cNvSpPr/>
            <p:nvPr/>
          </p:nvSpPr>
          <p:spPr>
            <a:xfrm>
              <a:off x="38681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l823"/>
            <p:cNvSpPr/>
            <p:nvPr/>
          </p:nvSpPr>
          <p:spPr>
            <a:xfrm>
              <a:off x="388381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rc824"/>
            <p:cNvSpPr/>
            <p:nvPr/>
          </p:nvSpPr>
          <p:spPr>
            <a:xfrm>
              <a:off x="3819822" y="2960619"/>
              <a:ext cx="2472" cy="1065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rc825"/>
            <p:cNvSpPr/>
            <p:nvPr/>
          </p:nvSpPr>
          <p:spPr>
            <a:xfrm>
              <a:off x="3822295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rc826"/>
            <p:cNvSpPr/>
            <p:nvPr/>
          </p:nvSpPr>
          <p:spPr>
            <a:xfrm>
              <a:off x="3824767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rc827"/>
            <p:cNvSpPr/>
            <p:nvPr/>
          </p:nvSpPr>
          <p:spPr>
            <a:xfrm>
              <a:off x="3827240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rc828"/>
            <p:cNvSpPr/>
            <p:nvPr/>
          </p:nvSpPr>
          <p:spPr>
            <a:xfrm>
              <a:off x="382971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rc829"/>
            <p:cNvSpPr/>
            <p:nvPr/>
          </p:nvSpPr>
          <p:spPr>
            <a:xfrm>
              <a:off x="38321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rc830"/>
            <p:cNvSpPr/>
            <p:nvPr/>
          </p:nvSpPr>
          <p:spPr>
            <a:xfrm>
              <a:off x="3834657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rc831"/>
            <p:cNvSpPr/>
            <p:nvPr/>
          </p:nvSpPr>
          <p:spPr>
            <a:xfrm>
              <a:off x="38371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rc832"/>
            <p:cNvSpPr/>
            <p:nvPr/>
          </p:nvSpPr>
          <p:spPr>
            <a:xfrm>
              <a:off x="38396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rc833"/>
            <p:cNvSpPr/>
            <p:nvPr/>
          </p:nvSpPr>
          <p:spPr>
            <a:xfrm>
              <a:off x="38420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rc834"/>
            <p:cNvSpPr/>
            <p:nvPr/>
          </p:nvSpPr>
          <p:spPr>
            <a:xfrm>
              <a:off x="38445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rc835"/>
            <p:cNvSpPr/>
            <p:nvPr/>
          </p:nvSpPr>
          <p:spPr>
            <a:xfrm>
              <a:off x="38470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rc836"/>
            <p:cNvSpPr/>
            <p:nvPr/>
          </p:nvSpPr>
          <p:spPr>
            <a:xfrm>
              <a:off x="38494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rc837"/>
            <p:cNvSpPr/>
            <p:nvPr/>
          </p:nvSpPr>
          <p:spPr>
            <a:xfrm>
              <a:off x="38519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rc838"/>
            <p:cNvSpPr/>
            <p:nvPr/>
          </p:nvSpPr>
          <p:spPr>
            <a:xfrm>
              <a:off x="38544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rc839"/>
            <p:cNvSpPr/>
            <p:nvPr/>
          </p:nvSpPr>
          <p:spPr>
            <a:xfrm>
              <a:off x="38569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rc840"/>
            <p:cNvSpPr/>
            <p:nvPr/>
          </p:nvSpPr>
          <p:spPr>
            <a:xfrm>
              <a:off x="38593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rc841"/>
            <p:cNvSpPr/>
            <p:nvPr/>
          </p:nvSpPr>
          <p:spPr>
            <a:xfrm>
              <a:off x="38618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rc842"/>
            <p:cNvSpPr/>
            <p:nvPr/>
          </p:nvSpPr>
          <p:spPr>
            <a:xfrm>
              <a:off x="386432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rc843"/>
            <p:cNvSpPr/>
            <p:nvPr/>
          </p:nvSpPr>
          <p:spPr>
            <a:xfrm>
              <a:off x="386679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rc844"/>
            <p:cNvSpPr/>
            <p:nvPr/>
          </p:nvSpPr>
          <p:spPr>
            <a:xfrm>
              <a:off x="386927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rc845"/>
            <p:cNvSpPr/>
            <p:nvPr/>
          </p:nvSpPr>
          <p:spPr>
            <a:xfrm>
              <a:off x="387174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rc846"/>
            <p:cNvSpPr/>
            <p:nvPr/>
          </p:nvSpPr>
          <p:spPr>
            <a:xfrm>
              <a:off x="387421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rc847"/>
            <p:cNvSpPr/>
            <p:nvPr/>
          </p:nvSpPr>
          <p:spPr>
            <a:xfrm>
              <a:off x="387668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rc848"/>
            <p:cNvSpPr/>
            <p:nvPr/>
          </p:nvSpPr>
          <p:spPr>
            <a:xfrm>
              <a:off x="387915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rc849"/>
            <p:cNvSpPr/>
            <p:nvPr/>
          </p:nvSpPr>
          <p:spPr>
            <a:xfrm>
              <a:off x="388163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rc850"/>
            <p:cNvSpPr/>
            <p:nvPr/>
          </p:nvSpPr>
          <p:spPr>
            <a:xfrm>
              <a:off x="388410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rc851"/>
            <p:cNvSpPr/>
            <p:nvPr/>
          </p:nvSpPr>
          <p:spPr>
            <a:xfrm>
              <a:off x="388657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rc852"/>
            <p:cNvSpPr/>
            <p:nvPr/>
          </p:nvSpPr>
          <p:spPr>
            <a:xfrm>
              <a:off x="388904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rc853"/>
            <p:cNvSpPr/>
            <p:nvPr/>
          </p:nvSpPr>
          <p:spPr>
            <a:xfrm>
              <a:off x="389152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rc854"/>
            <p:cNvSpPr/>
            <p:nvPr/>
          </p:nvSpPr>
          <p:spPr>
            <a:xfrm>
              <a:off x="3816114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rc855"/>
            <p:cNvSpPr/>
            <p:nvPr/>
          </p:nvSpPr>
          <p:spPr>
            <a:xfrm>
              <a:off x="3967291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6" name="pl856"/>
            <p:cNvSpPr/>
            <p:nvPr/>
          </p:nvSpPr>
          <p:spPr>
            <a:xfrm>
              <a:off x="3967291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l857"/>
            <p:cNvSpPr/>
            <p:nvPr/>
          </p:nvSpPr>
          <p:spPr>
            <a:xfrm>
              <a:off x="3967291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l858"/>
            <p:cNvSpPr/>
            <p:nvPr/>
          </p:nvSpPr>
          <p:spPr>
            <a:xfrm>
              <a:off x="3967291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l859"/>
            <p:cNvSpPr/>
            <p:nvPr/>
          </p:nvSpPr>
          <p:spPr>
            <a:xfrm>
              <a:off x="3967291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l860"/>
            <p:cNvSpPr/>
            <p:nvPr/>
          </p:nvSpPr>
          <p:spPr>
            <a:xfrm>
              <a:off x="39800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l861"/>
            <p:cNvSpPr/>
            <p:nvPr/>
          </p:nvSpPr>
          <p:spPr>
            <a:xfrm>
              <a:off x="39957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l862"/>
            <p:cNvSpPr/>
            <p:nvPr/>
          </p:nvSpPr>
          <p:spPr>
            <a:xfrm>
              <a:off x="40114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l863"/>
            <p:cNvSpPr/>
            <p:nvPr/>
          </p:nvSpPr>
          <p:spPr>
            <a:xfrm>
              <a:off x="402714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l864"/>
            <p:cNvSpPr/>
            <p:nvPr/>
          </p:nvSpPr>
          <p:spPr>
            <a:xfrm>
              <a:off x="40428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l865"/>
            <p:cNvSpPr/>
            <p:nvPr/>
          </p:nvSpPr>
          <p:spPr>
            <a:xfrm>
              <a:off x="3967291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l866"/>
            <p:cNvSpPr/>
            <p:nvPr/>
          </p:nvSpPr>
          <p:spPr>
            <a:xfrm>
              <a:off x="3967291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l867"/>
            <p:cNvSpPr/>
            <p:nvPr/>
          </p:nvSpPr>
          <p:spPr>
            <a:xfrm>
              <a:off x="3967291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l868"/>
            <p:cNvSpPr/>
            <p:nvPr/>
          </p:nvSpPr>
          <p:spPr>
            <a:xfrm>
              <a:off x="3967291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l869"/>
            <p:cNvSpPr/>
            <p:nvPr/>
          </p:nvSpPr>
          <p:spPr>
            <a:xfrm>
              <a:off x="39722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l870"/>
            <p:cNvSpPr/>
            <p:nvPr/>
          </p:nvSpPr>
          <p:spPr>
            <a:xfrm>
              <a:off x="39879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l871"/>
            <p:cNvSpPr/>
            <p:nvPr/>
          </p:nvSpPr>
          <p:spPr>
            <a:xfrm>
              <a:off x="400361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l872"/>
            <p:cNvSpPr/>
            <p:nvPr/>
          </p:nvSpPr>
          <p:spPr>
            <a:xfrm>
              <a:off x="40193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l873"/>
            <p:cNvSpPr/>
            <p:nvPr/>
          </p:nvSpPr>
          <p:spPr>
            <a:xfrm>
              <a:off x="40349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rc874"/>
            <p:cNvSpPr/>
            <p:nvPr/>
          </p:nvSpPr>
          <p:spPr>
            <a:xfrm>
              <a:off x="3971000" y="2918000"/>
              <a:ext cx="2472" cy="1491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rc875"/>
            <p:cNvSpPr/>
            <p:nvPr/>
          </p:nvSpPr>
          <p:spPr>
            <a:xfrm>
              <a:off x="3973472" y="3024548"/>
              <a:ext cx="2472" cy="426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rc876"/>
            <p:cNvSpPr/>
            <p:nvPr/>
          </p:nvSpPr>
          <p:spPr>
            <a:xfrm>
              <a:off x="3975944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rc877"/>
            <p:cNvSpPr/>
            <p:nvPr/>
          </p:nvSpPr>
          <p:spPr>
            <a:xfrm>
              <a:off x="3978417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rc878"/>
            <p:cNvSpPr/>
            <p:nvPr/>
          </p:nvSpPr>
          <p:spPr>
            <a:xfrm>
              <a:off x="3980889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rc879"/>
            <p:cNvSpPr/>
            <p:nvPr/>
          </p:nvSpPr>
          <p:spPr>
            <a:xfrm>
              <a:off x="398336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rc880"/>
            <p:cNvSpPr/>
            <p:nvPr/>
          </p:nvSpPr>
          <p:spPr>
            <a:xfrm>
              <a:off x="398583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rc881"/>
            <p:cNvSpPr/>
            <p:nvPr/>
          </p:nvSpPr>
          <p:spPr>
            <a:xfrm>
              <a:off x="398830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rc882"/>
            <p:cNvSpPr/>
            <p:nvPr/>
          </p:nvSpPr>
          <p:spPr>
            <a:xfrm>
              <a:off x="399077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rc883"/>
            <p:cNvSpPr/>
            <p:nvPr/>
          </p:nvSpPr>
          <p:spPr>
            <a:xfrm>
              <a:off x="399325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rc884"/>
            <p:cNvSpPr/>
            <p:nvPr/>
          </p:nvSpPr>
          <p:spPr>
            <a:xfrm>
              <a:off x="399572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rc885"/>
            <p:cNvSpPr/>
            <p:nvPr/>
          </p:nvSpPr>
          <p:spPr>
            <a:xfrm>
              <a:off x="39981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rc886"/>
            <p:cNvSpPr/>
            <p:nvPr/>
          </p:nvSpPr>
          <p:spPr>
            <a:xfrm>
              <a:off x="400066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rc887"/>
            <p:cNvSpPr/>
            <p:nvPr/>
          </p:nvSpPr>
          <p:spPr>
            <a:xfrm>
              <a:off x="400314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rc888"/>
            <p:cNvSpPr/>
            <p:nvPr/>
          </p:nvSpPr>
          <p:spPr>
            <a:xfrm>
              <a:off x="40056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rc889"/>
            <p:cNvSpPr/>
            <p:nvPr/>
          </p:nvSpPr>
          <p:spPr>
            <a:xfrm>
              <a:off x="400808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rc890"/>
            <p:cNvSpPr/>
            <p:nvPr/>
          </p:nvSpPr>
          <p:spPr>
            <a:xfrm>
              <a:off x="401055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rc891"/>
            <p:cNvSpPr/>
            <p:nvPr/>
          </p:nvSpPr>
          <p:spPr>
            <a:xfrm>
              <a:off x="401303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rc892"/>
            <p:cNvSpPr/>
            <p:nvPr/>
          </p:nvSpPr>
          <p:spPr>
            <a:xfrm>
              <a:off x="401550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rc893"/>
            <p:cNvSpPr/>
            <p:nvPr/>
          </p:nvSpPr>
          <p:spPr>
            <a:xfrm>
              <a:off x="401797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rc894"/>
            <p:cNvSpPr/>
            <p:nvPr/>
          </p:nvSpPr>
          <p:spPr>
            <a:xfrm>
              <a:off x="402044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rc895"/>
            <p:cNvSpPr/>
            <p:nvPr/>
          </p:nvSpPr>
          <p:spPr>
            <a:xfrm>
              <a:off x="402291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rc896"/>
            <p:cNvSpPr/>
            <p:nvPr/>
          </p:nvSpPr>
          <p:spPr>
            <a:xfrm>
              <a:off x="402539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rc897"/>
            <p:cNvSpPr/>
            <p:nvPr/>
          </p:nvSpPr>
          <p:spPr>
            <a:xfrm>
              <a:off x="402786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rc898"/>
            <p:cNvSpPr/>
            <p:nvPr/>
          </p:nvSpPr>
          <p:spPr>
            <a:xfrm>
              <a:off x="403033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rc899"/>
            <p:cNvSpPr/>
            <p:nvPr/>
          </p:nvSpPr>
          <p:spPr>
            <a:xfrm>
              <a:off x="403280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rc900"/>
            <p:cNvSpPr/>
            <p:nvPr/>
          </p:nvSpPr>
          <p:spPr>
            <a:xfrm>
              <a:off x="403528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rc901"/>
            <p:cNvSpPr/>
            <p:nvPr/>
          </p:nvSpPr>
          <p:spPr>
            <a:xfrm>
              <a:off x="403775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rc902"/>
            <p:cNvSpPr/>
            <p:nvPr/>
          </p:nvSpPr>
          <p:spPr>
            <a:xfrm>
              <a:off x="404022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rc903"/>
            <p:cNvSpPr/>
            <p:nvPr/>
          </p:nvSpPr>
          <p:spPr>
            <a:xfrm>
              <a:off x="404269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rc904"/>
            <p:cNvSpPr/>
            <p:nvPr/>
          </p:nvSpPr>
          <p:spPr>
            <a:xfrm>
              <a:off x="3967291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rc905"/>
            <p:cNvSpPr/>
            <p:nvPr/>
          </p:nvSpPr>
          <p:spPr>
            <a:xfrm>
              <a:off x="4118468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06" name="pl906"/>
            <p:cNvSpPr/>
            <p:nvPr/>
          </p:nvSpPr>
          <p:spPr>
            <a:xfrm>
              <a:off x="4118468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l907"/>
            <p:cNvSpPr/>
            <p:nvPr/>
          </p:nvSpPr>
          <p:spPr>
            <a:xfrm>
              <a:off x="4118468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l908"/>
            <p:cNvSpPr/>
            <p:nvPr/>
          </p:nvSpPr>
          <p:spPr>
            <a:xfrm>
              <a:off x="4118468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l909"/>
            <p:cNvSpPr/>
            <p:nvPr/>
          </p:nvSpPr>
          <p:spPr>
            <a:xfrm>
              <a:off x="4118468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l910"/>
            <p:cNvSpPr/>
            <p:nvPr/>
          </p:nvSpPr>
          <p:spPr>
            <a:xfrm>
              <a:off x="413125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l911"/>
            <p:cNvSpPr/>
            <p:nvPr/>
          </p:nvSpPr>
          <p:spPr>
            <a:xfrm>
              <a:off x="41469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l912"/>
            <p:cNvSpPr/>
            <p:nvPr/>
          </p:nvSpPr>
          <p:spPr>
            <a:xfrm>
              <a:off x="41626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l913"/>
            <p:cNvSpPr/>
            <p:nvPr/>
          </p:nvSpPr>
          <p:spPr>
            <a:xfrm>
              <a:off x="41783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l914"/>
            <p:cNvSpPr/>
            <p:nvPr/>
          </p:nvSpPr>
          <p:spPr>
            <a:xfrm>
              <a:off x="41940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l915"/>
            <p:cNvSpPr/>
            <p:nvPr/>
          </p:nvSpPr>
          <p:spPr>
            <a:xfrm>
              <a:off x="4118468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l916"/>
            <p:cNvSpPr/>
            <p:nvPr/>
          </p:nvSpPr>
          <p:spPr>
            <a:xfrm>
              <a:off x="4118468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l917"/>
            <p:cNvSpPr/>
            <p:nvPr/>
          </p:nvSpPr>
          <p:spPr>
            <a:xfrm>
              <a:off x="4118468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l918"/>
            <p:cNvSpPr/>
            <p:nvPr/>
          </p:nvSpPr>
          <p:spPr>
            <a:xfrm>
              <a:off x="4118468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l919"/>
            <p:cNvSpPr/>
            <p:nvPr/>
          </p:nvSpPr>
          <p:spPr>
            <a:xfrm>
              <a:off x="41234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l920"/>
            <p:cNvSpPr/>
            <p:nvPr/>
          </p:nvSpPr>
          <p:spPr>
            <a:xfrm>
              <a:off x="41391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l921"/>
            <p:cNvSpPr/>
            <p:nvPr/>
          </p:nvSpPr>
          <p:spPr>
            <a:xfrm>
              <a:off x="41547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l922"/>
            <p:cNvSpPr/>
            <p:nvPr/>
          </p:nvSpPr>
          <p:spPr>
            <a:xfrm>
              <a:off x="41704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41861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rc924"/>
            <p:cNvSpPr/>
            <p:nvPr/>
          </p:nvSpPr>
          <p:spPr>
            <a:xfrm>
              <a:off x="4122177" y="1948415"/>
              <a:ext cx="2472" cy="111875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rc925"/>
            <p:cNvSpPr/>
            <p:nvPr/>
          </p:nvSpPr>
          <p:spPr>
            <a:xfrm>
              <a:off x="4124649" y="2800797"/>
              <a:ext cx="2472" cy="2663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rc926"/>
            <p:cNvSpPr/>
            <p:nvPr/>
          </p:nvSpPr>
          <p:spPr>
            <a:xfrm>
              <a:off x="4127121" y="3013893"/>
              <a:ext cx="2472" cy="532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rc927"/>
            <p:cNvSpPr/>
            <p:nvPr/>
          </p:nvSpPr>
          <p:spPr>
            <a:xfrm>
              <a:off x="4129594" y="2992584"/>
              <a:ext cx="2472" cy="745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rc928"/>
            <p:cNvSpPr/>
            <p:nvPr/>
          </p:nvSpPr>
          <p:spPr>
            <a:xfrm>
              <a:off x="4132066" y="3045857"/>
              <a:ext cx="2472" cy="213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rc929"/>
            <p:cNvSpPr/>
            <p:nvPr/>
          </p:nvSpPr>
          <p:spPr>
            <a:xfrm>
              <a:off x="413453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rc930"/>
            <p:cNvSpPr/>
            <p:nvPr/>
          </p:nvSpPr>
          <p:spPr>
            <a:xfrm>
              <a:off x="4137011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rc931"/>
            <p:cNvSpPr/>
            <p:nvPr/>
          </p:nvSpPr>
          <p:spPr>
            <a:xfrm>
              <a:off x="413948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rc932"/>
            <p:cNvSpPr/>
            <p:nvPr/>
          </p:nvSpPr>
          <p:spPr>
            <a:xfrm>
              <a:off x="41419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rc933"/>
            <p:cNvSpPr/>
            <p:nvPr/>
          </p:nvSpPr>
          <p:spPr>
            <a:xfrm>
              <a:off x="414442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rc934"/>
            <p:cNvSpPr/>
            <p:nvPr/>
          </p:nvSpPr>
          <p:spPr>
            <a:xfrm>
              <a:off x="414690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rc935"/>
            <p:cNvSpPr/>
            <p:nvPr/>
          </p:nvSpPr>
          <p:spPr>
            <a:xfrm>
              <a:off x="41493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rc936"/>
            <p:cNvSpPr/>
            <p:nvPr/>
          </p:nvSpPr>
          <p:spPr>
            <a:xfrm>
              <a:off x="415184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rc937"/>
            <p:cNvSpPr/>
            <p:nvPr/>
          </p:nvSpPr>
          <p:spPr>
            <a:xfrm>
              <a:off x="415431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rc938"/>
            <p:cNvSpPr/>
            <p:nvPr/>
          </p:nvSpPr>
          <p:spPr>
            <a:xfrm>
              <a:off x="415679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rc939"/>
            <p:cNvSpPr/>
            <p:nvPr/>
          </p:nvSpPr>
          <p:spPr>
            <a:xfrm>
              <a:off x="415926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rc940"/>
            <p:cNvSpPr/>
            <p:nvPr/>
          </p:nvSpPr>
          <p:spPr>
            <a:xfrm>
              <a:off x="41617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rc941"/>
            <p:cNvSpPr/>
            <p:nvPr/>
          </p:nvSpPr>
          <p:spPr>
            <a:xfrm>
              <a:off x="416420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rc942"/>
            <p:cNvSpPr/>
            <p:nvPr/>
          </p:nvSpPr>
          <p:spPr>
            <a:xfrm>
              <a:off x="416667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rc943"/>
            <p:cNvSpPr/>
            <p:nvPr/>
          </p:nvSpPr>
          <p:spPr>
            <a:xfrm>
              <a:off x="416915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rc944"/>
            <p:cNvSpPr/>
            <p:nvPr/>
          </p:nvSpPr>
          <p:spPr>
            <a:xfrm>
              <a:off x="417162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rc945"/>
            <p:cNvSpPr/>
            <p:nvPr/>
          </p:nvSpPr>
          <p:spPr>
            <a:xfrm>
              <a:off x="417409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rc946"/>
            <p:cNvSpPr/>
            <p:nvPr/>
          </p:nvSpPr>
          <p:spPr>
            <a:xfrm>
              <a:off x="417656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rc947"/>
            <p:cNvSpPr/>
            <p:nvPr/>
          </p:nvSpPr>
          <p:spPr>
            <a:xfrm>
              <a:off x="417904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rc948"/>
            <p:cNvSpPr/>
            <p:nvPr/>
          </p:nvSpPr>
          <p:spPr>
            <a:xfrm>
              <a:off x="418151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rc949"/>
            <p:cNvSpPr/>
            <p:nvPr/>
          </p:nvSpPr>
          <p:spPr>
            <a:xfrm>
              <a:off x="418398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rc950"/>
            <p:cNvSpPr/>
            <p:nvPr/>
          </p:nvSpPr>
          <p:spPr>
            <a:xfrm>
              <a:off x="418645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rc951"/>
            <p:cNvSpPr/>
            <p:nvPr/>
          </p:nvSpPr>
          <p:spPr>
            <a:xfrm>
              <a:off x="418893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rc952"/>
            <p:cNvSpPr/>
            <p:nvPr/>
          </p:nvSpPr>
          <p:spPr>
            <a:xfrm>
              <a:off x="419140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rc953"/>
            <p:cNvSpPr/>
            <p:nvPr/>
          </p:nvSpPr>
          <p:spPr>
            <a:xfrm>
              <a:off x="419387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rc954"/>
            <p:cNvSpPr/>
            <p:nvPr/>
          </p:nvSpPr>
          <p:spPr>
            <a:xfrm>
              <a:off x="4118468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rc955"/>
            <p:cNvSpPr/>
            <p:nvPr/>
          </p:nvSpPr>
          <p:spPr>
            <a:xfrm>
              <a:off x="4269645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6" name="pl956"/>
            <p:cNvSpPr/>
            <p:nvPr/>
          </p:nvSpPr>
          <p:spPr>
            <a:xfrm>
              <a:off x="4269645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l957"/>
            <p:cNvSpPr/>
            <p:nvPr/>
          </p:nvSpPr>
          <p:spPr>
            <a:xfrm>
              <a:off x="4269645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l958"/>
            <p:cNvSpPr/>
            <p:nvPr/>
          </p:nvSpPr>
          <p:spPr>
            <a:xfrm>
              <a:off x="4269645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l959"/>
            <p:cNvSpPr/>
            <p:nvPr/>
          </p:nvSpPr>
          <p:spPr>
            <a:xfrm>
              <a:off x="4269645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l960"/>
            <p:cNvSpPr/>
            <p:nvPr/>
          </p:nvSpPr>
          <p:spPr>
            <a:xfrm>
              <a:off x="42824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l961"/>
            <p:cNvSpPr/>
            <p:nvPr/>
          </p:nvSpPr>
          <p:spPr>
            <a:xfrm>
              <a:off x="42981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43138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43295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43451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4269645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4269645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4269645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l968"/>
            <p:cNvSpPr/>
            <p:nvPr/>
          </p:nvSpPr>
          <p:spPr>
            <a:xfrm>
              <a:off x="4269645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42745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42902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l971"/>
            <p:cNvSpPr/>
            <p:nvPr/>
          </p:nvSpPr>
          <p:spPr>
            <a:xfrm>
              <a:off x="43059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432165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43373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rc974"/>
            <p:cNvSpPr/>
            <p:nvPr/>
          </p:nvSpPr>
          <p:spPr>
            <a:xfrm>
              <a:off x="4273354" y="1905796"/>
              <a:ext cx="2472" cy="11613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rc975"/>
            <p:cNvSpPr/>
            <p:nvPr/>
          </p:nvSpPr>
          <p:spPr>
            <a:xfrm>
              <a:off x="4275826" y="2811452"/>
              <a:ext cx="2472" cy="2557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rc976"/>
            <p:cNvSpPr/>
            <p:nvPr/>
          </p:nvSpPr>
          <p:spPr>
            <a:xfrm>
              <a:off x="4278299" y="2939310"/>
              <a:ext cx="2472" cy="1278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rc977"/>
            <p:cNvSpPr/>
            <p:nvPr/>
          </p:nvSpPr>
          <p:spPr>
            <a:xfrm>
              <a:off x="4280771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rc978"/>
            <p:cNvSpPr/>
            <p:nvPr/>
          </p:nvSpPr>
          <p:spPr>
            <a:xfrm>
              <a:off x="4283243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rc979"/>
            <p:cNvSpPr/>
            <p:nvPr/>
          </p:nvSpPr>
          <p:spPr>
            <a:xfrm>
              <a:off x="4285716" y="3035203"/>
              <a:ext cx="2472" cy="319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rc980"/>
            <p:cNvSpPr/>
            <p:nvPr/>
          </p:nvSpPr>
          <p:spPr>
            <a:xfrm>
              <a:off x="4288188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rc981"/>
            <p:cNvSpPr/>
            <p:nvPr/>
          </p:nvSpPr>
          <p:spPr>
            <a:xfrm>
              <a:off x="429066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rc982"/>
            <p:cNvSpPr/>
            <p:nvPr/>
          </p:nvSpPr>
          <p:spPr>
            <a:xfrm>
              <a:off x="429313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rc983"/>
            <p:cNvSpPr/>
            <p:nvPr/>
          </p:nvSpPr>
          <p:spPr>
            <a:xfrm>
              <a:off x="429560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rc984"/>
            <p:cNvSpPr/>
            <p:nvPr/>
          </p:nvSpPr>
          <p:spPr>
            <a:xfrm>
              <a:off x="429807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rc985"/>
            <p:cNvSpPr/>
            <p:nvPr/>
          </p:nvSpPr>
          <p:spPr>
            <a:xfrm>
              <a:off x="430055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rc986"/>
            <p:cNvSpPr/>
            <p:nvPr/>
          </p:nvSpPr>
          <p:spPr>
            <a:xfrm>
              <a:off x="430302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rc987"/>
            <p:cNvSpPr/>
            <p:nvPr/>
          </p:nvSpPr>
          <p:spPr>
            <a:xfrm>
              <a:off x="430549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rc988"/>
            <p:cNvSpPr/>
            <p:nvPr/>
          </p:nvSpPr>
          <p:spPr>
            <a:xfrm>
              <a:off x="4307967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rc989"/>
            <p:cNvSpPr/>
            <p:nvPr/>
          </p:nvSpPr>
          <p:spPr>
            <a:xfrm>
              <a:off x="431043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rc990"/>
            <p:cNvSpPr/>
            <p:nvPr/>
          </p:nvSpPr>
          <p:spPr>
            <a:xfrm>
              <a:off x="4312912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rc991"/>
            <p:cNvSpPr/>
            <p:nvPr/>
          </p:nvSpPr>
          <p:spPr>
            <a:xfrm>
              <a:off x="4315384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rc992"/>
            <p:cNvSpPr/>
            <p:nvPr/>
          </p:nvSpPr>
          <p:spPr>
            <a:xfrm>
              <a:off x="431785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rc993"/>
            <p:cNvSpPr/>
            <p:nvPr/>
          </p:nvSpPr>
          <p:spPr>
            <a:xfrm>
              <a:off x="4320329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rc994"/>
            <p:cNvSpPr/>
            <p:nvPr/>
          </p:nvSpPr>
          <p:spPr>
            <a:xfrm>
              <a:off x="432280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rc995"/>
            <p:cNvSpPr/>
            <p:nvPr/>
          </p:nvSpPr>
          <p:spPr>
            <a:xfrm>
              <a:off x="432527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rc996"/>
            <p:cNvSpPr/>
            <p:nvPr/>
          </p:nvSpPr>
          <p:spPr>
            <a:xfrm>
              <a:off x="4327746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rc997"/>
            <p:cNvSpPr/>
            <p:nvPr/>
          </p:nvSpPr>
          <p:spPr>
            <a:xfrm>
              <a:off x="433021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rc998"/>
            <p:cNvSpPr/>
            <p:nvPr/>
          </p:nvSpPr>
          <p:spPr>
            <a:xfrm>
              <a:off x="4332691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rc999"/>
            <p:cNvSpPr/>
            <p:nvPr/>
          </p:nvSpPr>
          <p:spPr>
            <a:xfrm>
              <a:off x="4335163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rc1000"/>
            <p:cNvSpPr/>
            <p:nvPr/>
          </p:nvSpPr>
          <p:spPr>
            <a:xfrm>
              <a:off x="4337635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rc1001"/>
            <p:cNvSpPr/>
            <p:nvPr/>
          </p:nvSpPr>
          <p:spPr>
            <a:xfrm>
              <a:off x="4340108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rc1002"/>
            <p:cNvSpPr/>
            <p:nvPr/>
          </p:nvSpPr>
          <p:spPr>
            <a:xfrm>
              <a:off x="4342580" y="3067167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rc1003"/>
            <p:cNvSpPr/>
            <p:nvPr/>
          </p:nvSpPr>
          <p:spPr>
            <a:xfrm>
              <a:off x="4345052" y="3056512"/>
              <a:ext cx="2472" cy="106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rc1004"/>
            <p:cNvSpPr/>
            <p:nvPr/>
          </p:nvSpPr>
          <p:spPr>
            <a:xfrm>
              <a:off x="4269645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rc1005"/>
            <p:cNvSpPr/>
            <p:nvPr/>
          </p:nvSpPr>
          <p:spPr>
            <a:xfrm>
              <a:off x="4420822" y="1198851"/>
              <a:ext cx="81588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6" name="pl1006"/>
            <p:cNvSpPr/>
            <p:nvPr/>
          </p:nvSpPr>
          <p:spPr>
            <a:xfrm>
              <a:off x="4420822" y="280079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l1007"/>
            <p:cNvSpPr/>
            <p:nvPr/>
          </p:nvSpPr>
          <p:spPr>
            <a:xfrm>
              <a:off x="4420822" y="226805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l1008"/>
            <p:cNvSpPr/>
            <p:nvPr/>
          </p:nvSpPr>
          <p:spPr>
            <a:xfrm>
              <a:off x="4420822" y="1735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l1009"/>
            <p:cNvSpPr/>
            <p:nvPr/>
          </p:nvSpPr>
          <p:spPr>
            <a:xfrm>
              <a:off x="4420822" y="120258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l1010"/>
            <p:cNvSpPr/>
            <p:nvPr/>
          </p:nvSpPr>
          <p:spPr>
            <a:xfrm>
              <a:off x="44336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l1011"/>
            <p:cNvSpPr/>
            <p:nvPr/>
          </p:nvSpPr>
          <p:spPr>
            <a:xfrm>
              <a:off x="44493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l1012"/>
            <p:cNvSpPr/>
            <p:nvPr/>
          </p:nvSpPr>
          <p:spPr>
            <a:xfrm>
              <a:off x="44649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l1013"/>
            <p:cNvSpPr/>
            <p:nvPr/>
          </p:nvSpPr>
          <p:spPr>
            <a:xfrm>
              <a:off x="44806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l1014"/>
            <p:cNvSpPr/>
            <p:nvPr/>
          </p:nvSpPr>
          <p:spPr>
            <a:xfrm>
              <a:off x="44963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l1015"/>
            <p:cNvSpPr/>
            <p:nvPr/>
          </p:nvSpPr>
          <p:spPr>
            <a:xfrm>
              <a:off x="4420822" y="306716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l1016"/>
            <p:cNvSpPr/>
            <p:nvPr/>
          </p:nvSpPr>
          <p:spPr>
            <a:xfrm>
              <a:off x="4420822" y="253442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l1017"/>
            <p:cNvSpPr/>
            <p:nvPr/>
          </p:nvSpPr>
          <p:spPr>
            <a:xfrm>
              <a:off x="4420822" y="200168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l1018"/>
            <p:cNvSpPr/>
            <p:nvPr/>
          </p:nvSpPr>
          <p:spPr>
            <a:xfrm>
              <a:off x="4420822" y="146895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l1019"/>
            <p:cNvSpPr/>
            <p:nvPr/>
          </p:nvSpPr>
          <p:spPr>
            <a:xfrm>
              <a:off x="44257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l1020"/>
            <p:cNvSpPr/>
            <p:nvPr/>
          </p:nvSpPr>
          <p:spPr>
            <a:xfrm>
              <a:off x="44414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l1021"/>
            <p:cNvSpPr/>
            <p:nvPr/>
          </p:nvSpPr>
          <p:spPr>
            <a:xfrm>
              <a:off x="44571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l1022"/>
            <p:cNvSpPr/>
            <p:nvPr/>
          </p:nvSpPr>
          <p:spPr>
            <a:xfrm>
              <a:off x="44728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l1023"/>
            <p:cNvSpPr/>
            <p:nvPr/>
          </p:nvSpPr>
          <p:spPr>
            <a:xfrm>
              <a:off x="44885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rc1024"/>
            <p:cNvSpPr/>
            <p:nvPr/>
          </p:nvSpPr>
          <p:spPr>
            <a:xfrm>
              <a:off x="4420822" y="1198851"/>
              <a:ext cx="81588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rc1025"/>
            <p:cNvSpPr/>
            <p:nvPr/>
          </p:nvSpPr>
          <p:spPr>
            <a:xfrm>
              <a:off x="139728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tx1026"/>
            <p:cNvSpPr/>
            <p:nvPr/>
          </p:nvSpPr>
          <p:spPr>
            <a:xfrm>
              <a:off x="1211334" y="1027900"/>
              <a:ext cx="453479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Arrayana</a:t>
              </a:r>
            </a:p>
          </p:txBody>
        </p:sp>
        <p:sp>
          <p:nvSpPr>
            <p:cNvPr id="1027" name="rc1027"/>
            <p:cNvSpPr/>
            <p:nvPr/>
          </p:nvSpPr>
          <p:spPr>
            <a:xfrm>
              <a:off x="154845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tx1028"/>
            <p:cNvSpPr/>
            <p:nvPr/>
          </p:nvSpPr>
          <p:spPr>
            <a:xfrm>
              <a:off x="1412198" y="1050110"/>
              <a:ext cx="35410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Eureka</a:t>
              </a:r>
            </a:p>
          </p:txBody>
        </p:sp>
        <p:sp>
          <p:nvSpPr>
            <p:cNvPr id="1029" name="rc1029"/>
            <p:cNvSpPr/>
            <p:nvPr/>
          </p:nvSpPr>
          <p:spPr>
            <a:xfrm>
              <a:off x="169963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tx1030"/>
            <p:cNvSpPr/>
            <p:nvPr/>
          </p:nvSpPr>
          <p:spPr>
            <a:xfrm>
              <a:off x="1529268" y="1050110"/>
              <a:ext cx="42231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Fairchild</a:t>
              </a:r>
            </a:p>
          </p:txBody>
        </p:sp>
        <p:sp>
          <p:nvSpPr>
            <p:cNvPr id="1031" name="rc1031"/>
            <p:cNvSpPr/>
            <p:nvPr/>
          </p:nvSpPr>
          <p:spPr>
            <a:xfrm>
              <a:off x="185081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tx1032"/>
            <p:cNvSpPr/>
            <p:nvPr/>
          </p:nvSpPr>
          <p:spPr>
            <a:xfrm>
              <a:off x="1534443" y="1050110"/>
              <a:ext cx="7143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Frost Valencia</a:t>
              </a:r>
            </a:p>
          </p:txBody>
        </p:sp>
        <p:sp>
          <p:nvSpPr>
            <p:cNvPr id="1033" name="rc1033"/>
            <p:cNvSpPr/>
            <p:nvPr/>
          </p:nvSpPr>
          <p:spPr>
            <a:xfrm>
              <a:off x="200198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tx1034"/>
            <p:cNvSpPr/>
            <p:nvPr/>
          </p:nvSpPr>
          <p:spPr>
            <a:xfrm>
              <a:off x="1648321" y="1048691"/>
              <a:ext cx="788923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Garcia Valencia</a:t>
              </a:r>
            </a:p>
          </p:txBody>
        </p:sp>
        <p:sp>
          <p:nvSpPr>
            <p:cNvPr id="1035" name="rc1035"/>
            <p:cNvSpPr/>
            <p:nvPr/>
          </p:nvSpPr>
          <p:spPr>
            <a:xfrm>
              <a:off x="215316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tx1036"/>
            <p:cNvSpPr/>
            <p:nvPr/>
          </p:nvSpPr>
          <p:spPr>
            <a:xfrm>
              <a:off x="1796387" y="1048691"/>
              <a:ext cx="79514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García Valencia</a:t>
              </a:r>
            </a:p>
          </p:txBody>
        </p:sp>
        <p:sp>
          <p:nvSpPr>
            <p:cNvPr id="1037" name="rc1037"/>
            <p:cNvSpPr/>
            <p:nvPr/>
          </p:nvSpPr>
          <p:spPr>
            <a:xfrm>
              <a:off x="2304343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tx1038"/>
            <p:cNvSpPr/>
            <p:nvPr/>
          </p:nvSpPr>
          <p:spPr>
            <a:xfrm>
              <a:off x="2171248" y="1050110"/>
              <a:ext cx="34777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Hamlin</a:t>
              </a:r>
            </a:p>
          </p:txBody>
        </p:sp>
        <p:sp>
          <p:nvSpPr>
            <p:cNvPr id="1039" name="rc1039"/>
            <p:cNvSpPr/>
            <p:nvPr/>
          </p:nvSpPr>
          <p:spPr>
            <a:xfrm>
              <a:off x="245552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tx1040"/>
            <p:cNvSpPr/>
            <p:nvPr/>
          </p:nvSpPr>
          <p:spPr>
            <a:xfrm>
              <a:off x="2250829" y="1050110"/>
              <a:ext cx="49096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Lannelate</a:t>
              </a:r>
            </a:p>
          </p:txBody>
        </p:sp>
        <p:sp>
          <p:nvSpPr>
            <p:cNvPr id="1041" name="rc1041"/>
            <p:cNvSpPr/>
            <p:nvPr/>
          </p:nvSpPr>
          <p:spPr>
            <a:xfrm>
              <a:off x="260669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tx1042"/>
            <p:cNvSpPr/>
            <p:nvPr/>
          </p:nvSpPr>
          <p:spPr>
            <a:xfrm>
              <a:off x="2482852" y="1048637"/>
              <a:ext cx="329277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Oneco</a:t>
              </a:r>
            </a:p>
          </p:txBody>
        </p:sp>
        <p:sp>
          <p:nvSpPr>
            <p:cNvPr id="1043" name="rc1043"/>
            <p:cNvSpPr/>
            <p:nvPr/>
          </p:nvSpPr>
          <p:spPr>
            <a:xfrm>
              <a:off x="275787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tx1044"/>
            <p:cNvSpPr/>
            <p:nvPr/>
          </p:nvSpPr>
          <p:spPr>
            <a:xfrm>
              <a:off x="2416703" y="1048637"/>
              <a:ext cx="763929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Owari Satsuma</a:t>
              </a:r>
            </a:p>
          </p:txBody>
        </p:sp>
        <p:sp>
          <p:nvSpPr>
            <p:cNvPr id="1045" name="rc1045"/>
            <p:cNvSpPr/>
            <p:nvPr/>
          </p:nvSpPr>
          <p:spPr>
            <a:xfrm>
              <a:off x="290905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tx1046"/>
            <p:cNvSpPr/>
            <p:nvPr/>
          </p:nvSpPr>
          <p:spPr>
            <a:xfrm>
              <a:off x="2760377" y="1027900"/>
              <a:ext cx="378936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Pajarito</a:t>
              </a:r>
            </a:p>
          </p:txBody>
        </p:sp>
        <p:sp>
          <p:nvSpPr>
            <p:cNvPr id="1047" name="rc1047"/>
            <p:cNvSpPr/>
            <p:nvPr/>
          </p:nvSpPr>
          <p:spPr>
            <a:xfrm>
              <a:off x="306022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tx1048"/>
            <p:cNvSpPr/>
            <p:nvPr/>
          </p:nvSpPr>
          <p:spPr>
            <a:xfrm>
              <a:off x="2911554" y="1027463"/>
              <a:ext cx="378936" cy="1039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Pajárito</a:t>
              </a:r>
            </a:p>
          </p:txBody>
        </p:sp>
        <p:sp>
          <p:nvSpPr>
            <p:cNvPr id="1049" name="rc1049"/>
            <p:cNvSpPr/>
            <p:nvPr/>
          </p:nvSpPr>
          <p:spPr>
            <a:xfrm>
              <a:off x="321140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tx1050"/>
            <p:cNvSpPr/>
            <p:nvPr/>
          </p:nvSpPr>
          <p:spPr>
            <a:xfrm>
              <a:off x="2901230" y="1050110"/>
              <a:ext cx="7019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Parson Brown</a:t>
              </a:r>
            </a:p>
          </p:txBody>
        </p:sp>
        <p:sp>
          <p:nvSpPr>
            <p:cNvPr id="1051" name="rc1051"/>
            <p:cNvSpPr/>
            <p:nvPr/>
          </p:nvSpPr>
          <p:spPr>
            <a:xfrm>
              <a:off x="336258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tx1052"/>
            <p:cNvSpPr/>
            <p:nvPr/>
          </p:nvSpPr>
          <p:spPr>
            <a:xfrm>
              <a:off x="3092762" y="1049673"/>
              <a:ext cx="621228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Pera del Río</a:t>
              </a:r>
            </a:p>
          </p:txBody>
        </p:sp>
        <p:sp>
          <p:nvSpPr>
            <p:cNvPr id="1053" name="rc1053"/>
            <p:cNvSpPr/>
            <p:nvPr/>
          </p:nvSpPr>
          <p:spPr>
            <a:xfrm>
              <a:off x="351376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tx1054"/>
            <p:cNvSpPr/>
            <p:nvPr/>
          </p:nvSpPr>
          <p:spPr>
            <a:xfrm>
              <a:off x="3374417" y="1050110"/>
              <a:ext cx="360273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Perrine</a:t>
              </a:r>
            </a:p>
          </p:txBody>
        </p:sp>
        <p:sp>
          <p:nvSpPr>
            <p:cNvPr id="1055" name="rc1055"/>
            <p:cNvSpPr/>
            <p:nvPr/>
          </p:nvSpPr>
          <p:spPr>
            <a:xfrm>
              <a:off x="366493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tx1056"/>
            <p:cNvSpPr/>
            <p:nvPr/>
          </p:nvSpPr>
          <p:spPr>
            <a:xfrm>
              <a:off x="3457163" y="1029210"/>
              <a:ext cx="497135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Pinneaple</a:t>
              </a:r>
            </a:p>
          </p:txBody>
        </p:sp>
        <p:sp>
          <p:nvSpPr>
            <p:cNvPr id="1057" name="rc1057"/>
            <p:cNvSpPr/>
            <p:nvPr/>
          </p:nvSpPr>
          <p:spPr>
            <a:xfrm>
              <a:off x="381611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tx1058"/>
            <p:cNvSpPr/>
            <p:nvPr/>
          </p:nvSpPr>
          <p:spPr>
            <a:xfrm>
              <a:off x="3577262" y="1029210"/>
              <a:ext cx="559291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Pinneapple</a:t>
              </a:r>
            </a:p>
          </p:txBody>
        </p:sp>
        <p:sp>
          <p:nvSpPr>
            <p:cNvPr id="1059" name="rc1059"/>
            <p:cNvSpPr/>
            <p:nvPr/>
          </p:nvSpPr>
          <p:spPr>
            <a:xfrm>
              <a:off x="396729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tx1060"/>
            <p:cNvSpPr/>
            <p:nvPr/>
          </p:nvSpPr>
          <p:spPr>
            <a:xfrm>
              <a:off x="3635315" y="1026536"/>
              <a:ext cx="745539" cy="1048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1061" name="rc1061"/>
            <p:cNvSpPr/>
            <p:nvPr/>
          </p:nvSpPr>
          <p:spPr>
            <a:xfrm>
              <a:off x="411846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tx1062"/>
            <p:cNvSpPr/>
            <p:nvPr/>
          </p:nvSpPr>
          <p:spPr>
            <a:xfrm>
              <a:off x="3774105" y="1026481"/>
              <a:ext cx="770314" cy="1049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1063" name="rc1063"/>
            <p:cNvSpPr/>
            <p:nvPr/>
          </p:nvSpPr>
          <p:spPr>
            <a:xfrm>
              <a:off x="426964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tx1064"/>
            <p:cNvSpPr/>
            <p:nvPr/>
          </p:nvSpPr>
          <p:spPr>
            <a:xfrm>
              <a:off x="4015350" y="1027900"/>
              <a:ext cx="590177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Washington</a:t>
              </a:r>
            </a:p>
          </p:txBody>
        </p:sp>
        <p:sp>
          <p:nvSpPr>
            <p:cNvPr id="1065" name="rc1065"/>
            <p:cNvSpPr/>
            <p:nvPr/>
          </p:nvSpPr>
          <p:spPr>
            <a:xfrm>
              <a:off x="442082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tx1066"/>
            <p:cNvSpPr/>
            <p:nvPr/>
          </p:nvSpPr>
          <p:spPr>
            <a:xfrm>
              <a:off x="4383990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067" name="pl1067"/>
            <p:cNvSpPr/>
            <p:nvPr/>
          </p:nvSpPr>
          <p:spPr>
            <a:xfrm>
              <a:off x="14022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l1068"/>
            <p:cNvSpPr/>
            <p:nvPr/>
          </p:nvSpPr>
          <p:spPr>
            <a:xfrm>
              <a:off x="141791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l1069"/>
            <p:cNvSpPr/>
            <p:nvPr/>
          </p:nvSpPr>
          <p:spPr>
            <a:xfrm>
              <a:off x="14336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l1070"/>
            <p:cNvSpPr/>
            <p:nvPr/>
          </p:nvSpPr>
          <p:spPr>
            <a:xfrm>
              <a:off x="14492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l1071"/>
            <p:cNvSpPr/>
            <p:nvPr/>
          </p:nvSpPr>
          <p:spPr>
            <a:xfrm>
              <a:off x="14649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tx1072"/>
            <p:cNvSpPr/>
            <p:nvPr/>
          </p:nvSpPr>
          <p:spPr>
            <a:xfrm rot="-2700000">
              <a:off x="139883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3" name="tx1073"/>
            <p:cNvSpPr/>
            <p:nvPr/>
          </p:nvSpPr>
          <p:spPr>
            <a:xfrm rot="-2700000">
              <a:off x="135236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74" name="tx1074"/>
            <p:cNvSpPr/>
            <p:nvPr/>
          </p:nvSpPr>
          <p:spPr>
            <a:xfrm rot="-2700000">
              <a:off x="13680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75" name="tx1075"/>
            <p:cNvSpPr/>
            <p:nvPr/>
          </p:nvSpPr>
          <p:spPr>
            <a:xfrm rot="-2700000">
              <a:off x="138372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076" name="tx1076"/>
            <p:cNvSpPr/>
            <p:nvPr/>
          </p:nvSpPr>
          <p:spPr>
            <a:xfrm rot="-2700000">
              <a:off x="139943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077" name="pl1077"/>
            <p:cNvSpPr/>
            <p:nvPr/>
          </p:nvSpPr>
          <p:spPr>
            <a:xfrm>
              <a:off x="1553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l1078"/>
            <p:cNvSpPr/>
            <p:nvPr/>
          </p:nvSpPr>
          <p:spPr>
            <a:xfrm>
              <a:off x="15690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l1079"/>
            <p:cNvSpPr/>
            <p:nvPr/>
          </p:nvSpPr>
          <p:spPr>
            <a:xfrm>
              <a:off x="15847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l1080"/>
            <p:cNvSpPr/>
            <p:nvPr/>
          </p:nvSpPr>
          <p:spPr>
            <a:xfrm>
              <a:off x="16004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l1081"/>
            <p:cNvSpPr/>
            <p:nvPr/>
          </p:nvSpPr>
          <p:spPr>
            <a:xfrm>
              <a:off x="161615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tx1082"/>
            <p:cNvSpPr/>
            <p:nvPr/>
          </p:nvSpPr>
          <p:spPr>
            <a:xfrm rot="-2700000">
              <a:off x="155001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3" name="tx1083"/>
            <p:cNvSpPr/>
            <p:nvPr/>
          </p:nvSpPr>
          <p:spPr>
            <a:xfrm rot="-2700000">
              <a:off x="150354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84" name="tx1084"/>
            <p:cNvSpPr/>
            <p:nvPr/>
          </p:nvSpPr>
          <p:spPr>
            <a:xfrm rot="-2700000">
              <a:off x="151923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85" name="tx1085"/>
            <p:cNvSpPr/>
            <p:nvPr/>
          </p:nvSpPr>
          <p:spPr>
            <a:xfrm rot="-2700000">
              <a:off x="1534902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086" name="tx1086"/>
            <p:cNvSpPr/>
            <p:nvPr/>
          </p:nvSpPr>
          <p:spPr>
            <a:xfrm rot="-2700000">
              <a:off x="155061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087" name="pl1087"/>
            <p:cNvSpPr/>
            <p:nvPr/>
          </p:nvSpPr>
          <p:spPr>
            <a:xfrm>
              <a:off x="170457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l1088"/>
            <p:cNvSpPr/>
            <p:nvPr/>
          </p:nvSpPr>
          <p:spPr>
            <a:xfrm>
              <a:off x="17202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l1089"/>
            <p:cNvSpPr/>
            <p:nvPr/>
          </p:nvSpPr>
          <p:spPr>
            <a:xfrm>
              <a:off x="173595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l1090"/>
            <p:cNvSpPr/>
            <p:nvPr/>
          </p:nvSpPr>
          <p:spPr>
            <a:xfrm>
              <a:off x="175164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l1091"/>
            <p:cNvSpPr/>
            <p:nvPr/>
          </p:nvSpPr>
          <p:spPr>
            <a:xfrm>
              <a:off x="176733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tx1092"/>
            <p:cNvSpPr/>
            <p:nvPr/>
          </p:nvSpPr>
          <p:spPr>
            <a:xfrm rot="-2700000">
              <a:off x="170118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93" name="tx1093"/>
            <p:cNvSpPr/>
            <p:nvPr/>
          </p:nvSpPr>
          <p:spPr>
            <a:xfrm rot="-2700000">
              <a:off x="165472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094" name="tx1094"/>
            <p:cNvSpPr/>
            <p:nvPr/>
          </p:nvSpPr>
          <p:spPr>
            <a:xfrm rot="-2700000">
              <a:off x="167041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095" name="tx1095"/>
            <p:cNvSpPr/>
            <p:nvPr/>
          </p:nvSpPr>
          <p:spPr>
            <a:xfrm rot="-2700000">
              <a:off x="1686079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096" name="tx1096"/>
            <p:cNvSpPr/>
            <p:nvPr/>
          </p:nvSpPr>
          <p:spPr>
            <a:xfrm rot="-2700000">
              <a:off x="170178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097" name="pl1097"/>
            <p:cNvSpPr/>
            <p:nvPr/>
          </p:nvSpPr>
          <p:spPr>
            <a:xfrm>
              <a:off x="18557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l1098"/>
            <p:cNvSpPr/>
            <p:nvPr/>
          </p:nvSpPr>
          <p:spPr>
            <a:xfrm>
              <a:off x="18714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l1099"/>
            <p:cNvSpPr/>
            <p:nvPr/>
          </p:nvSpPr>
          <p:spPr>
            <a:xfrm>
              <a:off x="18871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l1100"/>
            <p:cNvSpPr/>
            <p:nvPr/>
          </p:nvSpPr>
          <p:spPr>
            <a:xfrm>
              <a:off x="190282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l1101"/>
            <p:cNvSpPr/>
            <p:nvPr/>
          </p:nvSpPr>
          <p:spPr>
            <a:xfrm>
              <a:off x="19185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tx1102"/>
            <p:cNvSpPr/>
            <p:nvPr/>
          </p:nvSpPr>
          <p:spPr>
            <a:xfrm rot="-2700000">
              <a:off x="18523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3" name="tx1103"/>
            <p:cNvSpPr/>
            <p:nvPr/>
          </p:nvSpPr>
          <p:spPr>
            <a:xfrm rot="-2700000">
              <a:off x="180589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04" name="tx1104"/>
            <p:cNvSpPr/>
            <p:nvPr/>
          </p:nvSpPr>
          <p:spPr>
            <a:xfrm rot="-2700000">
              <a:off x="182158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05" name="tx1105"/>
            <p:cNvSpPr/>
            <p:nvPr/>
          </p:nvSpPr>
          <p:spPr>
            <a:xfrm rot="-2700000">
              <a:off x="183725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06" name="tx1106"/>
            <p:cNvSpPr/>
            <p:nvPr/>
          </p:nvSpPr>
          <p:spPr>
            <a:xfrm rot="-2700000">
              <a:off x="185296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07" name="pl1107"/>
            <p:cNvSpPr/>
            <p:nvPr/>
          </p:nvSpPr>
          <p:spPr>
            <a:xfrm>
              <a:off x="20069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l1108"/>
            <p:cNvSpPr/>
            <p:nvPr/>
          </p:nvSpPr>
          <p:spPr>
            <a:xfrm>
              <a:off x="20226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l1109"/>
            <p:cNvSpPr/>
            <p:nvPr/>
          </p:nvSpPr>
          <p:spPr>
            <a:xfrm>
              <a:off x="203831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l1110"/>
            <p:cNvSpPr/>
            <p:nvPr/>
          </p:nvSpPr>
          <p:spPr>
            <a:xfrm>
              <a:off x="20540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l1111"/>
            <p:cNvSpPr/>
            <p:nvPr/>
          </p:nvSpPr>
          <p:spPr>
            <a:xfrm>
              <a:off x="20696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tx1112"/>
            <p:cNvSpPr/>
            <p:nvPr/>
          </p:nvSpPr>
          <p:spPr>
            <a:xfrm rot="-2700000">
              <a:off x="200354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13" name="tx1113"/>
            <p:cNvSpPr/>
            <p:nvPr/>
          </p:nvSpPr>
          <p:spPr>
            <a:xfrm rot="-2700000">
              <a:off x="195707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4" name="tx1114"/>
            <p:cNvSpPr/>
            <p:nvPr/>
          </p:nvSpPr>
          <p:spPr>
            <a:xfrm rot="-2700000">
              <a:off x="197276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15" name="tx1115"/>
            <p:cNvSpPr/>
            <p:nvPr/>
          </p:nvSpPr>
          <p:spPr>
            <a:xfrm rot="-2700000">
              <a:off x="1988434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16" name="tx1116"/>
            <p:cNvSpPr/>
            <p:nvPr/>
          </p:nvSpPr>
          <p:spPr>
            <a:xfrm rot="-2700000">
              <a:off x="200414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17" name="pl1117"/>
            <p:cNvSpPr/>
            <p:nvPr/>
          </p:nvSpPr>
          <p:spPr>
            <a:xfrm>
              <a:off x="21581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l1118"/>
            <p:cNvSpPr/>
            <p:nvPr/>
          </p:nvSpPr>
          <p:spPr>
            <a:xfrm>
              <a:off x="217379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l1119"/>
            <p:cNvSpPr/>
            <p:nvPr/>
          </p:nvSpPr>
          <p:spPr>
            <a:xfrm>
              <a:off x="21894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l1120"/>
            <p:cNvSpPr/>
            <p:nvPr/>
          </p:nvSpPr>
          <p:spPr>
            <a:xfrm>
              <a:off x="220517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l1121"/>
            <p:cNvSpPr/>
            <p:nvPr/>
          </p:nvSpPr>
          <p:spPr>
            <a:xfrm>
              <a:off x="222086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tx1122"/>
            <p:cNvSpPr/>
            <p:nvPr/>
          </p:nvSpPr>
          <p:spPr>
            <a:xfrm rot="-2700000">
              <a:off x="215471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23" name="tx1123"/>
            <p:cNvSpPr/>
            <p:nvPr/>
          </p:nvSpPr>
          <p:spPr>
            <a:xfrm rot="-2700000">
              <a:off x="210825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24" name="tx1124"/>
            <p:cNvSpPr/>
            <p:nvPr/>
          </p:nvSpPr>
          <p:spPr>
            <a:xfrm rot="-2700000">
              <a:off x="212394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5" name="tx1125"/>
            <p:cNvSpPr/>
            <p:nvPr/>
          </p:nvSpPr>
          <p:spPr>
            <a:xfrm rot="-2700000">
              <a:off x="2139611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26" name="tx1126"/>
            <p:cNvSpPr/>
            <p:nvPr/>
          </p:nvSpPr>
          <p:spPr>
            <a:xfrm rot="-2700000">
              <a:off x="215531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27" name="pl1127"/>
            <p:cNvSpPr/>
            <p:nvPr/>
          </p:nvSpPr>
          <p:spPr>
            <a:xfrm>
              <a:off x="23092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l1128"/>
            <p:cNvSpPr/>
            <p:nvPr/>
          </p:nvSpPr>
          <p:spPr>
            <a:xfrm>
              <a:off x="23249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l1129"/>
            <p:cNvSpPr/>
            <p:nvPr/>
          </p:nvSpPr>
          <p:spPr>
            <a:xfrm>
              <a:off x="23406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l1130"/>
            <p:cNvSpPr/>
            <p:nvPr/>
          </p:nvSpPr>
          <p:spPr>
            <a:xfrm>
              <a:off x="235635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l1131"/>
            <p:cNvSpPr/>
            <p:nvPr/>
          </p:nvSpPr>
          <p:spPr>
            <a:xfrm>
              <a:off x="237204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tx1132"/>
            <p:cNvSpPr/>
            <p:nvPr/>
          </p:nvSpPr>
          <p:spPr>
            <a:xfrm rot="-2700000">
              <a:off x="230589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33" name="tx1133"/>
            <p:cNvSpPr/>
            <p:nvPr/>
          </p:nvSpPr>
          <p:spPr>
            <a:xfrm rot="-2700000">
              <a:off x="225942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34" name="tx1134"/>
            <p:cNvSpPr/>
            <p:nvPr/>
          </p:nvSpPr>
          <p:spPr>
            <a:xfrm rot="-2700000">
              <a:off x="227511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35" name="tx1135"/>
            <p:cNvSpPr/>
            <p:nvPr/>
          </p:nvSpPr>
          <p:spPr>
            <a:xfrm rot="-2700000">
              <a:off x="2290788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6" name="tx1136"/>
            <p:cNvSpPr/>
            <p:nvPr/>
          </p:nvSpPr>
          <p:spPr>
            <a:xfrm rot="-2700000">
              <a:off x="230649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37" name="pl1137"/>
            <p:cNvSpPr/>
            <p:nvPr/>
          </p:nvSpPr>
          <p:spPr>
            <a:xfrm>
              <a:off x="24604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l1138"/>
            <p:cNvSpPr/>
            <p:nvPr/>
          </p:nvSpPr>
          <p:spPr>
            <a:xfrm>
              <a:off x="24761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l1139"/>
            <p:cNvSpPr/>
            <p:nvPr/>
          </p:nvSpPr>
          <p:spPr>
            <a:xfrm>
              <a:off x="24918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l1140"/>
            <p:cNvSpPr/>
            <p:nvPr/>
          </p:nvSpPr>
          <p:spPr>
            <a:xfrm>
              <a:off x="250753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l1141"/>
            <p:cNvSpPr/>
            <p:nvPr/>
          </p:nvSpPr>
          <p:spPr>
            <a:xfrm>
              <a:off x="25232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tx1142"/>
            <p:cNvSpPr/>
            <p:nvPr/>
          </p:nvSpPr>
          <p:spPr>
            <a:xfrm rot="-2700000">
              <a:off x="24570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43" name="tx1143"/>
            <p:cNvSpPr/>
            <p:nvPr/>
          </p:nvSpPr>
          <p:spPr>
            <a:xfrm rot="-2700000">
              <a:off x="241060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44" name="tx1144"/>
            <p:cNvSpPr/>
            <p:nvPr/>
          </p:nvSpPr>
          <p:spPr>
            <a:xfrm rot="-2700000">
              <a:off x="24262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45" name="tx1145"/>
            <p:cNvSpPr/>
            <p:nvPr/>
          </p:nvSpPr>
          <p:spPr>
            <a:xfrm rot="-2700000">
              <a:off x="244196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46" name="tx1146"/>
            <p:cNvSpPr/>
            <p:nvPr/>
          </p:nvSpPr>
          <p:spPr>
            <a:xfrm rot="-2700000">
              <a:off x="24576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7" name="pl1147"/>
            <p:cNvSpPr/>
            <p:nvPr/>
          </p:nvSpPr>
          <p:spPr>
            <a:xfrm>
              <a:off x="26116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l1148"/>
            <p:cNvSpPr/>
            <p:nvPr/>
          </p:nvSpPr>
          <p:spPr>
            <a:xfrm>
              <a:off x="262733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l1149"/>
            <p:cNvSpPr/>
            <p:nvPr/>
          </p:nvSpPr>
          <p:spPr>
            <a:xfrm>
              <a:off x="26430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l1150"/>
            <p:cNvSpPr/>
            <p:nvPr/>
          </p:nvSpPr>
          <p:spPr>
            <a:xfrm>
              <a:off x="26587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l1151"/>
            <p:cNvSpPr/>
            <p:nvPr/>
          </p:nvSpPr>
          <p:spPr>
            <a:xfrm>
              <a:off x="267439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tx1152"/>
            <p:cNvSpPr/>
            <p:nvPr/>
          </p:nvSpPr>
          <p:spPr>
            <a:xfrm rot="-2700000">
              <a:off x="260825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53" name="tx1153"/>
            <p:cNvSpPr/>
            <p:nvPr/>
          </p:nvSpPr>
          <p:spPr>
            <a:xfrm rot="-2700000">
              <a:off x="256178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54" name="tx1154"/>
            <p:cNvSpPr/>
            <p:nvPr/>
          </p:nvSpPr>
          <p:spPr>
            <a:xfrm rot="-2700000">
              <a:off x="257747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55" name="tx1155"/>
            <p:cNvSpPr/>
            <p:nvPr/>
          </p:nvSpPr>
          <p:spPr>
            <a:xfrm rot="-2700000">
              <a:off x="2593142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56" name="tx1156"/>
            <p:cNvSpPr/>
            <p:nvPr/>
          </p:nvSpPr>
          <p:spPr>
            <a:xfrm rot="-2700000">
              <a:off x="260885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57" name="pl1157"/>
            <p:cNvSpPr/>
            <p:nvPr/>
          </p:nvSpPr>
          <p:spPr>
            <a:xfrm>
              <a:off x="27628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l1158"/>
            <p:cNvSpPr/>
            <p:nvPr/>
          </p:nvSpPr>
          <p:spPr>
            <a:xfrm>
              <a:off x="27785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l1159"/>
            <p:cNvSpPr/>
            <p:nvPr/>
          </p:nvSpPr>
          <p:spPr>
            <a:xfrm>
              <a:off x="279419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l1160"/>
            <p:cNvSpPr/>
            <p:nvPr/>
          </p:nvSpPr>
          <p:spPr>
            <a:xfrm>
              <a:off x="28098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l1161"/>
            <p:cNvSpPr/>
            <p:nvPr/>
          </p:nvSpPr>
          <p:spPr>
            <a:xfrm>
              <a:off x="282557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tx1162"/>
            <p:cNvSpPr/>
            <p:nvPr/>
          </p:nvSpPr>
          <p:spPr>
            <a:xfrm rot="-2700000">
              <a:off x="275942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3" name="tx1163"/>
            <p:cNvSpPr/>
            <p:nvPr/>
          </p:nvSpPr>
          <p:spPr>
            <a:xfrm rot="-2700000">
              <a:off x="271296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64" name="tx1164"/>
            <p:cNvSpPr/>
            <p:nvPr/>
          </p:nvSpPr>
          <p:spPr>
            <a:xfrm rot="-2700000">
              <a:off x="272864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65" name="tx1165"/>
            <p:cNvSpPr/>
            <p:nvPr/>
          </p:nvSpPr>
          <p:spPr>
            <a:xfrm rot="-2700000">
              <a:off x="2744319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66" name="tx1166"/>
            <p:cNvSpPr/>
            <p:nvPr/>
          </p:nvSpPr>
          <p:spPr>
            <a:xfrm rot="-2700000">
              <a:off x="276002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67" name="pl1167"/>
            <p:cNvSpPr/>
            <p:nvPr/>
          </p:nvSpPr>
          <p:spPr>
            <a:xfrm>
              <a:off x="29139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l1168"/>
            <p:cNvSpPr/>
            <p:nvPr/>
          </p:nvSpPr>
          <p:spPr>
            <a:xfrm>
              <a:off x="292968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l1169"/>
            <p:cNvSpPr/>
            <p:nvPr/>
          </p:nvSpPr>
          <p:spPr>
            <a:xfrm>
              <a:off x="294537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l1170"/>
            <p:cNvSpPr/>
            <p:nvPr/>
          </p:nvSpPr>
          <p:spPr>
            <a:xfrm>
              <a:off x="29610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l1171"/>
            <p:cNvSpPr/>
            <p:nvPr/>
          </p:nvSpPr>
          <p:spPr>
            <a:xfrm>
              <a:off x="29767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tx1172"/>
            <p:cNvSpPr/>
            <p:nvPr/>
          </p:nvSpPr>
          <p:spPr>
            <a:xfrm rot="-2700000">
              <a:off x="291060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73" name="tx1173"/>
            <p:cNvSpPr/>
            <p:nvPr/>
          </p:nvSpPr>
          <p:spPr>
            <a:xfrm rot="-2700000">
              <a:off x="286413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74" name="tx1174"/>
            <p:cNvSpPr/>
            <p:nvPr/>
          </p:nvSpPr>
          <p:spPr>
            <a:xfrm rot="-2700000">
              <a:off x="287982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75" name="tx1175"/>
            <p:cNvSpPr/>
            <p:nvPr/>
          </p:nvSpPr>
          <p:spPr>
            <a:xfrm rot="-2700000">
              <a:off x="289549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76" name="tx1176"/>
            <p:cNvSpPr/>
            <p:nvPr/>
          </p:nvSpPr>
          <p:spPr>
            <a:xfrm rot="-2700000">
              <a:off x="291120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77" name="pl1177"/>
            <p:cNvSpPr/>
            <p:nvPr/>
          </p:nvSpPr>
          <p:spPr>
            <a:xfrm>
              <a:off x="306517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l1178"/>
            <p:cNvSpPr/>
            <p:nvPr/>
          </p:nvSpPr>
          <p:spPr>
            <a:xfrm>
              <a:off x="30808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l1179"/>
            <p:cNvSpPr/>
            <p:nvPr/>
          </p:nvSpPr>
          <p:spPr>
            <a:xfrm>
              <a:off x="309655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l1180"/>
            <p:cNvSpPr/>
            <p:nvPr/>
          </p:nvSpPr>
          <p:spPr>
            <a:xfrm>
              <a:off x="311224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l1181"/>
            <p:cNvSpPr/>
            <p:nvPr/>
          </p:nvSpPr>
          <p:spPr>
            <a:xfrm>
              <a:off x="31279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tx1182"/>
            <p:cNvSpPr/>
            <p:nvPr/>
          </p:nvSpPr>
          <p:spPr>
            <a:xfrm rot="-2700000">
              <a:off x="306178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3" name="tx1183"/>
            <p:cNvSpPr/>
            <p:nvPr/>
          </p:nvSpPr>
          <p:spPr>
            <a:xfrm rot="-2700000">
              <a:off x="301531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84" name="tx1184"/>
            <p:cNvSpPr/>
            <p:nvPr/>
          </p:nvSpPr>
          <p:spPr>
            <a:xfrm rot="-2700000">
              <a:off x="303100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85" name="tx1185"/>
            <p:cNvSpPr/>
            <p:nvPr/>
          </p:nvSpPr>
          <p:spPr>
            <a:xfrm rot="-2700000">
              <a:off x="3046673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86" name="tx1186"/>
            <p:cNvSpPr/>
            <p:nvPr/>
          </p:nvSpPr>
          <p:spPr>
            <a:xfrm rot="-2700000">
              <a:off x="306238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87" name="pl1187"/>
            <p:cNvSpPr/>
            <p:nvPr/>
          </p:nvSpPr>
          <p:spPr>
            <a:xfrm>
              <a:off x="321635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l1188"/>
            <p:cNvSpPr/>
            <p:nvPr/>
          </p:nvSpPr>
          <p:spPr>
            <a:xfrm>
              <a:off x="323203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l1189"/>
            <p:cNvSpPr/>
            <p:nvPr/>
          </p:nvSpPr>
          <p:spPr>
            <a:xfrm>
              <a:off x="324772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l1190"/>
            <p:cNvSpPr/>
            <p:nvPr/>
          </p:nvSpPr>
          <p:spPr>
            <a:xfrm>
              <a:off x="326341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l1191"/>
            <p:cNvSpPr/>
            <p:nvPr/>
          </p:nvSpPr>
          <p:spPr>
            <a:xfrm>
              <a:off x="327910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tx1192"/>
            <p:cNvSpPr/>
            <p:nvPr/>
          </p:nvSpPr>
          <p:spPr>
            <a:xfrm rot="-2700000">
              <a:off x="321295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3" name="tx1193"/>
            <p:cNvSpPr/>
            <p:nvPr/>
          </p:nvSpPr>
          <p:spPr>
            <a:xfrm rot="-2700000">
              <a:off x="316649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94" name="tx1194"/>
            <p:cNvSpPr/>
            <p:nvPr/>
          </p:nvSpPr>
          <p:spPr>
            <a:xfrm rot="-2700000">
              <a:off x="318218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95" name="tx1195"/>
            <p:cNvSpPr/>
            <p:nvPr/>
          </p:nvSpPr>
          <p:spPr>
            <a:xfrm rot="-2700000">
              <a:off x="3197851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96" name="tx1196"/>
            <p:cNvSpPr/>
            <p:nvPr/>
          </p:nvSpPr>
          <p:spPr>
            <a:xfrm rot="-2700000">
              <a:off x="321355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97" name="pl1197"/>
            <p:cNvSpPr/>
            <p:nvPr/>
          </p:nvSpPr>
          <p:spPr>
            <a:xfrm>
              <a:off x="33675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l1198"/>
            <p:cNvSpPr/>
            <p:nvPr/>
          </p:nvSpPr>
          <p:spPr>
            <a:xfrm>
              <a:off x="33832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l1199"/>
            <p:cNvSpPr/>
            <p:nvPr/>
          </p:nvSpPr>
          <p:spPr>
            <a:xfrm>
              <a:off x="33989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l1200"/>
            <p:cNvSpPr/>
            <p:nvPr/>
          </p:nvSpPr>
          <p:spPr>
            <a:xfrm>
              <a:off x="341459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l1201"/>
            <p:cNvSpPr/>
            <p:nvPr/>
          </p:nvSpPr>
          <p:spPr>
            <a:xfrm>
              <a:off x="34302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tx1202"/>
            <p:cNvSpPr/>
            <p:nvPr/>
          </p:nvSpPr>
          <p:spPr>
            <a:xfrm rot="-2700000">
              <a:off x="336413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03" name="tx1203"/>
            <p:cNvSpPr/>
            <p:nvPr/>
          </p:nvSpPr>
          <p:spPr>
            <a:xfrm rot="-2700000">
              <a:off x="331766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04" name="tx1204"/>
            <p:cNvSpPr/>
            <p:nvPr/>
          </p:nvSpPr>
          <p:spPr>
            <a:xfrm rot="-2700000">
              <a:off x="333335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05" name="tx1205"/>
            <p:cNvSpPr/>
            <p:nvPr/>
          </p:nvSpPr>
          <p:spPr>
            <a:xfrm rot="-2700000">
              <a:off x="3349028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06" name="tx1206"/>
            <p:cNvSpPr/>
            <p:nvPr/>
          </p:nvSpPr>
          <p:spPr>
            <a:xfrm rot="-2700000">
              <a:off x="336473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07" name="pl1207"/>
            <p:cNvSpPr/>
            <p:nvPr/>
          </p:nvSpPr>
          <p:spPr>
            <a:xfrm>
              <a:off x="35187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l1208"/>
            <p:cNvSpPr/>
            <p:nvPr/>
          </p:nvSpPr>
          <p:spPr>
            <a:xfrm>
              <a:off x="353439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l1209"/>
            <p:cNvSpPr/>
            <p:nvPr/>
          </p:nvSpPr>
          <p:spPr>
            <a:xfrm>
              <a:off x="3550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l1210"/>
            <p:cNvSpPr/>
            <p:nvPr/>
          </p:nvSpPr>
          <p:spPr>
            <a:xfrm>
              <a:off x="356577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l1211"/>
            <p:cNvSpPr/>
            <p:nvPr/>
          </p:nvSpPr>
          <p:spPr>
            <a:xfrm>
              <a:off x="35814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tx1212"/>
            <p:cNvSpPr/>
            <p:nvPr/>
          </p:nvSpPr>
          <p:spPr>
            <a:xfrm rot="-2700000">
              <a:off x="351531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13" name="tx1213"/>
            <p:cNvSpPr/>
            <p:nvPr/>
          </p:nvSpPr>
          <p:spPr>
            <a:xfrm rot="-2700000">
              <a:off x="346884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14" name="tx1214"/>
            <p:cNvSpPr/>
            <p:nvPr/>
          </p:nvSpPr>
          <p:spPr>
            <a:xfrm rot="-2700000">
              <a:off x="34845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15" name="tx1215"/>
            <p:cNvSpPr/>
            <p:nvPr/>
          </p:nvSpPr>
          <p:spPr>
            <a:xfrm rot="-2700000">
              <a:off x="350020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16" name="tx1216"/>
            <p:cNvSpPr/>
            <p:nvPr/>
          </p:nvSpPr>
          <p:spPr>
            <a:xfrm rot="-2700000">
              <a:off x="35159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17" name="pl1217"/>
            <p:cNvSpPr/>
            <p:nvPr/>
          </p:nvSpPr>
          <p:spPr>
            <a:xfrm>
              <a:off x="36698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l1218"/>
            <p:cNvSpPr/>
            <p:nvPr/>
          </p:nvSpPr>
          <p:spPr>
            <a:xfrm>
              <a:off x="368557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l1219"/>
            <p:cNvSpPr/>
            <p:nvPr/>
          </p:nvSpPr>
          <p:spPr>
            <a:xfrm>
              <a:off x="37012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l1220"/>
            <p:cNvSpPr/>
            <p:nvPr/>
          </p:nvSpPr>
          <p:spPr>
            <a:xfrm>
              <a:off x="37169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l1221"/>
            <p:cNvSpPr/>
            <p:nvPr/>
          </p:nvSpPr>
          <p:spPr>
            <a:xfrm>
              <a:off x="373263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tx1222"/>
            <p:cNvSpPr/>
            <p:nvPr/>
          </p:nvSpPr>
          <p:spPr>
            <a:xfrm rot="-2700000">
              <a:off x="366649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23" name="tx1223"/>
            <p:cNvSpPr/>
            <p:nvPr/>
          </p:nvSpPr>
          <p:spPr>
            <a:xfrm rot="-2700000">
              <a:off x="362002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24" name="tx1224"/>
            <p:cNvSpPr/>
            <p:nvPr/>
          </p:nvSpPr>
          <p:spPr>
            <a:xfrm rot="-2700000">
              <a:off x="363571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25" name="tx1225"/>
            <p:cNvSpPr/>
            <p:nvPr/>
          </p:nvSpPr>
          <p:spPr>
            <a:xfrm rot="-2700000">
              <a:off x="3651382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26" name="tx1226"/>
            <p:cNvSpPr/>
            <p:nvPr/>
          </p:nvSpPr>
          <p:spPr>
            <a:xfrm rot="-2700000">
              <a:off x="366709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27" name="pl1227"/>
            <p:cNvSpPr/>
            <p:nvPr/>
          </p:nvSpPr>
          <p:spPr>
            <a:xfrm>
              <a:off x="38210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l1228"/>
            <p:cNvSpPr/>
            <p:nvPr/>
          </p:nvSpPr>
          <p:spPr>
            <a:xfrm>
              <a:off x="38367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l1229"/>
            <p:cNvSpPr/>
            <p:nvPr/>
          </p:nvSpPr>
          <p:spPr>
            <a:xfrm>
              <a:off x="385243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l1230"/>
            <p:cNvSpPr/>
            <p:nvPr/>
          </p:nvSpPr>
          <p:spPr>
            <a:xfrm>
              <a:off x="38681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l1231"/>
            <p:cNvSpPr/>
            <p:nvPr/>
          </p:nvSpPr>
          <p:spPr>
            <a:xfrm>
              <a:off x="388381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tx1232"/>
            <p:cNvSpPr/>
            <p:nvPr/>
          </p:nvSpPr>
          <p:spPr>
            <a:xfrm rot="-2700000">
              <a:off x="381766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33" name="tx1233"/>
            <p:cNvSpPr/>
            <p:nvPr/>
          </p:nvSpPr>
          <p:spPr>
            <a:xfrm rot="-2700000">
              <a:off x="377120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34" name="tx1234"/>
            <p:cNvSpPr/>
            <p:nvPr/>
          </p:nvSpPr>
          <p:spPr>
            <a:xfrm rot="-2700000">
              <a:off x="378688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35" name="tx1235"/>
            <p:cNvSpPr/>
            <p:nvPr/>
          </p:nvSpPr>
          <p:spPr>
            <a:xfrm rot="-2700000">
              <a:off x="3802559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36" name="tx1236"/>
            <p:cNvSpPr/>
            <p:nvPr/>
          </p:nvSpPr>
          <p:spPr>
            <a:xfrm rot="-2700000">
              <a:off x="381826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37" name="pl1237"/>
            <p:cNvSpPr/>
            <p:nvPr/>
          </p:nvSpPr>
          <p:spPr>
            <a:xfrm>
              <a:off x="39722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l1238"/>
            <p:cNvSpPr/>
            <p:nvPr/>
          </p:nvSpPr>
          <p:spPr>
            <a:xfrm>
              <a:off x="39879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l1239"/>
            <p:cNvSpPr/>
            <p:nvPr/>
          </p:nvSpPr>
          <p:spPr>
            <a:xfrm>
              <a:off x="400361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l1240"/>
            <p:cNvSpPr/>
            <p:nvPr/>
          </p:nvSpPr>
          <p:spPr>
            <a:xfrm>
              <a:off x="401930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l1241"/>
            <p:cNvSpPr/>
            <p:nvPr/>
          </p:nvSpPr>
          <p:spPr>
            <a:xfrm>
              <a:off x="403499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tx1242"/>
            <p:cNvSpPr/>
            <p:nvPr/>
          </p:nvSpPr>
          <p:spPr>
            <a:xfrm rot="-2700000">
              <a:off x="396884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43" name="tx1243"/>
            <p:cNvSpPr/>
            <p:nvPr/>
          </p:nvSpPr>
          <p:spPr>
            <a:xfrm rot="-2700000">
              <a:off x="392237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44" name="tx1244"/>
            <p:cNvSpPr/>
            <p:nvPr/>
          </p:nvSpPr>
          <p:spPr>
            <a:xfrm rot="-2700000">
              <a:off x="393806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45" name="tx1245"/>
            <p:cNvSpPr/>
            <p:nvPr/>
          </p:nvSpPr>
          <p:spPr>
            <a:xfrm rot="-2700000">
              <a:off x="395373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46" name="tx1246"/>
            <p:cNvSpPr/>
            <p:nvPr/>
          </p:nvSpPr>
          <p:spPr>
            <a:xfrm rot="-2700000">
              <a:off x="396944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47" name="pl1247"/>
            <p:cNvSpPr/>
            <p:nvPr/>
          </p:nvSpPr>
          <p:spPr>
            <a:xfrm>
              <a:off x="412341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l1248"/>
            <p:cNvSpPr/>
            <p:nvPr/>
          </p:nvSpPr>
          <p:spPr>
            <a:xfrm>
              <a:off x="41391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l1249"/>
            <p:cNvSpPr/>
            <p:nvPr/>
          </p:nvSpPr>
          <p:spPr>
            <a:xfrm>
              <a:off x="41547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l1250"/>
            <p:cNvSpPr/>
            <p:nvPr/>
          </p:nvSpPr>
          <p:spPr>
            <a:xfrm>
              <a:off x="41704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l1251"/>
            <p:cNvSpPr/>
            <p:nvPr/>
          </p:nvSpPr>
          <p:spPr>
            <a:xfrm>
              <a:off x="41861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tx1252"/>
            <p:cNvSpPr/>
            <p:nvPr/>
          </p:nvSpPr>
          <p:spPr>
            <a:xfrm rot="-2700000">
              <a:off x="412002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53" name="tx1253"/>
            <p:cNvSpPr/>
            <p:nvPr/>
          </p:nvSpPr>
          <p:spPr>
            <a:xfrm rot="-2700000">
              <a:off x="40735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54" name="tx1254"/>
            <p:cNvSpPr/>
            <p:nvPr/>
          </p:nvSpPr>
          <p:spPr>
            <a:xfrm rot="-2700000">
              <a:off x="408924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55" name="tx1255"/>
            <p:cNvSpPr/>
            <p:nvPr/>
          </p:nvSpPr>
          <p:spPr>
            <a:xfrm rot="-2700000">
              <a:off x="4104913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56" name="tx1256"/>
            <p:cNvSpPr/>
            <p:nvPr/>
          </p:nvSpPr>
          <p:spPr>
            <a:xfrm rot="-2700000">
              <a:off x="412062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57" name="pl1257"/>
            <p:cNvSpPr/>
            <p:nvPr/>
          </p:nvSpPr>
          <p:spPr>
            <a:xfrm>
              <a:off x="427459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l1258"/>
            <p:cNvSpPr/>
            <p:nvPr/>
          </p:nvSpPr>
          <p:spPr>
            <a:xfrm>
              <a:off x="429027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l1259"/>
            <p:cNvSpPr/>
            <p:nvPr/>
          </p:nvSpPr>
          <p:spPr>
            <a:xfrm>
              <a:off x="43059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l1260"/>
            <p:cNvSpPr/>
            <p:nvPr/>
          </p:nvSpPr>
          <p:spPr>
            <a:xfrm>
              <a:off x="432165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l1261"/>
            <p:cNvSpPr/>
            <p:nvPr/>
          </p:nvSpPr>
          <p:spPr>
            <a:xfrm>
              <a:off x="433734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tx1262"/>
            <p:cNvSpPr/>
            <p:nvPr/>
          </p:nvSpPr>
          <p:spPr>
            <a:xfrm rot="-2700000">
              <a:off x="427119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63" name="tx1263"/>
            <p:cNvSpPr/>
            <p:nvPr/>
          </p:nvSpPr>
          <p:spPr>
            <a:xfrm rot="-2700000">
              <a:off x="422473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64" name="tx1264"/>
            <p:cNvSpPr/>
            <p:nvPr/>
          </p:nvSpPr>
          <p:spPr>
            <a:xfrm rot="-2700000">
              <a:off x="424042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65" name="tx1265"/>
            <p:cNvSpPr/>
            <p:nvPr/>
          </p:nvSpPr>
          <p:spPr>
            <a:xfrm rot="-2700000">
              <a:off x="4256090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66" name="tx1266"/>
            <p:cNvSpPr/>
            <p:nvPr/>
          </p:nvSpPr>
          <p:spPr>
            <a:xfrm rot="-2700000">
              <a:off x="427179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67" name="pl1267"/>
            <p:cNvSpPr/>
            <p:nvPr/>
          </p:nvSpPr>
          <p:spPr>
            <a:xfrm>
              <a:off x="44257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l1268"/>
            <p:cNvSpPr/>
            <p:nvPr/>
          </p:nvSpPr>
          <p:spPr>
            <a:xfrm>
              <a:off x="44414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l1269"/>
            <p:cNvSpPr/>
            <p:nvPr/>
          </p:nvSpPr>
          <p:spPr>
            <a:xfrm>
              <a:off x="44571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l1270"/>
            <p:cNvSpPr/>
            <p:nvPr/>
          </p:nvSpPr>
          <p:spPr>
            <a:xfrm>
              <a:off x="44728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l1271"/>
            <p:cNvSpPr/>
            <p:nvPr/>
          </p:nvSpPr>
          <p:spPr>
            <a:xfrm>
              <a:off x="448852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tx1272"/>
            <p:cNvSpPr/>
            <p:nvPr/>
          </p:nvSpPr>
          <p:spPr>
            <a:xfrm rot="-2700000">
              <a:off x="442237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3" name="tx1273"/>
            <p:cNvSpPr/>
            <p:nvPr/>
          </p:nvSpPr>
          <p:spPr>
            <a:xfrm rot="-2700000">
              <a:off x="437590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74" name="tx1274"/>
            <p:cNvSpPr/>
            <p:nvPr/>
          </p:nvSpPr>
          <p:spPr>
            <a:xfrm rot="-2700000">
              <a:off x="439159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75" name="tx1275"/>
            <p:cNvSpPr/>
            <p:nvPr/>
          </p:nvSpPr>
          <p:spPr>
            <a:xfrm rot="-2700000">
              <a:off x="4407268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276" name="tx1276"/>
            <p:cNvSpPr/>
            <p:nvPr/>
          </p:nvSpPr>
          <p:spPr>
            <a:xfrm rot="-2700000">
              <a:off x="442297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277" name="tx1277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8" name="tx1278"/>
            <p:cNvSpPr/>
            <p:nvPr/>
          </p:nvSpPr>
          <p:spPr>
            <a:xfrm>
              <a:off x="1210339" y="2492736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79" name="tx1279"/>
            <p:cNvSpPr/>
            <p:nvPr/>
          </p:nvSpPr>
          <p:spPr>
            <a:xfrm>
              <a:off x="1148183" y="1959997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80" name="tx1280"/>
            <p:cNvSpPr/>
            <p:nvPr/>
          </p:nvSpPr>
          <p:spPr>
            <a:xfrm>
              <a:off x="1148183" y="142725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281" name="pl1281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l1282"/>
            <p:cNvSpPr/>
            <p:nvPr/>
          </p:nvSpPr>
          <p:spPr>
            <a:xfrm>
              <a:off x="1362485" y="25344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l1283"/>
            <p:cNvSpPr/>
            <p:nvPr/>
          </p:nvSpPr>
          <p:spPr>
            <a:xfrm>
              <a:off x="1362485" y="200168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l1284"/>
            <p:cNvSpPr/>
            <p:nvPr/>
          </p:nvSpPr>
          <p:spPr>
            <a:xfrm>
              <a:off x="1362485" y="146895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tx1285"/>
            <p:cNvSpPr/>
            <p:nvPr/>
          </p:nvSpPr>
          <p:spPr>
            <a:xfrm>
              <a:off x="2654858" y="3455132"/>
              <a:ext cx="589973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HUEVOS</a:t>
              </a:r>
            </a:p>
          </p:txBody>
        </p:sp>
        <p:sp>
          <p:nvSpPr>
            <p:cNvPr id="1286" name="tx1286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Presentación en pantalla (4:3)</PresentationFormat>
  <Paragraphs>132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2021-03-26T03:49:22Z</dcterms:modified>
  <cp:category/>
</cp:coreProperties>
</file>