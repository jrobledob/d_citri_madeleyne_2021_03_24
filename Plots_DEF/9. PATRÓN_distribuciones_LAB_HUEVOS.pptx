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914400" y="914400"/>
            <a:ext cx="9130208" cy="5178896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599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459435" y="1198851"/>
              <a:ext cx="967932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459435" y="2838811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459435" y="2382099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459435" y="1925388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459435" y="1468676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6111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7972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9834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21695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23556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459435" y="3067167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459435" y="2610455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459435" y="2153744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459435" y="1697032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459435" y="1240320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51809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17042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189035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207648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22626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503432" y="1691551"/>
              <a:ext cx="29331" cy="137561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532764" y="2904578"/>
              <a:ext cx="29331" cy="16258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562095" y="2995920"/>
              <a:ext cx="29331" cy="7124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591426" y="3014188"/>
              <a:ext cx="29331" cy="529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620757" y="3050725"/>
              <a:ext cx="29331" cy="164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650089" y="3048899"/>
              <a:ext cx="29331" cy="1826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679420" y="3054379"/>
              <a:ext cx="29331" cy="1278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708751" y="3061686"/>
              <a:ext cx="29331" cy="54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738083" y="3063513"/>
              <a:ext cx="29331" cy="365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767414" y="3063513"/>
              <a:ext cx="29331" cy="365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796745" y="3065340"/>
              <a:ext cx="29331" cy="182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826076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855408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884739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914070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943402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972733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2002064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2031395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2060727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2090058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2119389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2148721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2178052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2207383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2236714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2266046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2295377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rc53"/>
            <p:cNvSpPr/>
            <p:nvPr/>
          </p:nvSpPr>
          <p:spPr>
            <a:xfrm>
              <a:off x="2324708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rc54"/>
            <p:cNvSpPr/>
            <p:nvPr/>
          </p:nvSpPr>
          <p:spPr>
            <a:xfrm>
              <a:off x="2354040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rc55"/>
            <p:cNvSpPr/>
            <p:nvPr/>
          </p:nvSpPr>
          <p:spPr>
            <a:xfrm>
              <a:off x="1459435" y="1198851"/>
              <a:ext cx="967932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rc56"/>
            <p:cNvSpPr/>
            <p:nvPr/>
          </p:nvSpPr>
          <p:spPr>
            <a:xfrm>
              <a:off x="2496957" y="1198851"/>
              <a:ext cx="967932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2496957" y="2838811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2496957" y="2382099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496957" y="1925388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496957" y="1468676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64868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83481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302094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320706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339319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2496957" y="3067167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2496957" y="2610455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496957" y="2153744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496957" y="1697032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496957" y="1240320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25556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274174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292787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31140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33001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2540954" y="1287818"/>
              <a:ext cx="29331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2570285" y="2734681"/>
              <a:ext cx="29331" cy="3324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2599616" y="2966690"/>
              <a:ext cx="29331" cy="10047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2628948" y="3008708"/>
              <a:ext cx="29331" cy="584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2658279" y="3034284"/>
              <a:ext cx="29331" cy="328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2687610" y="3050725"/>
              <a:ext cx="29331" cy="16441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2716941" y="3054379"/>
              <a:ext cx="29331" cy="1278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2746273" y="3061686"/>
              <a:ext cx="29331" cy="548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2775604" y="3059860"/>
              <a:ext cx="29331" cy="7307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2804935" y="3063513"/>
              <a:ext cx="29331" cy="365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2834267" y="3065340"/>
              <a:ext cx="29331" cy="182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2863598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2892929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2922260" y="3065340"/>
              <a:ext cx="29331" cy="182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2951592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2980923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3010254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3039585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3068917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3098248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3127579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3156911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3186242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3215573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100"/>
            <p:cNvSpPr/>
            <p:nvPr/>
          </p:nvSpPr>
          <p:spPr>
            <a:xfrm>
              <a:off x="3244904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rc101"/>
            <p:cNvSpPr/>
            <p:nvPr/>
          </p:nvSpPr>
          <p:spPr>
            <a:xfrm>
              <a:off x="3274236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102"/>
            <p:cNvSpPr/>
            <p:nvPr/>
          </p:nvSpPr>
          <p:spPr>
            <a:xfrm>
              <a:off x="3303567" y="3067167"/>
              <a:ext cx="29331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3"/>
            <p:cNvSpPr/>
            <p:nvPr/>
          </p:nvSpPr>
          <p:spPr>
            <a:xfrm>
              <a:off x="3332898" y="3065340"/>
              <a:ext cx="29331" cy="182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104"/>
            <p:cNvSpPr/>
            <p:nvPr/>
          </p:nvSpPr>
          <p:spPr>
            <a:xfrm>
              <a:off x="3362230" y="3065340"/>
              <a:ext cx="29331" cy="182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5"/>
            <p:cNvSpPr/>
            <p:nvPr/>
          </p:nvSpPr>
          <p:spPr>
            <a:xfrm>
              <a:off x="3391561" y="3065340"/>
              <a:ext cx="29331" cy="182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FC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6"/>
            <p:cNvSpPr/>
            <p:nvPr/>
          </p:nvSpPr>
          <p:spPr>
            <a:xfrm>
              <a:off x="2496957" y="1198851"/>
              <a:ext cx="967932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07"/>
            <p:cNvSpPr/>
            <p:nvPr/>
          </p:nvSpPr>
          <p:spPr>
            <a:xfrm>
              <a:off x="3534478" y="1198851"/>
              <a:ext cx="967932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3534478" y="2838811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3534478" y="2382099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3534478" y="1925388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3534478" y="1468676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368620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38723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40584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4244590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443071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3534478" y="3067167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3534478" y="2610455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3534478" y="2153744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3534478" y="1697032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3534478" y="1240320"/>
              <a:ext cx="967932" cy="0"/>
            </a:xfrm>
            <a:custGeom>
              <a:avLst/>
              <a:gdLst/>
              <a:ahLst/>
              <a:cxnLst/>
              <a:rect l="0" t="0" r="0" b="0"/>
              <a:pathLst>
                <a:path w="967932">
                  <a:moveTo>
                    <a:pt x="0" y="0"/>
                  </a:moveTo>
                  <a:lnTo>
                    <a:pt x="967932" y="0"/>
                  </a:lnTo>
                  <a:lnTo>
                    <a:pt x="9679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359314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3779269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3965398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l125"/>
            <p:cNvSpPr/>
            <p:nvPr/>
          </p:nvSpPr>
          <p:spPr>
            <a:xfrm>
              <a:off x="4151526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l126"/>
            <p:cNvSpPr/>
            <p:nvPr/>
          </p:nvSpPr>
          <p:spPr>
            <a:xfrm>
              <a:off x="4337655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3534478" y="1198851"/>
              <a:ext cx="967932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1459435" y="983989"/>
              <a:ext cx="967932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tx129"/>
            <p:cNvSpPr/>
            <p:nvPr/>
          </p:nvSpPr>
          <p:spPr>
            <a:xfrm>
              <a:off x="1828504" y="1048691"/>
              <a:ext cx="229795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CPB</a:t>
              </a:r>
            </a:p>
          </p:txBody>
        </p:sp>
        <p:sp>
          <p:nvSpPr>
            <p:cNvPr id="130" name="rc130"/>
            <p:cNvSpPr/>
            <p:nvPr/>
          </p:nvSpPr>
          <p:spPr>
            <a:xfrm>
              <a:off x="2496957" y="983989"/>
              <a:ext cx="967932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tx131"/>
            <p:cNvSpPr/>
            <p:nvPr/>
          </p:nvSpPr>
          <p:spPr>
            <a:xfrm>
              <a:off x="2878440" y="1048691"/>
              <a:ext cx="204966" cy="8272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SxE</a:t>
              </a:r>
            </a:p>
          </p:txBody>
        </p:sp>
        <p:sp>
          <p:nvSpPr>
            <p:cNvPr id="132" name="rc132"/>
            <p:cNvSpPr/>
            <p:nvPr/>
          </p:nvSpPr>
          <p:spPr>
            <a:xfrm>
              <a:off x="3534478" y="983989"/>
              <a:ext cx="967932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tx133"/>
            <p:cNvSpPr/>
            <p:nvPr/>
          </p:nvSpPr>
          <p:spPr>
            <a:xfrm>
              <a:off x="3940818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134" name="pl134"/>
            <p:cNvSpPr/>
            <p:nvPr/>
          </p:nvSpPr>
          <p:spPr>
            <a:xfrm>
              <a:off x="151809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135"/>
            <p:cNvSpPr/>
            <p:nvPr/>
          </p:nvSpPr>
          <p:spPr>
            <a:xfrm>
              <a:off x="170422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136"/>
            <p:cNvSpPr/>
            <p:nvPr/>
          </p:nvSpPr>
          <p:spPr>
            <a:xfrm>
              <a:off x="189035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l137"/>
            <p:cNvSpPr/>
            <p:nvPr/>
          </p:nvSpPr>
          <p:spPr>
            <a:xfrm>
              <a:off x="207648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226261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tx139"/>
            <p:cNvSpPr/>
            <p:nvPr/>
          </p:nvSpPr>
          <p:spPr>
            <a:xfrm rot="-2700000">
              <a:off x="1514706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0" name="tx140"/>
            <p:cNvSpPr/>
            <p:nvPr/>
          </p:nvSpPr>
          <p:spPr>
            <a:xfrm rot="-2700000">
              <a:off x="163867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41" name="tx141"/>
            <p:cNvSpPr/>
            <p:nvPr/>
          </p:nvSpPr>
          <p:spPr>
            <a:xfrm rot="-2700000">
              <a:off x="1824808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42" name="tx142"/>
            <p:cNvSpPr/>
            <p:nvPr/>
          </p:nvSpPr>
          <p:spPr>
            <a:xfrm rot="-2700000">
              <a:off x="2010917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43" name="tx143"/>
            <p:cNvSpPr/>
            <p:nvPr/>
          </p:nvSpPr>
          <p:spPr>
            <a:xfrm rot="-2700000">
              <a:off x="219706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44" name="pl144"/>
            <p:cNvSpPr/>
            <p:nvPr/>
          </p:nvSpPr>
          <p:spPr>
            <a:xfrm>
              <a:off x="255561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274174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l146"/>
            <p:cNvSpPr/>
            <p:nvPr/>
          </p:nvSpPr>
          <p:spPr>
            <a:xfrm>
              <a:off x="292787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311400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330013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tx149"/>
            <p:cNvSpPr/>
            <p:nvPr/>
          </p:nvSpPr>
          <p:spPr>
            <a:xfrm rot="-2700000">
              <a:off x="2552228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0" name="tx150"/>
            <p:cNvSpPr/>
            <p:nvPr/>
          </p:nvSpPr>
          <p:spPr>
            <a:xfrm rot="-2700000">
              <a:off x="2676201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51" name="tx151"/>
            <p:cNvSpPr/>
            <p:nvPr/>
          </p:nvSpPr>
          <p:spPr>
            <a:xfrm rot="-2700000">
              <a:off x="2862329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52" name="tx152"/>
            <p:cNvSpPr/>
            <p:nvPr/>
          </p:nvSpPr>
          <p:spPr>
            <a:xfrm rot="-2700000">
              <a:off x="3048438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53" name="tx153"/>
            <p:cNvSpPr/>
            <p:nvPr/>
          </p:nvSpPr>
          <p:spPr>
            <a:xfrm rot="-2700000">
              <a:off x="323458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54" name="pl154"/>
            <p:cNvSpPr/>
            <p:nvPr/>
          </p:nvSpPr>
          <p:spPr>
            <a:xfrm>
              <a:off x="3593141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3779269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3965398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4151526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4337655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tx159"/>
            <p:cNvSpPr/>
            <p:nvPr/>
          </p:nvSpPr>
          <p:spPr>
            <a:xfrm rot="-2700000">
              <a:off x="3589749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0" name="tx160"/>
            <p:cNvSpPr/>
            <p:nvPr/>
          </p:nvSpPr>
          <p:spPr>
            <a:xfrm rot="-2700000">
              <a:off x="3713722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61" name="tx161"/>
            <p:cNvSpPr/>
            <p:nvPr/>
          </p:nvSpPr>
          <p:spPr>
            <a:xfrm rot="-2700000">
              <a:off x="3899850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62" name="tx162"/>
            <p:cNvSpPr/>
            <p:nvPr/>
          </p:nvSpPr>
          <p:spPr>
            <a:xfrm rot="-2700000">
              <a:off x="4085960" y="3205558"/>
              <a:ext cx="186466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63" name="tx163"/>
            <p:cNvSpPr/>
            <p:nvPr/>
          </p:nvSpPr>
          <p:spPr>
            <a:xfrm rot="-2700000">
              <a:off x="4272107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1334650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210339" y="2568764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250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1210339" y="2112052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1210339" y="1655340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1148183" y="1198629"/>
              <a:ext cx="248622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169" name="pl169"/>
            <p:cNvSpPr/>
            <p:nvPr/>
          </p:nvSpPr>
          <p:spPr>
            <a:xfrm>
              <a:off x="1424641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170"/>
            <p:cNvSpPr/>
            <p:nvPr/>
          </p:nvSpPr>
          <p:spPr>
            <a:xfrm>
              <a:off x="1424641" y="261045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l171"/>
            <p:cNvSpPr/>
            <p:nvPr/>
          </p:nvSpPr>
          <p:spPr>
            <a:xfrm>
              <a:off x="1424641" y="215374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l172"/>
            <p:cNvSpPr/>
            <p:nvPr/>
          </p:nvSpPr>
          <p:spPr>
            <a:xfrm>
              <a:off x="1424641" y="169703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l173"/>
            <p:cNvSpPr/>
            <p:nvPr/>
          </p:nvSpPr>
          <p:spPr>
            <a:xfrm>
              <a:off x="1424641" y="124032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tx174"/>
            <p:cNvSpPr/>
            <p:nvPr/>
          </p:nvSpPr>
          <p:spPr>
            <a:xfrm>
              <a:off x="2685936" y="3455132"/>
              <a:ext cx="589973" cy="10347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HUEVOS</a:t>
              </a:r>
            </a:p>
          </p:txBody>
        </p:sp>
        <p:sp>
          <p:nvSpPr>
            <p:cNvPr id="175" name="tx175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Presentación en pantalla (4:3)</PresentationFormat>
  <Paragraphs>25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2021-03-26T03:49:35Z</dcterms:modified>
  <cp:category/>
</cp:coreProperties>
</file>